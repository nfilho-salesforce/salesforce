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752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200"/>
            <a:ext cx="9144000" cy="36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" y="28800"/>
            <a:ext cx="72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ANATEL — Fase 1: Agentforce + MuleSoft  ·  Linha do Tempo com Alocação de Recursos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" y="280800"/>
            <a:ext cx="720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0C4DE"/>
                </a:solidFill>
              </a:rPr>
              <a:t>Semanas S0–S15  ·  Horas/semana por perfil (heatmap)  ·  Sobreposição de marcos visível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800" y="547200"/>
            <a:ext cx="1180800" cy="1872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800" y="565200"/>
            <a:ext cx="1144800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Perfil / Semana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5600" y="547200"/>
            <a:ext cx="488520" cy="93600"/>
          </a:xfrm>
          <a:prstGeom prst="rect">
            <a:avLst/>
          </a:prstGeom>
          <a:solidFill>
            <a:srgbClr val="546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5600" y="5472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45600" y="640800"/>
            <a:ext cx="488520" cy="936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5600" y="6408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54657D"/>
                </a:solidFill>
              </a:rPr>
              <a:t>Week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4120" y="547200"/>
            <a:ext cx="488520" cy="936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4120" y="5472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4120" y="640800"/>
            <a:ext cx="488520" cy="936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4120" y="6408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54657D"/>
                </a:solidFill>
              </a:rPr>
              <a:t>Discovery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22640" y="547200"/>
            <a:ext cx="488520" cy="93600"/>
          </a:xfrm>
          <a:prstGeom prst="rect">
            <a:avLst/>
          </a:prstGeom>
          <a:solidFill>
            <a:srgbClr val="02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22640" y="5472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22640" y="640800"/>
            <a:ext cx="488520" cy="936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22640" y="6408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54657D"/>
                </a:solidFill>
              </a:rPr>
              <a:t>Define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11160" y="547200"/>
            <a:ext cx="488520" cy="9360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1160" y="5472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1160" y="640800"/>
            <a:ext cx="488520" cy="936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1160" y="6408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54657D"/>
                </a:solidFill>
              </a:rPr>
              <a:t>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99680" y="547200"/>
            <a:ext cx="488520" cy="936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99680" y="5472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99680" y="640800"/>
            <a:ext cx="488520" cy="936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99680" y="6408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54657D"/>
                </a:solidFill>
              </a:rPr>
              <a:t>Dev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88200" y="547200"/>
            <a:ext cx="488520" cy="936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88200" y="5472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88200" y="640800"/>
            <a:ext cx="488520" cy="936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88200" y="6408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54657D"/>
                </a:solidFill>
              </a:rPr>
              <a:t>Dev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76720" y="547200"/>
            <a:ext cx="488520" cy="936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76720" y="5472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76720" y="640800"/>
            <a:ext cx="488520" cy="936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6720" y="6408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54657D"/>
                </a:solidFill>
              </a:rPr>
              <a:t>Dev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5240" y="547200"/>
            <a:ext cx="488520" cy="936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5240" y="5472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5240" y="640800"/>
            <a:ext cx="488520" cy="936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5240" y="6408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54657D"/>
                </a:solidFill>
              </a:rPr>
              <a:t>Dev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53760" y="547200"/>
            <a:ext cx="488520" cy="936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53760" y="5472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53760" y="640800"/>
            <a:ext cx="488520" cy="936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53760" y="6408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54657D"/>
                </a:solidFill>
              </a:rPr>
              <a:t>Dev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42279" y="547200"/>
            <a:ext cx="488520" cy="936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42279" y="5472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42279" y="640800"/>
            <a:ext cx="488520" cy="936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42279" y="6408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54657D"/>
                </a:solidFill>
              </a:rPr>
              <a:t>Dev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30800" y="547200"/>
            <a:ext cx="488520" cy="936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0800" y="5472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30800" y="640800"/>
            <a:ext cx="488520" cy="936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0800" y="6408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54657D"/>
                </a:solidFill>
              </a:rPr>
              <a:t>Dev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19320" y="547200"/>
            <a:ext cx="488520" cy="936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19320" y="5472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S11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19320" y="640800"/>
            <a:ext cx="488520" cy="936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19320" y="6408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54657D"/>
                </a:solidFill>
              </a:rPr>
              <a:t>SIT/UAT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07840" y="547200"/>
            <a:ext cx="488520" cy="936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07840" y="5472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07840" y="640800"/>
            <a:ext cx="488520" cy="936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07840" y="6408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54657D"/>
                </a:solidFill>
              </a:rPr>
              <a:t>SIT/UAT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96360" y="547200"/>
            <a:ext cx="488520" cy="936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96360" y="5472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S13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96360" y="640800"/>
            <a:ext cx="488520" cy="936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96360" y="6408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54657D"/>
                </a:solidFill>
              </a:rPr>
              <a:t>SIT/UAT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84880" y="547200"/>
            <a:ext cx="488520" cy="93600"/>
          </a:xfrm>
          <a:prstGeom prst="rect">
            <a:avLst/>
          </a:prstGeom>
          <a:solidFill>
            <a:srgbClr val="BA2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84880" y="5472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S14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84880" y="640800"/>
            <a:ext cx="488520" cy="936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84880" y="6408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54657D"/>
                </a:solidFill>
              </a:rPr>
              <a:t>Scale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73400" y="547200"/>
            <a:ext cx="488520" cy="93600"/>
          </a:xfrm>
          <a:prstGeom prst="rect">
            <a:avLst/>
          </a:prstGeom>
          <a:solidFill>
            <a:srgbClr val="BA2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73400" y="5472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S15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73400" y="640800"/>
            <a:ext cx="488520" cy="936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73400" y="640800"/>
            <a:ext cx="48852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54657D"/>
                </a:solidFill>
              </a:rPr>
              <a:t>Scale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800" y="734400"/>
            <a:ext cx="1180800" cy="154800"/>
          </a:xfrm>
          <a:prstGeom prst="rect">
            <a:avLst/>
          </a:prstGeom>
          <a:solidFill>
            <a:srgbClr val="E4ED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400" y="734400"/>
            <a:ext cx="115200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32D60"/>
                </a:solidFill>
              </a:rPr>
              <a:t>Senior Project Manager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245600" y="734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245600" y="734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734120" y="734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734120" y="734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22640" y="734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222640" y="734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11160" y="734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11160" y="734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99680" y="734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99680" y="734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88200" y="734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88200" y="734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76720" y="734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76720" y="734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65240" y="734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665240" y="734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53760" y="734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153760" y="734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42279" y="734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642279" y="734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30800" y="734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0800" y="734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619320" y="734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619320" y="734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07840" y="734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107840" y="734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96360" y="734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96360" y="734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084880" y="734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084880" y="734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573400" y="734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573400" y="734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4800" y="889200"/>
            <a:ext cx="9014400" cy="1368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0800" y="889200"/>
            <a:ext cx="360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FASE 1 — AGENTFORCE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4800" y="1026000"/>
            <a:ext cx="118080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6400" y="1026000"/>
            <a:ext cx="115200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32D60"/>
                </a:solidFill>
              </a:rPr>
              <a:t>Solution Architect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245600" y="1026000"/>
            <a:ext cx="488520" cy="154800"/>
          </a:xfrm>
          <a:prstGeom prst="rect">
            <a:avLst/>
          </a:prstGeom>
          <a:solidFill>
            <a:srgbClr val="CCE5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245600" y="1026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10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734120" y="10260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734120" y="1026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222640" y="10260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222640" y="1026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11160" y="10260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711160" y="1026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199680" y="10260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199680" y="1026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688200" y="10260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688200" y="1026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176720" y="10260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176720" y="1026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665240" y="10260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665240" y="1026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153760" y="10260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153760" y="1026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642279" y="1026000"/>
            <a:ext cx="488520" cy="154800"/>
          </a:xfrm>
          <a:prstGeom prst="rect">
            <a:avLst/>
          </a:prstGeom>
          <a:solidFill>
            <a:srgbClr val="CCE5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642279" y="1026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130800" y="1026000"/>
            <a:ext cx="488520" cy="154800"/>
          </a:xfrm>
          <a:prstGeom prst="rect">
            <a:avLst/>
          </a:prstGeom>
          <a:solidFill>
            <a:srgbClr val="CCE5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130800" y="1026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10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619320" y="1026000"/>
            <a:ext cx="488520" cy="154800"/>
          </a:xfrm>
          <a:prstGeom prst="rect">
            <a:avLst/>
          </a:prstGeom>
          <a:solidFill>
            <a:srgbClr val="CCE5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619320" y="1026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10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107840" y="1026000"/>
            <a:ext cx="488520" cy="154800"/>
          </a:xfrm>
          <a:prstGeom prst="rect">
            <a:avLst/>
          </a:prstGeom>
          <a:solidFill>
            <a:srgbClr val="CCE5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107840" y="1026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10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596360" y="1026000"/>
            <a:ext cx="488520" cy="154800"/>
          </a:xfrm>
          <a:prstGeom prst="rect">
            <a:avLst/>
          </a:prstGeom>
          <a:solidFill>
            <a:srgbClr val="CCE5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596360" y="1026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10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084880" y="1026000"/>
            <a:ext cx="488520" cy="154800"/>
          </a:xfrm>
          <a:prstGeom prst="rect">
            <a:avLst/>
          </a:prstGeom>
          <a:solidFill>
            <a:srgbClr val="CCE5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084880" y="1026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10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573400" y="1026000"/>
            <a:ext cx="488520" cy="154800"/>
          </a:xfrm>
          <a:prstGeom prst="rect">
            <a:avLst/>
          </a:prstGeom>
          <a:solidFill>
            <a:srgbClr val="CCE5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573400" y="1026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10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4800" y="1180800"/>
            <a:ext cx="1180800" cy="1548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6400" y="1180800"/>
            <a:ext cx="115200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32D60"/>
                </a:solidFill>
              </a:rPr>
              <a:t>Technical Architect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245600" y="1180800"/>
            <a:ext cx="488520" cy="154800"/>
          </a:xfrm>
          <a:prstGeom prst="rect">
            <a:avLst/>
          </a:prstGeom>
          <a:solidFill>
            <a:srgbClr val="CCE5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245600" y="1180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10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734120" y="11808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734120" y="1180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222640" y="11808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222640" y="1180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711160" y="11808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711160" y="1180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199680" y="11808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199680" y="1180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688200" y="11808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688200" y="1180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176720" y="11808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176720" y="1180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665240" y="11808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665240" y="1180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153760" y="11808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153760" y="1180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642279" y="11808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642279" y="1180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130800" y="11808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130800" y="1180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619320" y="11808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619320" y="1180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107840" y="11808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107840" y="1180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596360" y="11808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596360" y="1180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084880" y="11808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084880" y="1180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573400" y="11808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573400" y="1180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4800" y="1335600"/>
            <a:ext cx="118080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6400" y="1335600"/>
            <a:ext cx="115200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2A3BF"/>
                </a:solidFill>
              </a:rPr>
              <a:t>UX Designer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245600" y="1335600"/>
            <a:ext cx="488520" cy="154800"/>
          </a:xfrm>
          <a:prstGeom prst="rect">
            <a:avLst/>
          </a:prstGeom>
          <a:solidFill>
            <a:srgbClr val="CCE5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245600" y="1335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10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734120" y="13356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734120" y="1335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222640" y="13356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222640" y="1335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711160" y="13356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711160" y="1335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199680" y="13356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199680" y="1335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3688200" y="13356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3688200" y="1335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176720" y="13356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176720" y="1335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665240" y="13356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665240" y="1335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153760" y="13356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153760" y="1335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642279" y="13356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642279" y="1335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130800" y="13356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130800" y="1335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6619320" y="13356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107840" y="13356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596360" y="13356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8084880" y="13356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8573400" y="13356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4800" y="1490400"/>
            <a:ext cx="1180800" cy="1548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86400" y="1490400"/>
            <a:ext cx="115200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2A3BF"/>
                </a:solidFill>
              </a:rPr>
              <a:t>Business Analyst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245600" y="14904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1734120" y="1490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734120" y="1490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2222640" y="1490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2222640" y="1490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2711160" y="1490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2711160" y="1490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3199680" y="14904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199680" y="1490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3688200" y="14904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3688200" y="1490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176720" y="14904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176720" y="1490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665240" y="14904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665240" y="1490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153760" y="14904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153760" y="1490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5642279" y="14904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5642279" y="1490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130800" y="1490400"/>
            <a:ext cx="488520" cy="154800"/>
          </a:xfrm>
          <a:prstGeom prst="rect">
            <a:avLst/>
          </a:prstGeom>
          <a:solidFill>
            <a:srgbClr val="7ABB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130800" y="14904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6619320" y="14904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107840" y="14904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596360" y="14904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8084880" y="14904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573400" y="14904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4800" y="1645200"/>
            <a:ext cx="118080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86400" y="1645200"/>
            <a:ext cx="115200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70D2"/>
                </a:solidFill>
              </a:rPr>
              <a:t>Developer 1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1245600" y="16452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734120" y="16452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2222640" y="16452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2711160" y="16452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2711160" y="1645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3199680" y="16452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199680" y="1645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3688200" y="16452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3688200" y="1645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4176720" y="16452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4176720" y="1645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4665240" y="16452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4665240" y="1645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5153760" y="16452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5153760" y="1645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5642279" y="16452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642279" y="1645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6130800" y="16452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130800" y="1645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6619320" y="16452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6619320" y="1645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7107840" y="16452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7107840" y="1645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7596360" y="16452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7596360" y="1645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8084880" y="16452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8084880" y="1645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8573400" y="16452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8573400" y="1645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64800" y="1800000"/>
            <a:ext cx="1180800" cy="1548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86400" y="1800000"/>
            <a:ext cx="115200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70D2"/>
                </a:solidFill>
              </a:rPr>
              <a:t>Developer 2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1245600" y="18000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734120" y="18000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2222640" y="18000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2711160" y="18000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3199680" y="18000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3688200" y="18000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3688200" y="1800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4176720" y="18000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4176720" y="1800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4665240" y="18000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4665240" y="1800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5153760" y="18000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5153760" y="1800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5642279" y="18000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5642279" y="1800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6130800" y="18000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6130800" y="1800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6619320" y="18000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6619320" y="1800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7107840" y="18000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7107840" y="1800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7596360" y="18000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7596360" y="1800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8084880" y="18000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8573400" y="18000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64800" y="1954800"/>
            <a:ext cx="118080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86400" y="1954800"/>
            <a:ext cx="115200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70D2"/>
                </a:solidFill>
              </a:rPr>
              <a:t>Developer 3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1245600" y="1954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734120" y="1954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222640" y="1954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2711160" y="1954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3199680" y="1954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3688200" y="1954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4176720" y="19548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4176720" y="1954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4665240" y="19548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4665240" y="1954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5153760" y="19548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5153760" y="1954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5642279" y="19548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5642279" y="1954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6130800" y="19548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6130800" y="1954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6619320" y="1954800"/>
            <a:ext cx="488520" cy="154800"/>
          </a:xfrm>
          <a:prstGeom prst="rect">
            <a:avLst/>
          </a:prstGeom>
          <a:solidFill>
            <a:srgbClr val="358AE0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6619320" y="1954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7107840" y="19548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7107840" y="1954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7596360" y="19548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7596360" y="1954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8084880" y="19548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8084880" y="1954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8573400" y="1954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64800" y="2109600"/>
            <a:ext cx="1180800" cy="1548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86400" y="2109600"/>
            <a:ext cx="115200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7A00"/>
                </a:solidFill>
              </a:rPr>
              <a:t>QA Engineer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1245600" y="21096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734120" y="21096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2222640" y="21096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2711160" y="21096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3199680" y="21096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3688200" y="21096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3688200" y="2109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4176720" y="21096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4176720" y="2109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4665240" y="21096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4665240" y="2109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32" name="Rectangle 331"/>
          <p:cNvSpPr/>
          <p:nvPr/>
        </p:nvSpPr>
        <p:spPr>
          <a:xfrm>
            <a:off x="5153760" y="21096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5153760" y="2109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5642279" y="21096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5642279" y="2109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6130800" y="21096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6130800" y="2109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6619320" y="21096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6619320" y="2109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7107840" y="21096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7107840" y="2109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7596360" y="2109600"/>
            <a:ext cx="488520" cy="154800"/>
          </a:xfrm>
          <a:prstGeom prst="rect">
            <a:avLst/>
          </a:prstGeom>
          <a:solidFill>
            <a:srgbClr val="0070D2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7596360" y="21096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8084880" y="21096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8573400" y="21096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64800" y="2264399"/>
            <a:ext cx="1180800" cy="147600"/>
          </a:xfrm>
          <a:prstGeom prst="rect">
            <a:avLst/>
          </a:prstGeom>
          <a:solidFill>
            <a:srgbClr val="F8F8FC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86400" y="2264399"/>
            <a:ext cx="1152000" cy="14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5A2D82"/>
                </a:solidFill>
              </a:rPr>
              <a:t>Knowledge Base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1245600" y="22643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734120" y="22643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2222640" y="22643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2711160" y="22643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3199680" y="22643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3688200" y="22643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4176720" y="22643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4665240" y="22643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5153760" y="22643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5642279" y="22643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6130800" y="22643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6619320" y="22643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7107840" y="22643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7596360" y="22643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8084880" y="22643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8573400" y="22643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64800" y="2411999"/>
            <a:ext cx="1180800" cy="147600"/>
          </a:xfrm>
          <a:prstGeom prst="rect">
            <a:avLst/>
          </a:prstGeom>
          <a:solidFill>
            <a:srgbClr val="F8F8FC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86400" y="2411999"/>
            <a:ext cx="1152000" cy="14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5A2D82"/>
                </a:solidFill>
              </a:rPr>
              <a:t>Orquestrador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1245600" y="24119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734120" y="24119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2222640" y="24119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2711160" y="24119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3199680" y="24119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3688200" y="24119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4176720" y="24119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4665240" y="24119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5153760" y="24119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5642279" y="24119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6130800" y="24119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6619320" y="24119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7107840" y="24119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7596360" y="24119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8084880" y="24119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573400" y="24119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64800" y="2559600"/>
            <a:ext cx="1180800" cy="147600"/>
          </a:xfrm>
          <a:prstGeom prst="rect">
            <a:avLst/>
          </a:prstGeom>
          <a:solidFill>
            <a:srgbClr val="F8F8FC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86400" y="2559600"/>
            <a:ext cx="1152000" cy="14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5A2D82"/>
                </a:solidFill>
              </a:rPr>
              <a:t>MMAR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1245600" y="2559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734120" y="2559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2222640" y="2559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2711160" y="2559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3199680" y="2559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3688200" y="2559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4176720" y="2559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4665240" y="2559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5153760" y="2559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5642279" y="2559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6130800" y="2559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6619320" y="2559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7107840" y="2559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7596360" y="2559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8084880" y="2559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8573400" y="2559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64800" y="2707200"/>
            <a:ext cx="1180800" cy="147600"/>
          </a:xfrm>
          <a:prstGeom prst="rect">
            <a:avLst/>
          </a:prstGeom>
          <a:solidFill>
            <a:srgbClr val="F8F8FC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86400" y="2707200"/>
            <a:ext cx="1152000" cy="14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5A2D82"/>
                </a:solidFill>
              </a:rPr>
              <a:t>Consumidor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1245600" y="2707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734120" y="2707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2222640" y="2707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2711160" y="2707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3199680" y="2707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3688200" y="2707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4176720" y="2707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4665240" y="2707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5153760" y="2707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5642279" y="2707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6130800" y="2707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6619320" y="2707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7107840" y="2707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7596360" y="2707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8084880" y="2707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8573400" y="2707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64800" y="2854799"/>
            <a:ext cx="1180800" cy="147600"/>
          </a:xfrm>
          <a:prstGeom prst="rect">
            <a:avLst/>
          </a:prstGeom>
          <a:solidFill>
            <a:srgbClr val="F8F8FC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6400" y="2854799"/>
            <a:ext cx="1152000" cy="14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5A2D82"/>
                </a:solidFill>
              </a:rPr>
              <a:t>Ouvidoria</a:t>
            </a:r>
          </a:p>
        </p:txBody>
      </p:sp>
      <p:sp>
        <p:nvSpPr>
          <p:cNvPr id="420" name="Rectangle 419"/>
          <p:cNvSpPr/>
          <p:nvPr/>
        </p:nvSpPr>
        <p:spPr>
          <a:xfrm>
            <a:off x="1245600" y="28547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734120" y="28547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2222640" y="28547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2711160" y="28547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3199680" y="28547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3688200" y="28547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4176720" y="28547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4665240" y="28547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5153760" y="28547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5642279" y="28547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6130800" y="28547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6619320" y="28547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7107840" y="28547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7596360" y="28547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8084880" y="28547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8573400" y="2854799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3210479" y="2284199"/>
            <a:ext cx="470519" cy="10800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TextBox 436"/>
          <p:cNvSpPr txBox="1"/>
          <p:nvPr/>
        </p:nvSpPr>
        <p:spPr>
          <a:xfrm>
            <a:off x="3214079" y="2284199"/>
            <a:ext cx="45251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KB MMAR</a:t>
            </a:r>
          </a:p>
        </p:txBody>
      </p:sp>
      <p:sp>
        <p:nvSpPr>
          <p:cNvPr id="438" name="Rectangle 437"/>
          <p:cNvSpPr/>
          <p:nvPr/>
        </p:nvSpPr>
        <p:spPr>
          <a:xfrm>
            <a:off x="4187520" y="2284199"/>
            <a:ext cx="959039" cy="10800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4191120" y="2284199"/>
            <a:ext cx="94103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KB CONSUMIDOR</a:t>
            </a:r>
          </a:p>
        </p:txBody>
      </p:sp>
      <p:sp>
        <p:nvSpPr>
          <p:cNvPr id="440" name="Rectangle 439"/>
          <p:cNvSpPr/>
          <p:nvPr/>
        </p:nvSpPr>
        <p:spPr>
          <a:xfrm>
            <a:off x="5164559" y="2284199"/>
            <a:ext cx="959039" cy="10800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TextBox 440"/>
          <p:cNvSpPr txBox="1"/>
          <p:nvPr/>
        </p:nvSpPr>
        <p:spPr>
          <a:xfrm>
            <a:off x="5168159" y="2284199"/>
            <a:ext cx="94103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KB OUVIDORIA</a:t>
            </a:r>
          </a:p>
        </p:txBody>
      </p:sp>
      <p:sp>
        <p:nvSpPr>
          <p:cNvPr id="442" name="Rectangle 441"/>
          <p:cNvSpPr/>
          <p:nvPr/>
        </p:nvSpPr>
        <p:spPr>
          <a:xfrm>
            <a:off x="2721960" y="2431799"/>
            <a:ext cx="470520" cy="108000"/>
          </a:xfrm>
          <a:prstGeom prst="rect">
            <a:avLst/>
          </a:prstGeom>
          <a:solidFill>
            <a:srgbClr val="546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TextBox 442"/>
          <p:cNvSpPr txBox="1"/>
          <p:nvPr/>
        </p:nvSpPr>
        <p:spPr>
          <a:xfrm>
            <a:off x="2725560" y="2431799"/>
            <a:ext cx="45252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SETUP</a:t>
            </a:r>
          </a:p>
        </p:txBody>
      </p:sp>
      <p:sp>
        <p:nvSpPr>
          <p:cNvPr id="444" name="Rectangle 443"/>
          <p:cNvSpPr/>
          <p:nvPr/>
        </p:nvSpPr>
        <p:spPr>
          <a:xfrm>
            <a:off x="3210479" y="2431799"/>
            <a:ext cx="1447560" cy="1080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TextBox 444"/>
          <p:cNvSpPr txBox="1"/>
          <p:nvPr/>
        </p:nvSpPr>
        <p:spPr>
          <a:xfrm>
            <a:off x="3214079" y="2431799"/>
            <a:ext cx="142956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AGENTE ORQUESTRADOR</a:t>
            </a:r>
          </a:p>
        </p:txBody>
      </p:sp>
      <p:sp>
        <p:nvSpPr>
          <p:cNvPr id="446" name="Rectangle 445"/>
          <p:cNvSpPr/>
          <p:nvPr/>
        </p:nvSpPr>
        <p:spPr>
          <a:xfrm>
            <a:off x="4676040" y="2431799"/>
            <a:ext cx="959039" cy="10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TextBox 446"/>
          <p:cNvSpPr txBox="1"/>
          <p:nvPr/>
        </p:nvSpPr>
        <p:spPr>
          <a:xfrm>
            <a:off x="4679640" y="2431799"/>
            <a:ext cx="94103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HLG/E2E</a:t>
            </a:r>
          </a:p>
        </p:txBody>
      </p:sp>
      <p:sp>
        <p:nvSpPr>
          <p:cNvPr id="448" name="Rectangle 447"/>
          <p:cNvSpPr/>
          <p:nvPr/>
        </p:nvSpPr>
        <p:spPr>
          <a:xfrm>
            <a:off x="6141600" y="2431799"/>
            <a:ext cx="1936079" cy="1080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TextBox 448"/>
          <p:cNvSpPr txBox="1"/>
          <p:nvPr/>
        </p:nvSpPr>
        <p:spPr>
          <a:xfrm>
            <a:off x="6145200" y="2431799"/>
            <a:ext cx="191807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GO-LIVE Suporte</a:t>
            </a:r>
          </a:p>
        </p:txBody>
      </p:sp>
      <p:sp>
        <p:nvSpPr>
          <p:cNvPr id="450" name="Rectangle 449"/>
          <p:cNvSpPr/>
          <p:nvPr/>
        </p:nvSpPr>
        <p:spPr>
          <a:xfrm>
            <a:off x="3699000" y="2579399"/>
            <a:ext cx="1447559" cy="1080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TextBox 450"/>
          <p:cNvSpPr txBox="1"/>
          <p:nvPr/>
        </p:nvSpPr>
        <p:spPr>
          <a:xfrm>
            <a:off x="3702600" y="2579399"/>
            <a:ext cx="142955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AGENTE MMAR</a:t>
            </a:r>
          </a:p>
        </p:txBody>
      </p:sp>
      <p:sp>
        <p:nvSpPr>
          <p:cNvPr id="452" name="Rectangle 451"/>
          <p:cNvSpPr/>
          <p:nvPr/>
        </p:nvSpPr>
        <p:spPr>
          <a:xfrm>
            <a:off x="5164559" y="2579399"/>
            <a:ext cx="959039" cy="10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5168159" y="2579399"/>
            <a:ext cx="94103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HLG/E2E</a:t>
            </a:r>
          </a:p>
        </p:txBody>
      </p:sp>
      <p:sp>
        <p:nvSpPr>
          <p:cNvPr id="454" name="Rectangle 453"/>
          <p:cNvSpPr/>
          <p:nvPr/>
        </p:nvSpPr>
        <p:spPr>
          <a:xfrm>
            <a:off x="6630120" y="2579399"/>
            <a:ext cx="1936080" cy="1080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6633720" y="2579399"/>
            <a:ext cx="191808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Go Live Suporte</a:t>
            </a:r>
          </a:p>
        </p:txBody>
      </p:sp>
      <p:sp>
        <p:nvSpPr>
          <p:cNvPr id="456" name="Rectangle 455"/>
          <p:cNvSpPr/>
          <p:nvPr/>
        </p:nvSpPr>
        <p:spPr>
          <a:xfrm>
            <a:off x="4676040" y="2726999"/>
            <a:ext cx="1447559" cy="1080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4679640" y="2726999"/>
            <a:ext cx="142955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AGENTE CONSUMIDOR</a:t>
            </a:r>
          </a:p>
        </p:txBody>
      </p:sp>
      <p:sp>
        <p:nvSpPr>
          <p:cNvPr id="458" name="Rectangle 457"/>
          <p:cNvSpPr/>
          <p:nvPr/>
        </p:nvSpPr>
        <p:spPr>
          <a:xfrm>
            <a:off x="6141600" y="2726999"/>
            <a:ext cx="959039" cy="10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6145200" y="2726999"/>
            <a:ext cx="94103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HLG/E2E</a:t>
            </a:r>
          </a:p>
        </p:txBody>
      </p:sp>
      <p:sp>
        <p:nvSpPr>
          <p:cNvPr id="460" name="Rectangle 459"/>
          <p:cNvSpPr/>
          <p:nvPr/>
        </p:nvSpPr>
        <p:spPr>
          <a:xfrm>
            <a:off x="7118640" y="2726999"/>
            <a:ext cx="959039" cy="1080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7122240" y="2726999"/>
            <a:ext cx="94103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Go Live Suporte</a:t>
            </a:r>
          </a:p>
        </p:txBody>
      </p:sp>
      <p:sp>
        <p:nvSpPr>
          <p:cNvPr id="462" name="Rectangle 461"/>
          <p:cNvSpPr/>
          <p:nvPr/>
        </p:nvSpPr>
        <p:spPr>
          <a:xfrm>
            <a:off x="5653079" y="2874599"/>
            <a:ext cx="1447560" cy="108000"/>
          </a:xfrm>
          <a:prstGeom prst="rect">
            <a:avLst/>
          </a:prstGeom>
          <a:solidFill>
            <a:srgbClr val="0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TextBox 462"/>
          <p:cNvSpPr txBox="1"/>
          <p:nvPr/>
        </p:nvSpPr>
        <p:spPr>
          <a:xfrm>
            <a:off x="5656679" y="2874599"/>
            <a:ext cx="142956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AGENTE OUVIDORIA</a:t>
            </a:r>
          </a:p>
        </p:txBody>
      </p:sp>
      <p:sp>
        <p:nvSpPr>
          <p:cNvPr id="464" name="Rectangle 463"/>
          <p:cNvSpPr/>
          <p:nvPr/>
        </p:nvSpPr>
        <p:spPr>
          <a:xfrm>
            <a:off x="7118640" y="2874599"/>
            <a:ext cx="959039" cy="10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7122240" y="2874599"/>
            <a:ext cx="94103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HLG/E2E</a:t>
            </a:r>
          </a:p>
        </p:txBody>
      </p:sp>
      <p:sp>
        <p:nvSpPr>
          <p:cNvPr id="466" name="Rectangle 465"/>
          <p:cNvSpPr/>
          <p:nvPr/>
        </p:nvSpPr>
        <p:spPr>
          <a:xfrm>
            <a:off x="8095680" y="2874599"/>
            <a:ext cx="959039" cy="10800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8099280" y="2874599"/>
            <a:ext cx="94103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Go Live Suporte</a:t>
            </a:r>
          </a:p>
        </p:txBody>
      </p:sp>
      <p:sp>
        <p:nvSpPr>
          <p:cNvPr id="468" name="Rectangle 467"/>
          <p:cNvSpPr/>
          <p:nvPr/>
        </p:nvSpPr>
        <p:spPr>
          <a:xfrm>
            <a:off x="64800" y="3002400"/>
            <a:ext cx="9014400" cy="13680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100800" y="3002400"/>
            <a:ext cx="3600000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MULESOFT — INTEGRAÇÃO</a:t>
            </a:r>
          </a:p>
        </p:txBody>
      </p:sp>
      <p:sp>
        <p:nvSpPr>
          <p:cNvPr id="470" name="Rectangle 469"/>
          <p:cNvSpPr/>
          <p:nvPr/>
        </p:nvSpPr>
        <p:spPr>
          <a:xfrm>
            <a:off x="64800" y="3139200"/>
            <a:ext cx="118080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TextBox 470"/>
          <p:cNvSpPr txBox="1"/>
          <p:nvPr/>
        </p:nvSpPr>
        <p:spPr>
          <a:xfrm>
            <a:off x="86400" y="3139200"/>
            <a:ext cx="115200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E8A44"/>
                </a:solidFill>
              </a:rPr>
              <a:t>Mule Technical Architect</a:t>
            </a:r>
          </a:p>
        </p:txBody>
      </p:sp>
      <p:sp>
        <p:nvSpPr>
          <p:cNvPr id="472" name="Rectangle 471"/>
          <p:cNvSpPr/>
          <p:nvPr/>
        </p:nvSpPr>
        <p:spPr>
          <a:xfrm>
            <a:off x="1245600" y="3139200"/>
            <a:ext cx="488520" cy="154800"/>
          </a:xfrm>
          <a:prstGeom prst="rect">
            <a:avLst/>
          </a:prstGeom>
          <a:solidFill>
            <a:srgbClr val="C6EFD4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TextBox 472"/>
          <p:cNvSpPr txBox="1"/>
          <p:nvPr/>
        </p:nvSpPr>
        <p:spPr>
          <a:xfrm>
            <a:off x="1245600" y="3139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10</a:t>
            </a:r>
          </a:p>
        </p:txBody>
      </p:sp>
      <p:sp>
        <p:nvSpPr>
          <p:cNvPr id="474" name="Rectangle 473"/>
          <p:cNvSpPr/>
          <p:nvPr/>
        </p:nvSpPr>
        <p:spPr>
          <a:xfrm>
            <a:off x="1734120" y="3139200"/>
            <a:ext cx="488520" cy="154800"/>
          </a:xfrm>
          <a:prstGeom prst="rect">
            <a:avLst/>
          </a:prstGeom>
          <a:solidFill>
            <a:srgbClr val="1E8A44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TextBox 474"/>
          <p:cNvSpPr txBox="1"/>
          <p:nvPr/>
        </p:nvSpPr>
        <p:spPr>
          <a:xfrm>
            <a:off x="1734120" y="3139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476" name="Rectangle 475"/>
          <p:cNvSpPr/>
          <p:nvPr/>
        </p:nvSpPr>
        <p:spPr>
          <a:xfrm>
            <a:off x="2222640" y="3139200"/>
            <a:ext cx="488520" cy="154800"/>
          </a:xfrm>
          <a:prstGeom prst="rect">
            <a:avLst/>
          </a:prstGeom>
          <a:solidFill>
            <a:srgbClr val="1E8A44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TextBox 476"/>
          <p:cNvSpPr txBox="1"/>
          <p:nvPr/>
        </p:nvSpPr>
        <p:spPr>
          <a:xfrm>
            <a:off x="2222640" y="3139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478" name="Rectangle 477"/>
          <p:cNvSpPr/>
          <p:nvPr/>
        </p:nvSpPr>
        <p:spPr>
          <a:xfrm>
            <a:off x="2711160" y="3139200"/>
            <a:ext cx="488520" cy="154800"/>
          </a:xfrm>
          <a:prstGeom prst="rect">
            <a:avLst/>
          </a:prstGeom>
          <a:solidFill>
            <a:srgbClr val="1E8A44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2711160" y="3139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480" name="Rectangle 479"/>
          <p:cNvSpPr/>
          <p:nvPr/>
        </p:nvSpPr>
        <p:spPr>
          <a:xfrm>
            <a:off x="3199680" y="3139200"/>
            <a:ext cx="488520" cy="154800"/>
          </a:xfrm>
          <a:prstGeom prst="rect">
            <a:avLst/>
          </a:prstGeom>
          <a:solidFill>
            <a:srgbClr val="7DD19D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TextBox 480"/>
          <p:cNvSpPr txBox="1"/>
          <p:nvPr/>
        </p:nvSpPr>
        <p:spPr>
          <a:xfrm>
            <a:off x="3199680" y="3139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482" name="Rectangle 481"/>
          <p:cNvSpPr/>
          <p:nvPr/>
        </p:nvSpPr>
        <p:spPr>
          <a:xfrm>
            <a:off x="3688200" y="3139200"/>
            <a:ext cx="488520" cy="154800"/>
          </a:xfrm>
          <a:prstGeom prst="rect">
            <a:avLst/>
          </a:prstGeom>
          <a:solidFill>
            <a:srgbClr val="7DD19D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TextBox 482"/>
          <p:cNvSpPr txBox="1"/>
          <p:nvPr/>
        </p:nvSpPr>
        <p:spPr>
          <a:xfrm>
            <a:off x="3688200" y="3139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484" name="Rectangle 483"/>
          <p:cNvSpPr/>
          <p:nvPr/>
        </p:nvSpPr>
        <p:spPr>
          <a:xfrm>
            <a:off x="4176720" y="3139200"/>
            <a:ext cx="488520" cy="154800"/>
          </a:xfrm>
          <a:prstGeom prst="rect">
            <a:avLst/>
          </a:prstGeom>
          <a:solidFill>
            <a:srgbClr val="7DD19D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TextBox 484"/>
          <p:cNvSpPr txBox="1"/>
          <p:nvPr/>
        </p:nvSpPr>
        <p:spPr>
          <a:xfrm>
            <a:off x="4176720" y="3139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486" name="Rectangle 485"/>
          <p:cNvSpPr/>
          <p:nvPr/>
        </p:nvSpPr>
        <p:spPr>
          <a:xfrm>
            <a:off x="4665240" y="3139200"/>
            <a:ext cx="488520" cy="154800"/>
          </a:xfrm>
          <a:prstGeom prst="rect">
            <a:avLst/>
          </a:prstGeom>
          <a:solidFill>
            <a:srgbClr val="7DD19D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TextBox 486"/>
          <p:cNvSpPr txBox="1"/>
          <p:nvPr/>
        </p:nvSpPr>
        <p:spPr>
          <a:xfrm>
            <a:off x="4665240" y="3139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488" name="Rectangle 487"/>
          <p:cNvSpPr/>
          <p:nvPr/>
        </p:nvSpPr>
        <p:spPr>
          <a:xfrm>
            <a:off x="5153760" y="3139200"/>
            <a:ext cx="488520" cy="154800"/>
          </a:xfrm>
          <a:prstGeom prst="rect">
            <a:avLst/>
          </a:prstGeom>
          <a:solidFill>
            <a:srgbClr val="7DD19D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5153760" y="3139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490" name="Rectangle 489"/>
          <p:cNvSpPr/>
          <p:nvPr/>
        </p:nvSpPr>
        <p:spPr>
          <a:xfrm>
            <a:off x="5642279" y="3139200"/>
            <a:ext cx="488520" cy="154800"/>
          </a:xfrm>
          <a:prstGeom prst="rect">
            <a:avLst/>
          </a:prstGeom>
          <a:solidFill>
            <a:srgbClr val="7DD19D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5642279" y="3139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492" name="Rectangle 491"/>
          <p:cNvSpPr/>
          <p:nvPr/>
        </p:nvSpPr>
        <p:spPr>
          <a:xfrm>
            <a:off x="6130800" y="3139200"/>
            <a:ext cx="488520" cy="154800"/>
          </a:xfrm>
          <a:prstGeom prst="rect">
            <a:avLst/>
          </a:prstGeom>
          <a:solidFill>
            <a:srgbClr val="7DD19D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TextBox 492"/>
          <p:cNvSpPr txBox="1"/>
          <p:nvPr/>
        </p:nvSpPr>
        <p:spPr>
          <a:xfrm>
            <a:off x="6130800" y="3139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494" name="Rectangle 493"/>
          <p:cNvSpPr/>
          <p:nvPr/>
        </p:nvSpPr>
        <p:spPr>
          <a:xfrm>
            <a:off x="6619320" y="3139200"/>
            <a:ext cx="488520" cy="154800"/>
          </a:xfrm>
          <a:prstGeom prst="rect">
            <a:avLst/>
          </a:prstGeom>
          <a:solidFill>
            <a:srgbClr val="7DD19D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6619320" y="3139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496" name="Rectangle 495"/>
          <p:cNvSpPr/>
          <p:nvPr/>
        </p:nvSpPr>
        <p:spPr>
          <a:xfrm>
            <a:off x="7107840" y="3139200"/>
            <a:ext cx="488520" cy="154800"/>
          </a:xfrm>
          <a:prstGeom prst="rect">
            <a:avLst/>
          </a:prstGeom>
          <a:solidFill>
            <a:srgbClr val="7DD19D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TextBox 496"/>
          <p:cNvSpPr txBox="1"/>
          <p:nvPr/>
        </p:nvSpPr>
        <p:spPr>
          <a:xfrm>
            <a:off x="7107840" y="31392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498" name="Rectangle 497"/>
          <p:cNvSpPr/>
          <p:nvPr/>
        </p:nvSpPr>
        <p:spPr>
          <a:xfrm>
            <a:off x="7596360" y="31392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8084880" y="31392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8573400" y="31392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64800" y="3294000"/>
            <a:ext cx="1180800" cy="1548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TextBox 501"/>
          <p:cNvSpPr txBox="1"/>
          <p:nvPr/>
        </p:nvSpPr>
        <p:spPr>
          <a:xfrm>
            <a:off x="86400" y="3294000"/>
            <a:ext cx="115200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E8A44"/>
                </a:solidFill>
              </a:rPr>
              <a:t>Mule Developer 1</a:t>
            </a:r>
          </a:p>
        </p:txBody>
      </p:sp>
      <p:sp>
        <p:nvSpPr>
          <p:cNvPr id="503" name="Rectangle 502"/>
          <p:cNvSpPr/>
          <p:nvPr/>
        </p:nvSpPr>
        <p:spPr>
          <a:xfrm>
            <a:off x="1245600" y="32940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1734120" y="32940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2222640" y="3294000"/>
            <a:ext cx="488520" cy="154800"/>
          </a:xfrm>
          <a:prstGeom prst="rect">
            <a:avLst/>
          </a:prstGeom>
          <a:solidFill>
            <a:srgbClr val="1E8A44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TextBox 505"/>
          <p:cNvSpPr txBox="1"/>
          <p:nvPr/>
        </p:nvSpPr>
        <p:spPr>
          <a:xfrm>
            <a:off x="2222640" y="3294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507" name="Rectangle 506"/>
          <p:cNvSpPr/>
          <p:nvPr/>
        </p:nvSpPr>
        <p:spPr>
          <a:xfrm>
            <a:off x="2711160" y="3294000"/>
            <a:ext cx="488520" cy="154800"/>
          </a:xfrm>
          <a:prstGeom prst="rect">
            <a:avLst/>
          </a:prstGeom>
          <a:solidFill>
            <a:srgbClr val="1E8A44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TextBox 507"/>
          <p:cNvSpPr txBox="1"/>
          <p:nvPr/>
        </p:nvSpPr>
        <p:spPr>
          <a:xfrm>
            <a:off x="2711160" y="3294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509" name="Rectangle 508"/>
          <p:cNvSpPr/>
          <p:nvPr/>
        </p:nvSpPr>
        <p:spPr>
          <a:xfrm>
            <a:off x="3199680" y="3294000"/>
            <a:ext cx="488520" cy="154800"/>
          </a:xfrm>
          <a:prstGeom prst="rect">
            <a:avLst/>
          </a:prstGeom>
          <a:solidFill>
            <a:srgbClr val="1E8A44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TextBox 509"/>
          <p:cNvSpPr txBox="1"/>
          <p:nvPr/>
        </p:nvSpPr>
        <p:spPr>
          <a:xfrm>
            <a:off x="3199680" y="3294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511" name="Rectangle 510"/>
          <p:cNvSpPr/>
          <p:nvPr/>
        </p:nvSpPr>
        <p:spPr>
          <a:xfrm>
            <a:off x="3688200" y="3294000"/>
            <a:ext cx="488520" cy="154800"/>
          </a:xfrm>
          <a:prstGeom prst="rect">
            <a:avLst/>
          </a:prstGeom>
          <a:solidFill>
            <a:srgbClr val="1E8A44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3688200" y="3294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513" name="Rectangle 512"/>
          <p:cNvSpPr/>
          <p:nvPr/>
        </p:nvSpPr>
        <p:spPr>
          <a:xfrm>
            <a:off x="4176720" y="3294000"/>
            <a:ext cx="488520" cy="154800"/>
          </a:xfrm>
          <a:prstGeom prst="rect">
            <a:avLst/>
          </a:prstGeom>
          <a:solidFill>
            <a:srgbClr val="1E8A44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4176720" y="3294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515" name="Rectangle 514"/>
          <p:cNvSpPr/>
          <p:nvPr/>
        </p:nvSpPr>
        <p:spPr>
          <a:xfrm>
            <a:off x="4665240" y="3294000"/>
            <a:ext cx="488520" cy="154800"/>
          </a:xfrm>
          <a:prstGeom prst="rect">
            <a:avLst/>
          </a:prstGeom>
          <a:solidFill>
            <a:srgbClr val="1E8A44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TextBox 515"/>
          <p:cNvSpPr txBox="1"/>
          <p:nvPr/>
        </p:nvSpPr>
        <p:spPr>
          <a:xfrm>
            <a:off x="4665240" y="3294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517" name="Rectangle 516"/>
          <p:cNvSpPr/>
          <p:nvPr/>
        </p:nvSpPr>
        <p:spPr>
          <a:xfrm>
            <a:off x="5153760" y="3294000"/>
            <a:ext cx="488520" cy="154800"/>
          </a:xfrm>
          <a:prstGeom prst="rect">
            <a:avLst/>
          </a:prstGeom>
          <a:solidFill>
            <a:srgbClr val="1E8A44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TextBox 517"/>
          <p:cNvSpPr txBox="1"/>
          <p:nvPr/>
        </p:nvSpPr>
        <p:spPr>
          <a:xfrm>
            <a:off x="5153760" y="3294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519" name="Rectangle 518"/>
          <p:cNvSpPr/>
          <p:nvPr/>
        </p:nvSpPr>
        <p:spPr>
          <a:xfrm>
            <a:off x="5642279" y="3294000"/>
            <a:ext cx="488520" cy="154800"/>
          </a:xfrm>
          <a:prstGeom prst="rect">
            <a:avLst/>
          </a:prstGeom>
          <a:solidFill>
            <a:srgbClr val="7DD19D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TextBox 519"/>
          <p:cNvSpPr txBox="1"/>
          <p:nvPr/>
        </p:nvSpPr>
        <p:spPr>
          <a:xfrm>
            <a:off x="5642279" y="3294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521" name="Rectangle 520"/>
          <p:cNvSpPr/>
          <p:nvPr/>
        </p:nvSpPr>
        <p:spPr>
          <a:xfrm>
            <a:off x="6130800" y="3294000"/>
            <a:ext cx="488520" cy="154800"/>
          </a:xfrm>
          <a:prstGeom prst="rect">
            <a:avLst/>
          </a:prstGeom>
          <a:solidFill>
            <a:srgbClr val="7DD19D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TextBox 521"/>
          <p:cNvSpPr txBox="1"/>
          <p:nvPr/>
        </p:nvSpPr>
        <p:spPr>
          <a:xfrm>
            <a:off x="6130800" y="3294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523" name="Rectangle 522"/>
          <p:cNvSpPr/>
          <p:nvPr/>
        </p:nvSpPr>
        <p:spPr>
          <a:xfrm>
            <a:off x="6619320" y="3294000"/>
            <a:ext cx="488520" cy="154800"/>
          </a:xfrm>
          <a:prstGeom prst="rect">
            <a:avLst/>
          </a:prstGeom>
          <a:solidFill>
            <a:srgbClr val="7DD19D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TextBox 523"/>
          <p:cNvSpPr txBox="1"/>
          <p:nvPr/>
        </p:nvSpPr>
        <p:spPr>
          <a:xfrm>
            <a:off x="6619320" y="3294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525" name="Rectangle 524"/>
          <p:cNvSpPr/>
          <p:nvPr/>
        </p:nvSpPr>
        <p:spPr>
          <a:xfrm>
            <a:off x="7107840" y="3294000"/>
            <a:ext cx="488520" cy="154800"/>
          </a:xfrm>
          <a:prstGeom prst="rect">
            <a:avLst/>
          </a:prstGeom>
          <a:solidFill>
            <a:srgbClr val="7DD19D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TextBox 525"/>
          <p:cNvSpPr txBox="1"/>
          <p:nvPr/>
        </p:nvSpPr>
        <p:spPr>
          <a:xfrm>
            <a:off x="7107840" y="32940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161C28"/>
                </a:solidFill>
              </a:rPr>
              <a:t>20</a:t>
            </a:r>
          </a:p>
        </p:txBody>
      </p:sp>
      <p:sp>
        <p:nvSpPr>
          <p:cNvPr id="527" name="Rectangle 526"/>
          <p:cNvSpPr/>
          <p:nvPr/>
        </p:nvSpPr>
        <p:spPr>
          <a:xfrm>
            <a:off x="7596360" y="32940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8084880" y="32940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8573400" y="32940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64800" y="3448800"/>
            <a:ext cx="118080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TextBox 530"/>
          <p:cNvSpPr txBox="1"/>
          <p:nvPr/>
        </p:nvSpPr>
        <p:spPr>
          <a:xfrm>
            <a:off x="86400" y="3448800"/>
            <a:ext cx="115200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E8A44"/>
                </a:solidFill>
              </a:rPr>
              <a:t>Mule Developer 2</a:t>
            </a:r>
          </a:p>
        </p:txBody>
      </p:sp>
      <p:sp>
        <p:nvSpPr>
          <p:cNvPr id="532" name="Rectangle 531"/>
          <p:cNvSpPr/>
          <p:nvPr/>
        </p:nvSpPr>
        <p:spPr>
          <a:xfrm>
            <a:off x="1245600" y="3448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1734120" y="3448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2222640" y="3448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2711160" y="3448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3199680" y="3448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3688200" y="3448800"/>
            <a:ext cx="488520" cy="154800"/>
          </a:xfrm>
          <a:prstGeom prst="rect">
            <a:avLst/>
          </a:prstGeom>
          <a:solidFill>
            <a:srgbClr val="1E8A44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TextBox 537"/>
          <p:cNvSpPr txBox="1"/>
          <p:nvPr/>
        </p:nvSpPr>
        <p:spPr>
          <a:xfrm>
            <a:off x="3688200" y="3448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539" name="Rectangle 538"/>
          <p:cNvSpPr/>
          <p:nvPr/>
        </p:nvSpPr>
        <p:spPr>
          <a:xfrm>
            <a:off x="4176720" y="3448800"/>
            <a:ext cx="488520" cy="154800"/>
          </a:xfrm>
          <a:prstGeom prst="rect">
            <a:avLst/>
          </a:prstGeom>
          <a:solidFill>
            <a:srgbClr val="1E8A44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TextBox 539"/>
          <p:cNvSpPr txBox="1"/>
          <p:nvPr/>
        </p:nvSpPr>
        <p:spPr>
          <a:xfrm>
            <a:off x="4176720" y="3448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4665240" y="3448800"/>
            <a:ext cx="488520" cy="154800"/>
          </a:xfrm>
          <a:prstGeom prst="rect">
            <a:avLst/>
          </a:prstGeom>
          <a:solidFill>
            <a:srgbClr val="1E8A44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4665240" y="3448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543" name="Rectangle 542"/>
          <p:cNvSpPr/>
          <p:nvPr/>
        </p:nvSpPr>
        <p:spPr>
          <a:xfrm>
            <a:off x="5153760" y="3448800"/>
            <a:ext cx="488520" cy="154800"/>
          </a:xfrm>
          <a:prstGeom prst="rect">
            <a:avLst/>
          </a:prstGeom>
          <a:solidFill>
            <a:srgbClr val="1E8A44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TextBox 543"/>
          <p:cNvSpPr txBox="1"/>
          <p:nvPr/>
        </p:nvSpPr>
        <p:spPr>
          <a:xfrm>
            <a:off x="5153760" y="3448800"/>
            <a:ext cx="488520" cy="15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5642279" y="3448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6130800" y="3448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6619320" y="3448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7107840" y="3448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7596360" y="3448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8084880" y="3448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8573400" y="3448800"/>
            <a:ext cx="488520" cy="154800"/>
          </a:xfrm>
          <a:prstGeom prst="rect">
            <a:avLst/>
          </a:prstGeom>
          <a:solidFill>
            <a:srgbClr val="FFFFFF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64800" y="3603600"/>
            <a:ext cx="1180800" cy="147600"/>
          </a:xfrm>
          <a:prstGeom prst="rect">
            <a:avLst/>
          </a:prstGeom>
          <a:solidFill>
            <a:srgbClr val="F0FD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TextBox 552"/>
          <p:cNvSpPr txBox="1"/>
          <p:nvPr/>
        </p:nvSpPr>
        <p:spPr>
          <a:xfrm>
            <a:off x="86400" y="3603600"/>
            <a:ext cx="1152000" cy="14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1E8A44"/>
                </a:solidFill>
              </a:rPr>
              <a:t>GOV.BR</a:t>
            </a:r>
          </a:p>
        </p:txBody>
      </p:sp>
      <p:sp>
        <p:nvSpPr>
          <p:cNvPr id="554" name="Rectangle 553"/>
          <p:cNvSpPr/>
          <p:nvPr/>
        </p:nvSpPr>
        <p:spPr>
          <a:xfrm>
            <a:off x="1245600" y="3603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1734120" y="3603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2222640" y="3603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2711160" y="3603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3199680" y="3603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3688200" y="3603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4176720" y="3603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4665240" y="3603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5153760" y="3603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5642279" y="3603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6130800" y="3603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6619320" y="3603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7107840" y="3603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7596360" y="3603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8084880" y="3603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8573400" y="36036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64800" y="3751200"/>
            <a:ext cx="1180800" cy="147600"/>
          </a:xfrm>
          <a:prstGeom prst="rect">
            <a:avLst/>
          </a:prstGeom>
          <a:solidFill>
            <a:srgbClr val="F0FD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TextBox 570"/>
          <p:cNvSpPr txBox="1"/>
          <p:nvPr/>
        </p:nvSpPr>
        <p:spPr>
          <a:xfrm>
            <a:off x="86400" y="3751200"/>
            <a:ext cx="1152000" cy="14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1E8A44"/>
                </a:solidFill>
              </a:rPr>
              <a:t>Setup / APIs</a:t>
            </a:r>
          </a:p>
        </p:txBody>
      </p:sp>
      <p:sp>
        <p:nvSpPr>
          <p:cNvPr id="572" name="Rectangle 571"/>
          <p:cNvSpPr/>
          <p:nvPr/>
        </p:nvSpPr>
        <p:spPr>
          <a:xfrm>
            <a:off x="1245600" y="3751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1734120" y="3751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2222640" y="3751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2711160" y="3751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3199680" y="3751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3688200" y="3751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4176720" y="3751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4665240" y="3751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5153760" y="3751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5642279" y="3751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6130800" y="3751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6619320" y="3751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7107840" y="3751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7596360" y="3751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8084880" y="3751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Rectangle 586"/>
          <p:cNvSpPr/>
          <p:nvPr/>
        </p:nvSpPr>
        <p:spPr>
          <a:xfrm>
            <a:off x="8573400" y="37512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64800" y="3898800"/>
            <a:ext cx="1180800" cy="147600"/>
          </a:xfrm>
          <a:prstGeom prst="rect">
            <a:avLst/>
          </a:prstGeom>
          <a:solidFill>
            <a:srgbClr val="F0FDF5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86400" y="3898800"/>
            <a:ext cx="1152000" cy="14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1E8A44"/>
                </a:solidFill>
              </a:rPr>
              <a:t>Consumidor</a:t>
            </a:r>
          </a:p>
        </p:txBody>
      </p:sp>
      <p:sp>
        <p:nvSpPr>
          <p:cNvPr id="590" name="Rectangle 589"/>
          <p:cNvSpPr/>
          <p:nvPr/>
        </p:nvSpPr>
        <p:spPr>
          <a:xfrm>
            <a:off x="1245600" y="38988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1734120" y="38988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2222640" y="38988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Rectangle 592"/>
          <p:cNvSpPr/>
          <p:nvPr/>
        </p:nvSpPr>
        <p:spPr>
          <a:xfrm>
            <a:off x="2711160" y="38988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Rectangle 593"/>
          <p:cNvSpPr/>
          <p:nvPr/>
        </p:nvSpPr>
        <p:spPr>
          <a:xfrm>
            <a:off x="3199680" y="38988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Rectangle 594"/>
          <p:cNvSpPr/>
          <p:nvPr/>
        </p:nvSpPr>
        <p:spPr>
          <a:xfrm>
            <a:off x="3688200" y="38988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4176720" y="38988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4665240" y="38988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5153760" y="38988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5642279" y="38988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6130800" y="38988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6619320" y="38988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ectangle 601"/>
          <p:cNvSpPr/>
          <p:nvPr/>
        </p:nvSpPr>
        <p:spPr>
          <a:xfrm>
            <a:off x="7107840" y="38988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Rectangle 602"/>
          <p:cNvSpPr/>
          <p:nvPr/>
        </p:nvSpPr>
        <p:spPr>
          <a:xfrm>
            <a:off x="7596360" y="38988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Rectangle 603"/>
          <p:cNvSpPr/>
          <p:nvPr/>
        </p:nvSpPr>
        <p:spPr>
          <a:xfrm>
            <a:off x="8084880" y="38988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Rectangle 604"/>
          <p:cNvSpPr/>
          <p:nvPr/>
        </p:nvSpPr>
        <p:spPr>
          <a:xfrm>
            <a:off x="8573400" y="3898800"/>
            <a:ext cx="488520" cy="147600"/>
          </a:xfrm>
          <a:prstGeom prst="rect">
            <a:avLst/>
          </a:prstGeom>
          <a:solidFill>
            <a:srgbClr val="FFFFFF"/>
          </a:solidFill>
          <a:ln w="5080">
            <a:solidFill>
              <a:srgbClr val="EE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Rectangle 605"/>
          <p:cNvSpPr/>
          <p:nvPr/>
        </p:nvSpPr>
        <p:spPr>
          <a:xfrm>
            <a:off x="3210479" y="3623400"/>
            <a:ext cx="959040" cy="108000"/>
          </a:xfrm>
          <a:prstGeom prst="rect">
            <a:avLst/>
          </a:prstGeom>
          <a:solidFill>
            <a:srgbClr val="02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TextBox 606"/>
          <p:cNvSpPr txBox="1"/>
          <p:nvPr/>
        </p:nvSpPr>
        <p:spPr>
          <a:xfrm>
            <a:off x="3214079" y="3623400"/>
            <a:ext cx="94104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API GOV.BR</a:t>
            </a:r>
          </a:p>
        </p:txBody>
      </p:sp>
      <p:sp>
        <p:nvSpPr>
          <p:cNvPr id="608" name="Rectangle 607"/>
          <p:cNvSpPr/>
          <p:nvPr/>
        </p:nvSpPr>
        <p:spPr>
          <a:xfrm>
            <a:off x="2233440" y="3771000"/>
            <a:ext cx="959040" cy="108000"/>
          </a:xfrm>
          <a:prstGeom prst="rect">
            <a:avLst/>
          </a:prstGeom>
          <a:solidFill>
            <a:srgbClr val="546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2237040" y="3771000"/>
            <a:ext cx="94104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SETUP</a:t>
            </a:r>
          </a:p>
        </p:txBody>
      </p:sp>
      <p:sp>
        <p:nvSpPr>
          <p:cNvPr id="610" name="Rectangle 609"/>
          <p:cNvSpPr/>
          <p:nvPr/>
        </p:nvSpPr>
        <p:spPr>
          <a:xfrm>
            <a:off x="3210479" y="3771000"/>
            <a:ext cx="959040" cy="108000"/>
          </a:xfrm>
          <a:prstGeom prst="rect">
            <a:avLst/>
          </a:prstGeom>
          <a:solidFill>
            <a:srgbClr val="02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TextBox 610"/>
          <p:cNvSpPr txBox="1"/>
          <p:nvPr/>
        </p:nvSpPr>
        <p:spPr>
          <a:xfrm>
            <a:off x="3214079" y="3771000"/>
            <a:ext cx="94104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API MMAR</a:t>
            </a:r>
          </a:p>
        </p:txBody>
      </p:sp>
      <p:sp>
        <p:nvSpPr>
          <p:cNvPr id="612" name="Rectangle 611"/>
          <p:cNvSpPr/>
          <p:nvPr/>
        </p:nvSpPr>
        <p:spPr>
          <a:xfrm>
            <a:off x="4187520" y="3771000"/>
            <a:ext cx="1447559" cy="108000"/>
          </a:xfrm>
          <a:prstGeom prst="rect">
            <a:avLst/>
          </a:prstGeom>
          <a:solidFill>
            <a:srgbClr val="02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Box 612"/>
          <p:cNvSpPr txBox="1"/>
          <p:nvPr/>
        </p:nvSpPr>
        <p:spPr>
          <a:xfrm>
            <a:off x="4191120" y="3771000"/>
            <a:ext cx="142955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API OUVIDORIA</a:t>
            </a:r>
          </a:p>
        </p:txBody>
      </p:sp>
      <p:sp>
        <p:nvSpPr>
          <p:cNvPr id="614" name="Rectangle 613"/>
          <p:cNvSpPr/>
          <p:nvPr/>
        </p:nvSpPr>
        <p:spPr>
          <a:xfrm>
            <a:off x="4676040" y="3918600"/>
            <a:ext cx="1447559" cy="108000"/>
          </a:xfrm>
          <a:prstGeom prst="rect">
            <a:avLst/>
          </a:prstGeom>
          <a:solidFill>
            <a:srgbClr val="02A3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4679640" y="3918600"/>
            <a:ext cx="1429559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API CONSUMIDOR</a:t>
            </a:r>
          </a:p>
        </p:txBody>
      </p:sp>
      <p:sp>
        <p:nvSpPr>
          <p:cNvPr id="616" name="Rectangle 615"/>
          <p:cNvSpPr/>
          <p:nvPr/>
        </p:nvSpPr>
        <p:spPr>
          <a:xfrm>
            <a:off x="64800" y="4075200"/>
            <a:ext cx="9014400" cy="316800"/>
          </a:xfrm>
          <a:prstGeom prst="rect">
            <a:avLst/>
          </a:prstGeom>
          <a:solidFill>
            <a:srgbClr val="F4F6F9"/>
          </a:solidFill>
          <a:ln w="508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TextBox 616"/>
          <p:cNvSpPr txBox="1"/>
          <p:nvPr/>
        </p:nvSpPr>
        <p:spPr>
          <a:xfrm>
            <a:off x="100800" y="4104000"/>
            <a:ext cx="503999" cy="13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61C28"/>
                </a:solidFill>
              </a:rPr>
              <a:t>Legenda:</a:t>
            </a:r>
          </a:p>
        </p:txBody>
      </p:sp>
      <p:sp>
        <p:nvSpPr>
          <p:cNvPr id="618" name="Rectangle 617"/>
          <p:cNvSpPr/>
          <p:nvPr/>
        </p:nvSpPr>
        <p:spPr>
          <a:xfrm>
            <a:off x="640800" y="4125600"/>
            <a:ext cx="115200" cy="115200"/>
          </a:xfrm>
          <a:prstGeom prst="rect">
            <a:avLst/>
          </a:prstGeom>
          <a:solidFill>
            <a:srgbClr val="CCE5FF"/>
          </a:solidFill>
          <a:ln w="381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77600" y="4125600"/>
            <a:ext cx="846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61C28"/>
                </a:solidFill>
              </a:rPr>
              <a:t>10h</a:t>
            </a:r>
          </a:p>
        </p:txBody>
      </p:sp>
      <p:sp>
        <p:nvSpPr>
          <p:cNvPr id="620" name="Rectangle 619"/>
          <p:cNvSpPr/>
          <p:nvPr/>
        </p:nvSpPr>
        <p:spPr>
          <a:xfrm>
            <a:off x="1558800" y="4125600"/>
            <a:ext cx="115200" cy="115200"/>
          </a:xfrm>
          <a:prstGeom prst="rect">
            <a:avLst/>
          </a:prstGeom>
          <a:solidFill>
            <a:srgbClr val="7ABBF5"/>
          </a:solidFill>
          <a:ln w="381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1695600" y="4125600"/>
            <a:ext cx="846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61C28"/>
                </a:solidFill>
              </a:rPr>
              <a:t>20h</a:t>
            </a:r>
          </a:p>
        </p:txBody>
      </p:sp>
      <p:sp>
        <p:nvSpPr>
          <p:cNvPr id="622" name="Rectangle 621"/>
          <p:cNvSpPr/>
          <p:nvPr/>
        </p:nvSpPr>
        <p:spPr>
          <a:xfrm>
            <a:off x="2476800" y="4125600"/>
            <a:ext cx="115200" cy="115200"/>
          </a:xfrm>
          <a:prstGeom prst="rect">
            <a:avLst/>
          </a:prstGeom>
          <a:solidFill>
            <a:srgbClr val="0070D2"/>
          </a:solidFill>
          <a:ln w="381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TextBox 622"/>
          <p:cNvSpPr txBox="1"/>
          <p:nvPr/>
        </p:nvSpPr>
        <p:spPr>
          <a:xfrm>
            <a:off x="2613600" y="4125600"/>
            <a:ext cx="846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61C28"/>
                </a:solidFill>
              </a:rPr>
              <a:t>40h  (Agentes)</a:t>
            </a:r>
          </a:p>
        </p:txBody>
      </p:sp>
      <p:sp>
        <p:nvSpPr>
          <p:cNvPr id="624" name="Rectangle 623"/>
          <p:cNvSpPr/>
          <p:nvPr/>
        </p:nvSpPr>
        <p:spPr>
          <a:xfrm>
            <a:off x="3394800" y="4125600"/>
            <a:ext cx="115200" cy="115200"/>
          </a:xfrm>
          <a:prstGeom prst="rect">
            <a:avLst/>
          </a:prstGeom>
          <a:solidFill>
            <a:srgbClr val="1E8A44"/>
          </a:solidFill>
          <a:ln w="381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3531600" y="4125600"/>
            <a:ext cx="846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61C28"/>
                </a:solidFill>
              </a:rPr>
              <a:t>40h  (MuleSoft)</a:t>
            </a:r>
          </a:p>
        </p:txBody>
      </p:sp>
      <p:sp>
        <p:nvSpPr>
          <p:cNvPr id="626" name="Rectangle 625"/>
          <p:cNvSpPr/>
          <p:nvPr/>
        </p:nvSpPr>
        <p:spPr>
          <a:xfrm>
            <a:off x="4312800" y="4125600"/>
            <a:ext cx="115200" cy="115200"/>
          </a:xfrm>
          <a:prstGeom prst="rect">
            <a:avLst/>
          </a:prstGeom>
          <a:solidFill>
            <a:srgbClr val="0070D2"/>
          </a:solidFill>
          <a:ln w="381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4449600" y="4125600"/>
            <a:ext cx="846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61C28"/>
                </a:solidFill>
              </a:rPr>
              <a:t>Desenvolvimento</a:t>
            </a:r>
          </a:p>
        </p:txBody>
      </p:sp>
      <p:sp>
        <p:nvSpPr>
          <p:cNvPr id="628" name="Rectangle 627"/>
          <p:cNvSpPr/>
          <p:nvPr/>
        </p:nvSpPr>
        <p:spPr>
          <a:xfrm>
            <a:off x="5230800" y="4125600"/>
            <a:ext cx="115200" cy="115200"/>
          </a:xfrm>
          <a:prstGeom prst="rect">
            <a:avLst/>
          </a:prstGeom>
          <a:solidFill>
            <a:srgbClr val="5A2D82"/>
          </a:solidFill>
          <a:ln w="381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TextBox 628"/>
          <p:cNvSpPr txBox="1"/>
          <p:nvPr/>
        </p:nvSpPr>
        <p:spPr>
          <a:xfrm>
            <a:off x="5367600" y="4125600"/>
            <a:ext cx="846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61C28"/>
                </a:solidFill>
              </a:rPr>
              <a:t>Knowledge Base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6148800" y="4125600"/>
            <a:ext cx="115200" cy="115200"/>
          </a:xfrm>
          <a:prstGeom prst="rect">
            <a:avLst/>
          </a:prstGeom>
          <a:solidFill>
            <a:srgbClr val="FF7A00"/>
          </a:solidFill>
          <a:ln w="381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6285600" y="4125600"/>
            <a:ext cx="846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61C28"/>
                </a:solidFill>
              </a:rPr>
              <a:t>HLG / E2E</a:t>
            </a:r>
          </a:p>
        </p:txBody>
      </p:sp>
      <p:sp>
        <p:nvSpPr>
          <p:cNvPr id="632" name="Rectangle 631"/>
          <p:cNvSpPr/>
          <p:nvPr/>
        </p:nvSpPr>
        <p:spPr>
          <a:xfrm>
            <a:off x="7066800" y="4125600"/>
            <a:ext cx="115200" cy="115200"/>
          </a:xfrm>
          <a:prstGeom prst="rect">
            <a:avLst/>
          </a:prstGeom>
          <a:solidFill>
            <a:srgbClr val="1B7A43"/>
          </a:solidFill>
          <a:ln w="381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7203600" y="4125600"/>
            <a:ext cx="846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61C28"/>
                </a:solidFill>
              </a:rPr>
              <a:t>Go-Live / Suporte</a:t>
            </a:r>
          </a:p>
        </p:txBody>
      </p:sp>
      <p:sp>
        <p:nvSpPr>
          <p:cNvPr id="634" name="Rectangle 633"/>
          <p:cNvSpPr/>
          <p:nvPr/>
        </p:nvSpPr>
        <p:spPr>
          <a:xfrm>
            <a:off x="7984800" y="4125600"/>
            <a:ext cx="115200" cy="115200"/>
          </a:xfrm>
          <a:prstGeom prst="rect">
            <a:avLst/>
          </a:prstGeom>
          <a:solidFill>
            <a:srgbClr val="02A3BF"/>
          </a:solidFill>
          <a:ln w="3810">
            <a:solidFill>
              <a:srgbClr val="D8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TextBox 634"/>
          <p:cNvSpPr txBox="1"/>
          <p:nvPr/>
        </p:nvSpPr>
        <p:spPr>
          <a:xfrm>
            <a:off x="8121600" y="4125600"/>
            <a:ext cx="846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61C28"/>
                </a:solidFill>
              </a:rPr>
              <a:t>APIs MuleSoft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
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DATAPREV-SEFIN-CE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Service Cloud + Einstein Bot + WhatsApp Channel | Tributos Municipais Fortaleza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06E6B"/>
                </a:solidFill>
              </a:defRPr>
            </a:pPr>
            <a:r>
              <a:t>Salesforce Professional Services LATAM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Resumo Executivo —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🎯 OBJETIVO: Substituir fornecedor MUTANTE (R$ 1,7M/ano) por Service Cloud + Einstein Bot para autoatendimento tributos municipais via WhatsApp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📊 ESCOPO: 4 fluxos conversacionais (IPTU, TMRSU, ISS, Alteração Cadastral) + 400k conversas/ano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💰 ROM INDICATIVO: R$ 1.583.232 – R$ 4.231.269 | 16-26 semanas | 2-3 arquitetos + 1-2 desenvolvedores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🏛️ SECRETARIA: SEFIN Fortaleza (Secretaria da Fazenda Municipal)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⚠️ BLOCKERS: 2 specs API (CRM SEFIN Q-01, Dados Cadastrais Q-02) + Meta WhatsApp approval 2-8 semanas (critical path)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Capacidades Salesforce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SERVICE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Plataforma base para gestão atendimento cidadão — Case Management, Contact Management, omnichannel routing (WhatsApp + transbordo humano futuro)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EINSTEIN BOT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 fluxos conversacionais linguagem natural (IPTU, TMRSU, ISS, Cadastral) — NLU 5 intents, slot filling (CPF/CNPJ regex + Apex checksum), loop DAM multi-inscrição, pesquisa satisfação 1-5 estrelas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WHATSAPP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Integração nativa Meta Business API — 24h messaging window, HSM templates session resume, aprovação Meta 2-8 semanas (G0103 BLOCKER)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Capacidades Salesforce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FLOW ORCHESTRATION + APEX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 REST APIs SEFIN (EmitirDamUnico, ConsultaImovel, CRM SEFIN, Dados Cadastrais) — Named Credentials API Key auth, retry logic 1x, connectivity validation IP whitelist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LGPD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Hyperforce Brazil ORG (data residency São Paulo), TDE encryption at-rest, Field History Tracking (CPF/CNPJ), Event Monitoring (API callouts), Data retention Apex batch (90d bot logs, 12m satisfaction)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MARKETING CLOUD (ADD-ON)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Journey Builder jornada proativa IPTU vencido (régua D-15, D-5, D+1) — SFTP batch ingestion SEFIN arquivo diário/semanal, 4,86M msgs/ano, opt-out mechanism (LGPD)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176D3"/>
                </a:solidFill>
              </a:defRPr>
            </a:pPr>
            <a:r>
              <a:t>Árvore de Conversação — Einstein Bot</a:t>
            </a:r>
          </a:p>
        </p:txBody>
      </p:sp>
      <p:pic>
        <p:nvPicPr>
          <p:cNvPr id="3" name="Picture 2" descr="SEFIN_CE_Bo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288234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Transcrição do Fluxo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1. ENTRADA: Cidadão inicia conversa WhatsApp → Menu Inicial (5 opções: IPTU, TMRSU, ISS, Cadastral, Outros)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2. IDENTIFICAÇÃO: CPF (PF) ou CNPJ (PJ) com validação regex + Apex checksum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3. FLUXO IPTU: ConsultaImovel API → Lista inscrições (loop multi-inscrição P-29) → Escolhe tipo débito (Total/Cota/Parcela) → EmitirDamUnico API → Envia PDF WhatsApp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4. FLUXO TMRSU: ConsultaImovel API → Lista inscrições (loop) → EmitirDamUnico API (tipoDebito=980) → Envia PDF WhatsApp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Transcrição do Fluxo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5. FLUXO ISS: Envia link Portal SEFIN para emissão Nota Fiscal (Q-04/Q-05: upgrade para DAM emission?)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6. FLUXO CADASTRAL: Dados Cadastrais API (Q-02 BLOCKER) → Exibe 9 campos editáveis (Nome, Email, Telefone, Endereço...) → Validação formato/regex → Salva alterações PUT/PATCH → Confirmação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7. PESQUISA SATISFAÇÃO: Obrigatória 1-5 estrelas + justificativa se ≤3 → Log API CRM SEFIN (Q-01 BLOCKER) Fire-and-Forget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8. DESPEDIDA: Link Portal SEFIN (Q-06) + opção nova consulta (loop ao menu)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Premissas — 8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1. GREENFIELD ORG: Nova ORG Salesforce Service Cloud from scratch (sem migração dados legacy); Hyperforce Brazil data residency São Paulo validado LGPD Art. 11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2. PHASE 0 MANDATORY: 133 gaps + 17 perguntas cliente (Q-01 a Q-17) + 2 API specs BLOCKER resolvidos antes de kick-off — target &lt;3 semanas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3. META APPROVAL: WhatsApp Business API aprovação Meta 2-8 semanas critical path; domínio personalizado SEFIN definido; HSM templates session resume 1-3 semanas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4. NLU TRAINING: 50-100 utterances/intent fornecidos por SEFIN-CE ou PS infers from discovery + cliente valida; NLU accuracy &gt;70% target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5. UX RESEARCH: PS conducts 12 persona interviews (6 PF + 6 PJ) + 15 usability sessions + accessibility expert review WCAG 2.1 AA adapted conversational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Perguntas ao Cliente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BLOCKERS (3):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Q-01: API CRM SEFIN spec (endpoint, payload, auth)?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Q-02: API Dados Cadastrais spec (endpoint, payload, auth)?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Q-12: Meta WhatsApp Business approval já obtida?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INTEGRATION &amp; BUSINESS LOGIC (5):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Q-04: ISS flow: link site ou upgrade para DAM emission?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Q-05: Se ISS DAM emission, tipoDebito qual?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Q-06: URL Portal SEFIN para despedida bot?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Q-10: Horário comercial atendimento humano (transbordo)?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Q-16: Retry logic 1x sufficient ou requer mais tentativas?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Perguntas ao Cliente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MARKETING CLOUD ADD-ON (3):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Q-07: Régua proativa definida (D-15, D-5, D+1)?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Q-08: Fonte dados gatilhos régua (batch SEFIN)?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Q-09: Cidadão pode opt-out msgs proativas?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GOVERNANCE &amp; SECURITY (4):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Q-03: Domínio personalizado SEFIN para WhatsApp?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Q-13: Número processo licitatório?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Q-15: Bot Maintainer profile scope: Einstein Bot + conversation review ONLY?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Q-17: Stakeholders completos (além Alex Siqueira + Oswaldo Melo)?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TIMELINE (2):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Q-11: Deadline go-live project?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• Q-14: Fase 0 target duration acceptable (&lt;3 semanas)?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
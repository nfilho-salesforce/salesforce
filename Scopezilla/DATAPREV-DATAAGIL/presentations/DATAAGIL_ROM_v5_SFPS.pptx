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77" r:id="rId4"/>
  </p:sldMasterIdLst>
  <p:notesMasterIdLst>
    <p:notesMasterId r:id="rId5"/>
  </p:notesMasterIdLst>
  <p:sldIdLst>
    <p:sldId id="275" r:id="rId25"/>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10"/>
    <p:sldId id="291" r:id="rId26"/>
    <p:sldId id="292" r:id="rId27"/>
    <p:sldId id="293" r:id="rId28"/>
    <p:sldId id="294" r:id="rId29"/>
  </p:sldIdLst>
  <p:sldSz cy="10287000" cx="18288000"/>
  <p:notesSz cx="6858000" cy="9144000"/>
  <p:embeddedFontLst>
    <p:embeddedFont>
      <p:font typeface="Noto Sans Mono"/>
      <p:regular r:id="rId84"/>
      <p:bold r:id="rId85"/>
    </p:embeddedFont>
    <p:embeddedFont>
      <p:font typeface="Avant Garde Demi SFDC"/>
      <p:regular r:id="rId86"/>
    </p:embeddedFont>
    <p:embeddedFont>
      <p:font typeface="Questrial"/>
      <p:regular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D40C63-2FF4-4F0B-BEC7-2653C5BAA85A}">
  <a:tblStyle styleId="{5DD40C63-2FF4-4F0B-BEC7-2653C5BAA85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0" Type="http://schemas.openxmlformats.org/officeDocument/2006/relationships/slide" Target="slides/slide16.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20.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84" Type="http://schemas.openxmlformats.org/officeDocument/2006/relationships/font" Target="fonts/NotoSansMono-regular.fntdata"/><Relationship Id="rId85" Type="http://schemas.openxmlformats.org/officeDocument/2006/relationships/font" Target="fonts/NotoSansMono-bold.fntdata"/><Relationship Id="rId86" Type="http://schemas.openxmlformats.org/officeDocument/2006/relationships/font" Target="fonts/AvantGardeDemiSFDC-regular.fntdata"/><Relationship Id="rId87" Type="http://schemas.openxmlformats.org/officeDocument/2006/relationships/font" Target="fonts/Questrial-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1" name="Shape 2351"/>
        <p:cNvGrpSpPr/>
        <p:nvPr/>
      </p:nvGrpSpPr>
      <p:grpSpPr>
        <a:xfrm>
          <a:off x="0" y="0"/>
          <a:ext cx="0" cy="0"/>
          <a:chOff x="0" y="0"/>
          <a:chExt cx="0" cy="0"/>
        </a:xfrm>
      </p:grpSpPr>
      <p:sp>
        <p:nvSpPr>
          <p:cNvPr id="2352" name="Google Shape;2352;g3cc4d8b0ba0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3" name="Google Shape;2353;g3cc4d8b0ba0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image" Target="../media/image3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image" Target="../media/image33.png"/><Relationship Id="rId7" Type="http://schemas.openxmlformats.org/officeDocument/2006/relationships/image" Target="../media/image6.png"/><Relationship Id="rId8" Type="http://schemas.openxmlformats.org/officeDocument/2006/relationships/image" Target="../media/image2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8.png"/><Relationship Id="rId4" Type="http://schemas.openxmlformats.org/officeDocument/2006/relationships/image" Target="../media/image26.png"/><Relationship Id="rId5"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8.png"/><Relationship Id="rId4" Type="http://schemas.openxmlformats.org/officeDocument/2006/relationships/image" Target="../media/image26.png"/><Relationship Id="rId5"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7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7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7.png"/><Relationship Id="rId4" Type="http://schemas.openxmlformats.org/officeDocument/2006/relationships/image" Target="../media/image5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5.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2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56.png"/><Relationship Id="rId6" Type="http://schemas.openxmlformats.org/officeDocument/2006/relationships/image" Target="../media/image60.png"/><Relationship Id="rId7" Type="http://schemas.openxmlformats.org/officeDocument/2006/relationships/image" Target="../media/image6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 Id="rId3" Type="http://schemas.openxmlformats.org/officeDocument/2006/relationships/image" Target="../media/image55.png"/><Relationship Id="rId4" Type="http://schemas.openxmlformats.org/officeDocument/2006/relationships/image" Target="../media/image60.png"/><Relationship Id="rId5" Type="http://schemas.openxmlformats.org/officeDocument/2006/relationships/image" Target="../media/image63.png"/><Relationship Id="rId6" Type="http://schemas.openxmlformats.org/officeDocument/2006/relationships/image" Target="../media/image2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56.png"/><Relationship Id="rId6" Type="http://schemas.openxmlformats.org/officeDocument/2006/relationships/image" Target="../media/image60.png"/><Relationship Id="rId7" Type="http://schemas.openxmlformats.org/officeDocument/2006/relationships/image" Target="../media/image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56.png"/><Relationship Id="rId4" Type="http://schemas.openxmlformats.org/officeDocument/2006/relationships/image" Target="../media/image60.png"/><Relationship Id="rId5" Type="http://schemas.openxmlformats.org/officeDocument/2006/relationships/image" Target="../media/image4.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1.png"/><Relationship Id="rId5" Type="http://schemas.openxmlformats.org/officeDocument/2006/relationships/image" Target="../media/image68.png"/><Relationship Id="rId6" Type="http://schemas.openxmlformats.org/officeDocument/2006/relationships/image" Target="../media/image56.png"/><Relationship Id="rId7" Type="http://schemas.openxmlformats.org/officeDocument/2006/relationships/image" Target="../media/image66.png"/><Relationship Id="rId8" Type="http://schemas.openxmlformats.org/officeDocument/2006/relationships/image" Target="../media/image3.png"/><Relationship Id="rId9" Type="http://schemas.openxmlformats.org/officeDocument/2006/relationships/image" Target="../media/image67.png"/><Relationship Id="rId10" Type="http://schemas.openxmlformats.org/officeDocument/2006/relationships/image" Target="../media/image70.png"/><Relationship Id="rId11" Type="http://schemas.openxmlformats.org/officeDocument/2006/relationships/image" Target="../media/image136.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 Id="rId3" Type="http://schemas.openxmlformats.org/officeDocument/2006/relationships/image" Target="../media/image79.png"/><Relationship Id="rId4" Type="http://schemas.openxmlformats.org/officeDocument/2006/relationships/image" Target="../media/image57.png"/><Relationship Id="rId5" Type="http://schemas.openxmlformats.org/officeDocument/2006/relationships/image" Target="../media/image80.png"/><Relationship Id="rId6" Type="http://schemas.openxmlformats.org/officeDocument/2006/relationships/image" Target="../media/image8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 Id="rId3" Type="http://schemas.openxmlformats.org/officeDocument/2006/relationships/image" Target="../media/image79.png"/><Relationship Id="rId4" Type="http://schemas.openxmlformats.org/officeDocument/2006/relationships/image" Target="../media/image57.png"/><Relationship Id="rId5" Type="http://schemas.openxmlformats.org/officeDocument/2006/relationships/image" Target="../media/image80.png"/><Relationship Id="rId6" Type="http://schemas.openxmlformats.org/officeDocument/2006/relationships/image" Target="../media/image8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 Id="rId3" Type="http://schemas.openxmlformats.org/officeDocument/2006/relationships/image" Target="../media/image79.png"/><Relationship Id="rId4" Type="http://schemas.openxmlformats.org/officeDocument/2006/relationships/image" Target="../media/image57.png"/><Relationship Id="rId5" Type="http://schemas.openxmlformats.org/officeDocument/2006/relationships/image" Target="../media/image80.png"/><Relationship Id="rId6" Type="http://schemas.openxmlformats.org/officeDocument/2006/relationships/image" Target="../media/image81.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 Id="rId3" Type="http://schemas.openxmlformats.org/officeDocument/2006/relationships/image" Target="../media/image89.png"/><Relationship Id="rId4" Type="http://schemas.openxmlformats.org/officeDocument/2006/relationships/image" Target="../media/image57.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7.png"/><Relationship Id="rId3" Type="http://schemas.openxmlformats.org/officeDocument/2006/relationships/image" Target="../media/image3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7.png"/><Relationship Id="rId3" Type="http://schemas.openxmlformats.org/officeDocument/2006/relationships/image" Target="../media/image3.png"/><Relationship Id="rId4" Type="http://schemas.openxmlformats.org/officeDocument/2006/relationships/image" Target="../media/image108.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7.png"/><Relationship Id="rId3" Type="http://schemas.openxmlformats.org/officeDocument/2006/relationships/image" Target="../media/image3.png"/><Relationship Id="rId4" Type="http://schemas.openxmlformats.org/officeDocument/2006/relationships/image" Target="../media/image10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0.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0.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 Id="rId3" Type="http://schemas.openxmlformats.org/officeDocument/2006/relationships/image" Target="../media/image3.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1.png"/><Relationship Id="rId3" Type="http://schemas.openxmlformats.org/officeDocument/2006/relationships/image" Target="../media/image116.png"/><Relationship Id="rId4" Type="http://schemas.openxmlformats.org/officeDocument/2006/relationships/image" Target="../media/image89.png"/><Relationship Id="rId5" Type="http://schemas.openxmlformats.org/officeDocument/2006/relationships/image" Target="../media/image57.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4.png"/><Relationship Id="rId4" Type="http://schemas.openxmlformats.org/officeDocument/2006/relationships/image" Target="../media/image5.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1.png"/><Relationship Id="rId3" Type="http://schemas.openxmlformats.org/officeDocument/2006/relationships/image" Target="../media/image5.png"/><Relationship Id="rId4" Type="http://schemas.openxmlformats.org/officeDocument/2006/relationships/image" Target="../media/image100.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4.png"/><Relationship Id="rId4" Type="http://schemas.openxmlformats.org/officeDocument/2006/relationships/image" Target="../media/image5.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1.png"/><Relationship Id="rId3" Type="http://schemas.openxmlformats.org/officeDocument/2006/relationships/image" Target="../media/image105.png"/><Relationship Id="rId4" Type="http://schemas.openxmlformats.org/officeDocument/2006/relationships/image" Target="../media/image5.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1 1">
  <p:cSld name="TITLE_1_1_2_1">
    <p:bg>
      <p:bgPr>
        <a:solidFill>
          <a:srgbClr val="CFE9FE"/>
        </a:solidFill>
      </p:bgPr>
    </p:bg>
    <p:spTree>
      <p:nvGrpSpPr>
        <p:cNvPr id="9" name="Shape 9"/>
        <p:cNvGrpSpPr/>
        <p:nvPr/>
      </p:nvGrpSpPr>
      <p:grpSpPr>
        <a:xfrm>
          <a:off x="0" y="0"/>
          <a:ext cx="0" cy="0"/>
          <a:chOff x="0" y="0"/>
          <a:chExt cx="0" cy="0"/>
        </a:xfrm>
      </p:grpSpPr>
      <p:pic>
        <p:nvPicPr>
          <p:cNvPr id="10" name="Google Shape;10;p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11" name="Google Shape;11;p2"/>
          <p:cNvSpPr txBox="1"/>
          <p:nvPr>
            <p:ph type="title"/>
          </p:nvPr>
        </p:nvSpPr>
        <p:spPr>
          <a:xfrm>
            <a:off x="857250" y="1619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12" name="Google Shape;12;p2"/>
          <p:cNvSpPr txBox="1"/>
          <p:nvPr>
            <p:ph idx="1" type="subTitle"/>
          </p:nvPr>
        </p:nvSpPr>
        <p:spPr>
          <a:xfrm>
            <a:off x="857250" y="7222803"/>
            <a:ext cx="9701100" cy="770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13" name="Google Shape;13;p2"/>
          <p:cNvSpPr txBox="1"/>
          <p:nvPr>
            <p:ph idx="2" type="subTitle"/>
          </p:nvPr>
        </p:nvSpPr>
        <p:spPr>
          <a:xfrm>
            <a:off x="857250" y="8766803"/>
            <a:ext cx="9701100" cy="4356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1"/>
              </a:buClr>
              <a:buSzPts val="2600"/>
              <a:buNone/>
              <a:defRPr sz="2600">
                <a:solidFill>
                  <a:schemeClr val="accen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Yellow_single_sparkle.png" id="14" name="Google Shape;14;p2"/>
          <p:cNvPicPr preferRelativeResize="0"/>
          <p:nvPr/>
        </p:nvPicPr>
        <p:blipFill rotWithShape="1">
          <a:blip r:embed="rId3">
            <a:alphaModFix/>
          </a:blip>
          <a:srcRect b="0" l="0" r="0" t="0"/>
          <a:stretch/>
        </p:blipFill>
        <p:spPr>
          <a:xfrm>
            <a:off x="11679303" y="7950453"/>
            <a:ext cx="760352" cy="770079"/>
          </a:xfrm>
          <a:prstGeom prst="rect">
            <a:avLst/>
          </a:prstGeom>
          <a:noFill/>
          <a:ln>
            <a:noFill/>
          </a:ln>
        </p:spPr>
      </p:pic>
      <p:pic>
        <p:nvPicPr>
          <p:cNvPr descr="Yellow_single_sparkle.png" id="15" name="Google Shape;15;p2"/>
          <p:cNvPicPr preferRelativeResize="0"/>
          <p:nvPr/>
        </p:nvPicPr>
        <p:blipFill rotWithShape="1">
          <a:blip r:embed="rId3">
            <a:alphaModFix/>
          </a:blip>
          <a:srcRect b="0" l="0" r="0" t="0"/>
          <a:stretch/>
        </p:blipFill>
        <p:spPr>
          <a:xfrm>
            <a:off x="10777000" y="6982518"/>
            <a:ext cx="361973" cy="366604"/>
          </a:xfrm>
          <a:prstGeom prst="rect">
            <a:avLst/>
          </a:prstGeom>
          <a:noFill/>
          <a:ln>
            <a:noFill/>
          </a:ln>
        </p:spPr>
      </p:pic>
      <p:pic>
        <p:nvPicPr>
          <p:cNvPr descr="Yellow_single_sparkle.png" id="16" name="Google Shape;16;p2"/>
          <p:cNvPicPr preferRelativeResize="0"/>
          <p:nvPr/>
        </p:nvPicPr>
        <p:blipFill rotWithShape="1">
          <a:blip r:embed="rId3">
            <a:alphaModFix/>
          </a:blip>
          <a:srcRect b="0" l="0" r="0" t="0"/>
          <a:stretch/>
        </p:blipFill>
        <p:spPr>
          <a:xfrm>
            <a:off x="12722159" y="8000749"/>
            <a:ext cx="257925" cy="261225"/>
          </a:xfrm>
          <a:prstGeom prst="rect">
            <a:avLst/>
          </a:prstGeom>
          <a:noFill/>
          <a:ln>
            <a:noFill/>
          </a:ln>
        </p:spPr>
      </p:pic>
      <p:pic>
        <p:nvPicPr>
          <p:cNvPr descr="Yellow_single_sparkle.png" id="17" name="Google Shape;17;p2"/>
          <p:cNvPicPr preferRelativeResize="0"/>
          <p:nvPr/>
        </p:nvPicPr>
        <p:blipFill rotWithShape="1">
          <a:blip r:embed="rId3">
            <a:alphaModFix/>
          </a:blip>
          <a:srcRect b="0" l="0" r="0" t="0"/>
          <a:stretch/>
        </p:blipFill>
        <p:spPr>
          <a:xfrm>
            <a:off x="16585739" y="2831744"/>
            <a:ext cx="163720" cy="165814"/>
          </a:xfrm>
          <a:prstGeom prst="rect">
            <a:avLst/>
          </a:prstGeom>
          <a:noFill/>
          <a:ln>
            <a:noFill/>
          </a:ln>
        </p:spPr>
      </p:pic>
      <p:pic>
        <p:nvPicPr>
          <p:cNvPr descr="Yellow_single_sparkle.png" id="18" name="Google Shape;18;p2"/>
          <p:cNvPicPr preferRelativeResize="0"/>
          <p:nvPr/>
        </p:nvPicPr>
        <p:blipFill rotWithShape="1">
          <a:blip r:embed="rId3">
            <a:alphaModFix/>
          </a:blip>
          <a:srcRect b="0" l="0" r="0" t="0"/>
          <a:stretch/>
        </p:blipFill>
        <p:spPr>
          <a:xfrm>
            <a:off x="16807666" y="5578364"/>
            <a:ext cx="558053" cy="565191"/>
          </a:xfrm>
          <a:prstGeom prst="rect">
            <a:avLst/>
          </a:prstGeom>
          <a:noFill/>
          <a:ln>
            <a:noFill/>
          </a:ln>
        </p:spPr>
      </p:pic>
      <p:pic>
        <p:nvPicPr>
          <p:cNvPr descr="Yellow_single_sparkle.png" id="19" name="Google Shape;19;p2"/>
          <p:cNvPicPr preferRelativeResize="0"/>
          <p:nvPr/>
        </p:nvPicPr>
        <p:blipFill rotWithShape="1">
          <a:blip r:embed="rId3">
            <a:alphaModFix/>
          </a:blip>
          <a:srcRect b="0" l="0" r="0" t="0"/>
          <a:stretch/>
        </p:blipFill>
        <p:spPr>
          <a:xfrm>
            <a:off x="16890690" y="2457439"/>
            <a:ext cx="311470" cy="315455"/>
          </a:xfrm>
          <a:prstGeom prst="rect">
            <a:avLst/>
          </a:prstGeom>
          <a:noFill/>
          <a:ln>
            <a:noFill/>
          </a:ln>
        </p:spPr>
      </p:pic>
      <p:pic>
        <p:nvPicPr>
          <p:cNvPr descr="HDD_ATH_SALESFORCE_ICON_AGENTFORCE_V3_R2 3.png" id="20" name="Google Shape;20;p2"/>
          <p:cNvPicPr preferRelativeResize="0"/>
          <p:nvPr/>
        </p:nvPicPr>
        <p:blipFill rotWithShape="1">
          <a:blip r:embed="rId4">
            <a:alphaModFix/>
          </a:blip>
          <a:srcRect b="10962" l="13938" r="12705" t="15221"/>
          <a:stretch/>
        </p:blipFill>
        <p:spPr>
          <a:xfrm flipH="1" rot="-6">
            <a:off x="11205200" y="4643303"/>
            <a:ext cx="3130070" cy="3125170"/>
          </a:xfrm>
          <a:prstGeom prst="rect">
            <a:avLst/>
          </a:prstGeom>
          <a:noFill/>
          <a:ln>
            <a:noFill/>
          </a:ln>
        </p:spPr>
      </p:pic>
      <p:pic>
        <p:nvPicPr>
          <p:cNvPr id="21" name="Google Shape;21;p2"/>
          <p:cNvPicPr preferRelativeResize="0"/>
          <p:nvPr/>
        </p:nvPicPr>
        <p:blipFill rotWithShape="1">
          <a:blip r:embed="rId5">
            <a:alphaModFix/>
          </a:blip>
          <a:srcRect b="11700" l="12429" r="13144" t="11929"/>
          <a:stretch/>
        </p:blipFill>
        <p:spPr>
          <a:xfrm>
            <a:off x="14067725" y="2880350"/>
            <a:ext cx="3263974" cy="3349000"/>
          </a:xfrm>
          <a:prstGeom prst="rect">
            <a:avLst/>
          </a:prstGeom>
          <a:noFill/>
          <a:ln>
            <a:noFill/>
          </a:ln>
        </p:spPr>
      </p:pic>
      <p:grpSp>
        <p:nvGrpSpPr>
          <p:cNvPr id="22" name="Google Shape;22;p2"/>
          <p:cNvGrpSpPr/>
          <p:nvPr/>
        </p:nvGrpSpPr>
        <p:grpSpPr>
          <a:xfrm>
            <a:off x="3243739" y="1013602"/>
            <a:ext cx="2540268" cy="729818"/>
            <a:chOff x="5913125" y="1232600"/>
            <a:chExt cx="3443497" cy="989449"/>
          </a:xfrm>
        </p:grpSpPr>
        <p:sp>
          <p:nvSpPr>
            <p:cNvPr id="23" name="Google Shape;23;p2"/>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24" name="Google Shape;24;p2"/>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pic>
        <p:nvPicPr>
          <p:cNvPr id="25" name="Google Shape;25;p2"/>
          <p:cNvPicPr preferRelativeResize="0"/>
          <p:nvPr/>
        </p:nvPicPr>
        <p:blipFill>
          <a:blip r:embed="rId6">
            <a:alphaModFix/>
          </a:blip>
          <a:stretch>
            <a:fillRect/>
          </a:stretch>
        </p:blipFill>
        <p:spPr>
          <a:xfrm>
            <a:off x="857225" y="848175"/>
            <a:ext cx="1515668" cy="1060971"/>
          </a:xfrm>
          <a:prstGeom prst="rect">
            <a:avLst/>
          </a:prstGeom>
          <a:noFill/>
          <a:ln>
            <a:noFill/>
          </a:ln>
        </p:spPr>
      </p:pic>
      <p:cxnSp>
        <p:nvCxnSpPr>
          <p:cNvPr id="26" name="Google Shape;26;p2"/>
          <p:cNvCxnSpPr/>
          <p:nvPr/>
        </p:nvCxnSpPr>
        <p:spPr>
          <a:xfrm>
            <a:off x="2808295" y="848175"/>
            <a:ext cx="0" cy="1061100"/>
          </a:xfrm>
          <a:prstGeom prst="straightConnector1">
            <a:avLst/>
          </a:prstGeom>
          <a:noFill/>
          <a:ln cap="flat" cmpd="sng" w="7025">
            <a:solidFill>
              <a:schemeClr val="dk1"/>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_3">
    <p:bg>
      <p:bgPr>
        <a:solidFill>
          <a:srgbClr val="CFE9FE"/>
        </a:solidFill>
      </p:bgPr>
    </p:bg>
    <p:spTree>
      <p:nvGrpSpPr>
        <p:cNvPr id="27" name="Shape 27"/>
        <p:cNvGrpSpPr/>
        <p:nvPr/>
      </p:nvGrpSpPr>
      <p:grpSpPr>
        <a:xfrm>
          <a:off x="0" y="0"/>
          <a:ext cx="0" cy="0"/>
          <a:chOff x="0" y="0"/>
          <a:chExt cx="0" cy="0"/>
        </a:xfrm>
      </p:grpSpPr>
      <p:pic>
        <p:nvPicPr>
          <p:cNvPr id="28" name="Google Shape;28;p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29" name="Google Shape;29;p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0" name="Google Shape;30;p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1" name="Google Shape;31;p3"/>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2" name="Google Shape;32;p3"/>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descr="Yellow_single_sparkle.png" id="33" name="Google Shape;33;p3"/>
          <p:cNvPicPr preferRelativeResize="0"/>
          <p:nvPr/>
        </p:nvPicPr>
        <p:blipFill rotWithShape="1">
          <a:blip r:embed="rId4">
            <a:alphaModFix/>
          </a:blip>
          <a:srcRect b="0" l="0" r="0" t="0"/>
          <a:stretch/>
        </p:blipFill>
        <p:spPr>
          <a:xfrm>
            <a:off x="12060203" y="7413765"/>
            <a:ext cx="760352" cy="770079"/>
          </a:xfrm>
          <a:prstGeom prst="rect">
            <a:avLst/>
          </a:prstGeom>
          <a:noFill/>
          <a:ln>
            <a:noFill/>
          </a:ln>
        </p:spPr>
      </p:pic>
      <p:pic>
        <p:nvPicPr>
          <p:cNvPr descr="Yellow_single_sparkle.png" id="34" name="Google Shape;34;p3"/>
          <p:cNvPicPr preferRelativeResize="0"/>
          <p:nvPr/>
        </p:nvPicPr>
        <p:blipFill rotWithShape="1">
          <a:blip r:embed="rId4">
            <a:alphaModFix/>
          </a:blip>
          <a:srcRect b="0" l="0" r="0" t="0"/>
          <a:stretch/>
        </p:blipFill>
        <p:spPr>
          <a:xfrm>
            <a:off x="11352437" y="7313993"/>
            <a:ext cx="361973" cy="366604"/>
          </a:xfrm>
          <a:prstGeom prst="rect">
            <a:avLst/>
          </a:prstGeom>
          <a:noFill/>
          <a:ln>
            <a:noFill/>
          </a:ln>
        </p:spPr>
      </p:pic>
      <p:pic>
        <p:nvPicPr>
          <p:cNvPr descr="Yellow_single_sparkle.png" id="35" name="Google Shape;35;p3"/>
          <p:cNvPicPr preferRelativeResize="0"/>
          <p:nvPr/>
        </p:nvPicPr>
        <p:blipFill rotWithShape="1">
          <a:blip r:embed="rId4">
            <a:alphaModFix/>
          </a:blip>
          <a:srcRect b="0" l="0" r="0" t="0"/>
          <a:stretch/>
        </p:blipFill>
        <p:spPr>
          <a:xfrm>
            <a:off x="12710256" y="6854087"/>
            <a:ext cx="163720" cy="165814"/>
          </a:xfrm>
          <a:prstGeom prst="rect">
            <a:avLst/>
          </a:prstGeom>
          <a:noFill/>
          <a:ln>
            <a:noFill/>
          </a:ln>
        </p:spPr>
      </p:pic>
      <p:pic>
        <p:nvPicPr>
          <p:cNvPr descr="Yellow_single_sparkle.png" id="36" name="Google Shape;36;p3"/>
          <p:cNvPicPr preferRelativeResize="0"/>
          <p:nvPr/>
        </p:nvPicPr>
        <p:blipFill rotWithShape="1">
          <a:blip r:embed="rId4">
            <a:alphaModFix/>
          </a:blip>
          <a:srcRect b="0" l="0" r="0" t="0"/>
          <a:stretch/>
        </p:blipFill>
        <p:spPr>
          <a:xfrm>
            <a:off x="15709439" y="3054244"/>
            <a:ext cx="163720" cy="165814"/>
          </a:xfrm>
          <a:prstGeom prst="rect">
            <a:avLst/>
          </a:prstGeom>
          <a:noFill/>
          <a:ln>
            <a:noFill/>
          </a:ln>
        </p:spPr>
      </p:pic>
      <p:pic>
        <p:nvPicPr>
          <p:cNvPr descr="Yellow_single_sparkle.png" id="37" name="Google Shape;37;p3"/>
          <p:cNvPicPr preferRelativeResize="0"/>
          <p:nvPr/>
        </p:nvPicPr>
        <p:blipFill rotWithShape="1">
          <a:blip r:embed="rId4">
            <a:alphaModFix/>
          </a:blip>
          <a:srcRect b="0" l="0" r="0" t="0"/>
          <a:stretch/>
        </p:blipFill>
        <p:spPr>
          <a:xfrm>
            <a:off x="16388566" y="2606039"/>
            <a:ext cx="558053" cy="565191"/>
          </a:xfrm>
          <a:prstGeom prst="rect">
            <a:avLst/>
          </a:prstGeom>
          <a:noFill/>
          <a:ln>
            <a:noFill/>
          </a:ln>
        </p:spPr>
      </p:pic>
      <p:pic>
        <p:nvPicPr>
          <p:cNvPr descr="Yellow_single_sparkle.png" id="38" name="Google Shape;38;p3"/>
          <p:cNvPicPr preferRelativeResize="0"/>
          <p:nvPr/>
        </p:nvPicPr>
        <p:blipFill rotWithShape="1">
          <a:blip r:embed="rId4">
            <a:alphaModFix/>
          </a:blip>
          <a:srcRect b="0" l="0" r="0" t="0"/>
          <a:stretch/>
        </p:blipFill>
        <p:spPr>
          <a:xfrm>
            <a:off x="16208965" y="3413439"/>
            <a:ext cx="311470" cy="315455"/>
          </a:xfrm>
          <a:prstGeom prst="rect">
            <a:avLst/>
          </a:prstGeom>
          <a:noFill/>
          <a:ln>
            <a:noFill/>
          </a:ln>
        </p:spPr>
      </p:pic>
      <p:pic>
        <p:nvPicPr>
          <p:cNvPr descr="HDD_ATH_SALESFORCE_ICON_AGENTFORCE_V3_R2 3.png" id="39" name="Google Shape;39;p3"/>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grpSp>
        <p:nvGrpSpPr>
          <p:cNvPr id="40" name="Google Shape;40;p3"/>
          <p:cNvGrpSpPr/>
          <p:nvPr/>
        </p:nvGrpSpPr>
        <p:grpSpPr>
          <a:xfrm>
            <a:off x="857250" y="1013602"/>
            <a:ext cx="2540268" cy="729818"/>
            <a:chOff x="5913125" y="1232600"/>
            <a:chExt cx="3443497" cy="989449"/>
          </a:xfrm>
        </p:grpSpPr>
        <p:sp>
          <p:nvSpPr>
            <p:cNvPr id="41" name="Google Shape;41;p3"/>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42" name="Google Shape;42;p3"/>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43" name="Shape 43"/>
        <p:cNvGrpSpPr/>
        <p:nvPr/>
      </p:nvGrpSpPr>
      <p:grpSpPr>
        <a:xfrm>
          <a:off x="0" y="0"/>
          <a:ext cx="0" cy="0"/>
          <a:chOff x="0" y="0"/>
          <a:chExt cx="0" cy="0"/>
        </a:xfrm>
      </p:grpSpPr>
      <p:pic>
        <p:nvPicPr>
          <p:cNvPr id="44" name="Google Shape;44;p4"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5" name="Google Shape;45;p4"/>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46" name="Google Shape;46;p4"/>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47" name="Google Shape;47;p4"/>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Yellow_single_sparkle.png" id="48" name="Google Shape;48;p4"/>
          <p:cNvPicPr preferRelativeResize="0"/>
          <p:nvPr/>
        </p:nvPicPr>
        <p:blipFill rotWithShape="1">
          <a:blip r:embed="rId3">
            <a:alphaModFix/>
          </a:blip>
          <a:srcRect b="0" l="0" r="0" t="0"/>
          <a:stretch/>
        </p:blipFill>
        <p:spPr>
          <a:xfrm>
            <a:off x="16803188" y="3061574"/>
            <a:ext cx="520501" cy="527160"/>
          </a:xfrm>
          <a:prstGeom prst="rect">
            <a:avLst/>
          </a:prstGeom>
          <a:noFill/>
          <a:ln>
            <a:noFill/>
          </a:ln>
        </p:spPr>
      </p:pic>
      <p:pic>
        <p:nvPicPr>
          <p:cNvPr descr="Yellow_single_sparkle.png" id="49" name="Google Shape;49;p4"/>
          <p:cNvPicPr preferRelativeResize="0"/>
          <p:nvPr/>
        </p:nvPicPr>
        <p:blipFill rotWithShape="1">
          <a:blip r:embed="rId3">
            <a:alphaModFix/>
          </a:blip>
          <a:srcRect b="0" l="0" r="0" t="0"/>
          <a:stretch/>
        </p:blipFill>
        <p:spPr>
          <a:xfrm>
            <a:off x="16552686" y="2519441"/>
            <a:ext cx="165422" cy="167540"/>
          </a:xfrm>
          <a:prstGeom prst="rect">
            <a:avLst/>
          </a:prstGeom>
          <a:noFill/>
          <a:ln>
            <a:noFill/>
          </a:ln>
        </p:spPr>
      </p:pic>
      <p:pic>
        <p:nvPicPr>
          <p:cNvPr descr="Yellow_single_sparkle.png" id="50" name="Google Shape;50;p4"/>
          <p:cNvPicPr preferRelativeResize="0"/>
          <p:nvPr/>
        </p:nvPicPr>
        <p:blipFill rotWithShape="1">
          <a:blip r:embed="rId3">
            <a:alphaModFix/>
          </a:blip>
          <a:srcRect b="0" l="0" r="0" t="0"/>
          <a:stretch/>
        </p:blipFill>
        <p:spPr>
          <a:xfrm>
            <a:off x="16120706" y="3550202"/>
            <a:ext cx="334877" cy="339162"/>
          </a:xfrm>
          <a:prstGeom prst="rect">
            <a:avLst/>
          </a:prstGeom>
          <a:noFill/>
          <a:ln>
            <a:noFill/>
          </a:ln>
        </p:spPr>
      </p:pic>
      <p:pic>
        <p:nvPicPr>
          <p:cNvPr descr="Yellow_single_sparkle.png" id="51" name="Google Shape;51;p4"/>
          <p:cNvPicPr preferRelativeResize="0"/>
          <p:nvPr/>
        </p:nvPicPr>
        <p:blipFill rotWithShape="1">
          <a:blip r:embed="rId3">
            <a:alphaModFix/>
          </a:blip>
          <a:srcRect b="0" l="0" r="0" t="0"/>
          <a:stretch/>
        </p:blipFill>
        <p:spPr>
          <a:xfrm>
            <a:off x="12652252" y="7070325"/>
            <a:ext cx="276298" cy="279833"/>
          </a:xfrm>
          <a:prstGeom prst="rect">
            <a:avLst/>
          </a:prstGeom>
          <a:noFill/>
          <a:ln>
            <a:noFill/>
          </a:ln>
        </p:spPr>
      </p:pic>
      <p:pic>
        <p:nvPicPr>
          <p:cNvPr descr="Yellow_single_sparkle.png" id="52" name="Google Shape;52;p4"/>
          <p:cNvPicPr preferRelativeResize="0"/>
          <p:nvPr/>
        </p:nvPicPr>
        <p:blipFill rotWithShape="1">
          <a:blip r:embed="rId3">
            <a:alphaModFix/>
          </a:blip>
          <a:srcRect b="0" l="0" r="0" t="0"/>
          <a:stretch/>
        </p:blipFill>
        <p:spPr>
          <a:xfrm>
            <a:off x="12276456" y="6848057"/>
            <a:ext cx="165423" cy="167540"/>
          </a:xfrm>
          <a:prstGeom prst="rect">
            <a:avLst/>
          </a:prstGeom>
          <a:noFill/>
          <a:ln>
            <a:noFill/>
          </a:ln>
        </p:spPr>
      </p:pic>
      <p:pic>
        <p:nvPicPr>
          <p:cNvPr descr="pasted-movie.png" id="53" name="Google Shape;53;p4"/>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54" name="Google Shape;54;p4"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55" name="Google Shape;55;p4"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grpSp>
        <p:nvGrpSpPr>
          <p:cNvPr id="56" name="Google Shape;56;p4"/>
          <p:cNvGrpSpPr/>
          <p:nvPr/>
        </p:nvGrpSpPr>
        <p:grpSpPr>
          <a:xfrm>
            <a:off x="857250" y="1013602"/>
            <a:ext cx="2540268" cy="729818"/>
            <a:chOff x="5913125" y="1232600"/>
            <a:chExt cx="3443497" cy="989449"/>
          </a:xfrm>
        </p:grpSpPr>
        <p:sp>
          <p:nvSpPr>
            <p:cNvPr id="57" name="Google Shape;57;p4"/>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58" name="Google Shape;58;p4"/>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_1_1">
    <p:bg>
      <p:bgPr>
        <a:solidFill>
          <a:srgbClr val="CFE9FE"/>
        </a:solidFill>
      </p:bgPr>
    </p:bg>
    <p:spTree>
      <p:nvGrpSpPr>
        <p:cNvPr id="59" name="Shape 59"/>
        <p:cNvGrpSpPr/>
        <p:nvPr/>
      </p:nvGrpSpPr>
      <p:grpSpPr>
        <a:xfrm>
          <a:off x="0" y="0"/>
          <a:ext cx="0" cy="0"/>
          <a:chOff x="0" y="0"/>
          <a:chExt cx="0" cy="0"/>
        </a:xfrm>
      </p:grpSpPr>
      <p:pic>
        <p:nvPicPr>
          <p:cNvPr id="60" name="Google Shape;60;p5" title="Blue Gradient.png"/>
          <p:cNvPicPr preferRelativeResize="0"/>
          <p:nvPr/>
        </p:nvPicPr>
        <p:blipFill>
          <a:blip r:embed="rId2">
            <a:alphaModFix/>
          </a:blip>
          <a:stretch>
            <a:fillRect/>
          </a:stretch>
        </p:blipFill>
        <p:spPr>
          <a:xfrm>
            <a:off x="0" y="0"/>
            <a:ext cx="18288000" cy="10287000"/>
          </a:xfrm>
          <a:prstGeom prst="rect">
            <a:avLst/>
          </a:prstGeom>
          <a:noFill/>
          <a:ln>
            <a:noFill/>
          </a:ln>
        </p:spPr>
      </p:pic>
      <p:sp>
        <p:nvSpPr>
          <p:cNvPr id="61" name="Google Shape;61;p5"/>
          <p:cNvSpPr txBox="1"/>
          <p:nvPr>
            <p:ph type="title"/>
          </p:nvPr>
        </p:nvSpPr>
        <p:spPr>
          <a:xfrm>
            <a:off x="857250" y="857250"/>
            <a:ext cx="10382400" cy="53628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62" name="Google Shape;62;p5"/>
          <p:cNvSpPr txBox="1"/>
          <p:nvPr>
            <p:ph idx="1" type="subTitle"/>
          </p:nvPr>
        </p:nvSpPr>
        <p:spPr>
          <a:xfrm>
            <a:off x="857250" y="6460808"/>
            <a:ext cx="97008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63" name="Google Shape;63;p5"/>
          <p:cNvSpPr txBox="1"/>
          <p:nvPr>
            <p:ph idx="2" type="subTitle"/>
          </p:nvPr>
        </p:nvSpPr>
        <p:spPr>
          <a:xfrm>
            <a:off x="857250" y="8041005"/>
            <a:ext cx="97008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64" name="Google Shape;64;p5"/>
          <p:cNvPicPr preferRelativeResize="0"/>
          <p:nvPr/>
        </p:nvPicPr>
        <p:blipFill rotWithShape="1">
          <a:blip r:embed="rId3">
            <a:alphaModFix/>
          </a:blip>
          <a:srcRect b="0" l="0" r="0" t="0"/>
          <a:stretch/>
        </p:blipFill>
        <p:spPr>
          <a:xfrm flipH="1" rot="-1860002">
            <a:off x="12098633" y="3109020"/>
            <a:ext cx="1315298" cy="1305045"/>
          </a:xfrm>
          <a:prstGeom prst="rect">
            <a:avLst/>
          </a:prstGeom>
          <a:noFill/>
          <a:ln>
            <a:noFill/>
          </a:ln>
        </p:spPr>
      </p:pic>
      <p:pic>
        <p:nvPicPr>
          <p:cNvPr descr="Yellow_single_sparkle.png" id="65" name="Google Shape;65;p5"/>
          <p:cNvPicPr preferRelativeResize="0"/>
          <p:nvPr/>
        </p:nvPicPr>
        <p:blipFill rotWithShape="1">
          <a:blip r:embed="rId4">
            <a:alphaModFix/>
          </a:blip>
          <a:srcRect b="0" l="0" r="0" t="0"/>
          <a:stretch/>
        </p:blipFill>
        <p:spPr>
          <a:xfrm>
            <a:off x="12253062" y="5761942"/>
            <a:ext cx="682960" cy="691697"/>
          </a:xfrm>
          <a:prstGeom prst="rect">
            <a:avLst/>
          </a:prstGeom>
          <a:noFill/>
          <a:ln>
            <a:noFill/>
          </a:ln>
        </p:spPr>
      </p:pic>
      <p:pic>
        <p:nvPicPr>
          <p:cNvPr descr="Yellow_single_sparkle.png" id="66" name="Google Shape;66;p5"/>
          <p:cNvPicPr preferRelativeResize="0"/>
          <p:nvPr/>
        </p:nvPicPr>
        <p:blipFill rotWithShape="1">
          <a:blip r:embed="rId4">
            <a:alphaModFix/>
          </a:blip>
          <a:srcRect b="0" l="0" r="0" t="0"/>
          <a:stretch/>
        </p:blipFill>
        <p:spPr>
          <a:xfrm>
            <a:off x="11683785" y="5410304"/>
            <a:ext cx="361974" cy="366605"/>
          </a:xfrm>
          <a:prstGeom prst="rect">
            <a:avLst/>
          </a:prstGeom>
          <a:noFill/>
          <a:ln>
            <a:noFill/>
          </a:ln>
        </p:spPr>
      </p:pic>
      <p:pic>
        <p:nvPicPr>
          <p:cNvPr descr="Yellow_single_sparkle.png" id="67" name="Google Shape;67;p5"/>
          <p:cNvPicPr preferRelativeResize="0"/>
          <p:nvPr/>
        </p:nvPicPr>
        <p:blipFill rotWithShape="1">
          <a:blip r:embed="rId4">
            <a:alphaModFix/>
          </a:blip>
          <a:srcRect b="0" l="0" r="0" t="0"/>
          <a:stretch/>
        </p:blipFill>
        <p:spPr>
          <a:xfrm>
            <a:off x="12512681" y="4887938"/>
            <a:ext cx="163721" cy="165815"/>
          </a:xfrm>
          <a:prstGeom prst="rect">
            <a:avLst/>
          </a:prstGeom>
          <a:noFill/>
          <a:ln>
            <a:noFill/>
          </a:ln>
        </p:spPr>
      </p:pic>
      <p:pic>
        <p:nvPicPr>
          <p:cNvPr descr="Yellow_single_sparkle.png" id="68" name="Google Shape;68;p5"/>
          <p:cNvPicPr preferRelativeResize="0"/>
          <p:nvPr/>
        </p:nvPicPr>
        <p:blipFill rotWithShape="1">
          <a:blip r:embed="rId4">
            <a:alphaModFix/>
          </a:blip>
          <a:srcRect b="0" l="0" r="0" t="0"/>
          <a:stretch/>
        </p:blipFill>
        <p:spPr>
          <a:xfrm>
            <a:off x="16649310" y="2072510"/>
            <a:ext cx="520501" cy="527160"/>
          </a:xfrm>
          <a:prstGeom prst="rect">
            <a:avLst/>
          </a:prstGeom>
          <a:noFill/>
          <a:ln>
            <a:noFill/>
          </a:ln>
        </p:spPr>
      </p:pic>
      <p:pic>
        <p:nvPicPr>
          <p:cNvPr descr="Yellow_single_sparkle.png" id="69" name="Google Shape;69;p5"/>
          <p:cNvPicPr preferRelativeResize="0"/>
          <p:nvPr/>
        </p:nvPicPr>
        <p:blipFill rotWithShape="1">
          <a:blip r:embed="rId4">
            <a:alphaModFix/>
          </a:blip>
          <a:srcRect b="0" l="0" r="0" t="0"/>
          <a:stretch/>
        </p:blipFill>
        <p:spPr>
          <a:xfrm>
            <a:off x="16018376" y="3322148"/>
            <a:ext cx="278051" cy="281608"/>
          </a:xfrm>
          <a:prstGeom prst="rect">
            <a:avLst/>
          </a:prstGeom>
          <a:noFill/>
          <a:ln>
            <a:noFill/>
          </a:ln>
        </p:spPr>
      </p:pic>
      <p:pic>
        <p:nvPicPr>
          <p:cNvPr descr="Yellow_single_sparkle.png" id="70" name="Google Shape;70;p5"/>
          <p:cNvPicPr preferRelativeResize="0"/>
          <p:nvPr/>
        </p:nvPicPr>
        <p:blipFill rotWithShape="1">
          <a:blip r:embed="rId4">
            <a:alphaModFix/>
          </a:blip>
          <a:srcRect b="0" l="0" r="0" t="0"/>
          <a:stretch/>
        </p:blipFill>
        <p:spPr>
          <a:xfrm>
            <a:off x="17311114" y="3570502"/>
            <a:ext cx="163721" cy="165815"/>
          </a:xfrm>
          <a:prstGeom prst="rect">
            <a:avLst/>
          </a:prstGeom>
          <a:noFill/>
          <a:ln>
            <a:noFill/>
          </a:ln>
        </p:spPr>
      </p:pic>
      <p:pic>
        <p:nvPicPr>
          <p:cNvPr id="71" name="Google Shape;71;p5" title="shadow-1.png"/>
          <p:cNvPicPr preferRelativeResize="0"/>
          <p:nvPr/>
        </p:nvPicPr>
        <p:blipFill>
          <a:blip r:embed="rId5">
            <a:alphaModFix/>
          </a:blip>
          <a:stretch>
            <a:fillRect/>
          </a:stretch>
        </p:blipFill>
        <p:spPr>
          <a:xfrm>
            <a:off x="13273376" y="8360625"/>
            <a:ext cx="4904776" cy="713683"/>
          </a:xfrm>
          <a:prstGeom prst="rect">
            <a:avLst/>
          </a:prstGeom>
          <a:noFill/>
          <a:ln>
            <a:noFill/>
          </a:ln>
        </p:spPr>
      </p:pic>
      <p:pic>
        <p:nvPicPr>
          <p:cNvPr id="72" name="Google Shape;72;p5" title="Astro_trailblazer.png"/>
          <p:cNvPicPr preferRelativeResize="0"/>
          <p:nvPr/>
        </p:nvPicPr>
        <p:blipFill>
          <a:blip r:embed="rId6">
            <a:alphaModFix/>
          </a:blip>
          <a:stretch>
            <a:fillRect/>
          </a:stretch>
        </p:blipFill>
        <p:spPr>
          <a:xfrm>
            <a:off x="13642848" y="3675888"/>
            <a:ext cx="3163999" cy="5146074"/>
          </a:xfrm>
          <a:prstGeom prst="rect">
            <a:avLst/>
          </a:prstGeom>
          <a:noFill/>
          <a:ln>
            <a:noFill/>
          </a:ln>
        </p:spPr>
      </p:pic>
      <p:pic>
        <p:nvPicPr>
          <p:cNvPr descr="Group" id="73" name="Google Shape;73;p5"/>
          <p:cNvPicPr preferRelativeResize="0"/>
          <p:nvPr/>
        </p:nvPicPr>
        <p:blipFill rotWithShape="1">
          <a:blip r:embed="rId7">
            <a:alphaModFix/>
          </a:blip>
          <a:srcRect b="0" l="0" r="0" t="0"/>
          <a:stretch/>
        </p:blipFill>
        <p:spPr>
          <a:xfrm>
            <a:off x="13740739" y="6261647"/>
            <a:ext cx="2630294" cy="1841600"/>
          </a:xfrm>
          <a:prstGeom prst="rect">
            <a:avLst/>
          </a:prstGeom>
          <a:noFill/>
          <a:ln>
            <a:noFill/>
          </a:ln>
        </p:spPr>
      </p:pic>
      <p:pic>
        <p:nvPicPr>
          <p:cNvPr id="74" name="Google Shape;74;p5" title="Astro_trailblazer_hand.png"/>
          <p:cNvPicPr preferRelativeResize="0"/>
          <p:nvPr/>
        </p:nvPicPr>
        <p:blipFill rotWithShape="1">
          <a:blip r:embed="rId8">
            <a:alphaModFix/>
          </a:blip>
          <a:srcRect b="32105" l="0" r="0" t="32108"/>
          <a:stretch/>
        </p:blipFill>
        <p:spPr>
          <a:xfrm>
            <a:off x="13642850" y="5328124"/>
            <a:ext cx="3164002" cy="1841603"/>
          </a:xfrm>
          <a:prstGeom prst="rect">
            <a:avLst/>
          </a:prstGeom>
          <a:noFill/>
          <a:ln>
            <a:noFill/>
          </a:ln>
        </p:spPr>
      </p:pic>
      <p:grpSp>
        <p:nvGrpSpPr>
          <p:cNvPr id="75" name="Google Shape;75;p5"/>
          <p:cNvGrpSpPr/>
          <p:nvPr/>
        </p:nvGrpSpPr>
        <p:grpSpPr>
          <a:xfrm>
            <a:off x="857250" y="1013602"/>
            <a:ext cx="2540268" cy="729818"/>
            <a:chOff x="5913125" y="1232600"/>
            <a:chExt cx="3443497" cy="989449"/>
          </a:xfrm>
        </p:grpSpPr>
        <p:sp>
          <p:nvSpPr>
            <p:cNvPr id="76" name="Google Shape;76;p5"/>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77" name="Google Shape;77;p5"/>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 6 Points">
  <p:cSld name="TITLE_1_1_1_1_1_1">
    <p:bg>
      <p:bgPr>
        <a:gradFill>
          <a:gsLst>
            <a:gs pos="0">
              <a:srgbClr val="90D0FE"/>
            </a:gs>
            <a:gs pos="100000">
              <a:srgbClr val="EAF5FE"/>
            </a:gs>
          </a:gsLst>
          <a:lin ang="5400012" scaled="0"/>
        </a:gradFill>
      </p:bgPr>
    </p:bg>
    <p:spTree>
      <p:nvGrpSpPr>
        <p:cNvPr id="78" name="Shape 78"/>
        <p:cNvGrpSpPr/>
        <p:nvPr/>
      </p:nvGrpSpPr>
      <p:grpSpPr>
        <a:xfrm>
          <a:off x="0" y="0"/>
          <a:ext cx="0" cy="0"/>
          <a:chOff x="0" y="0"/>
          <a:chExt cx="0" cy="0"/>
        </a:xfrm>
      </p:grpSpPr>
      <p:grpSp>
        <p:nvGrpSpPr>
          <p:cNvPr id="79" name="Google Shape;79;p6"/>
          <p:cNvGrpSpPr/>
          <p:nvPr/>
        </p:nvGrpSpPr>
        <p:grpSpPr>
          <a:xfrm>
            <a:off x="14497041" y="952412"/>
            <a:ext cx="1598127" cy="459104"/>
            <a:chOff x="5913125" y="1232600"/>
            <a:chExt cx="3443497" cy="989449"/>
          </a:xfrm>
        </p:grpSpPr>
        <p:sp>
          <p:nvSpPr>
            <p:cNvPr id="80" name="Google Shape;80;p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81" name="Google Shape;81;p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82" name="Google Shape;82;p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83" name="Google Shape;83;p6"/>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84" name="Google Shape;84;p6"/>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85" name="Google Shape;85;p6"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86" name="Google Shape;86;p6"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pic>
        <p:nvPicPr>
          <p:cNvPr id="87" name="Google Shape;87;p6"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
        <p:nvSpPr>
          <p:cNvPr id="88" name="Google Shape;88;p6"/>
          <p:cNvSpPr txBox="1"/>
          <p:nvPr>
            <p:ph type="title"/>
          </p:nvPr>
        </p:nvSpPr>
        <p:spPr>
          <a:xfrm>
            <a:off x="1333500" y="2762250"/>
            <a:ext cx="4530000" cy="47625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66AFE"/>
              </a:buClr>
              <a:buSzPts val="7200"/>
              <a:buNone/>
              <a:defRPr sz="7200">
                <a:solidFill>
                  <a:srgbClr val="066AFE"/>
                </a:solidFill>
              </a:defRPr>
            </a:lvl1pPr>
            <a:lvl2pPr lvl="1" algn="ctr">
              <a:spcBef>
                <a:spcPts val="0"/>
              </a:spcBef>
              <a:spcAft>
                <a:spcPts val="0"/>
              </a:spcAft>
              <a:buClr>
                <a:srgbClr val="066AFE"/>
              </a:buClr>
              <a:buSzPts val="7200"/>
              <a:buNone/>
              <a:defRPr sz="7200">
                <a:solidFill>
                  <a:srgbClr val="066AFE"/>
                </a:solidFill>
              </a:defRPr>
            </a:lvl2pPr>
            <a:lvl3pPr lvl="2" algn="ctr">
              <a:spcBef>
                <a:spcPts val="0"/>
              </a:spcBef>
              <a:spcAft>
                <a:spcPts val="0"/>
              </a:spcAft>
              <a:buClr>
                <a:srgbClr val="066AFE"/>
              </a:buClr>
              <a:buSzPts val="7200"/>
              <a:buNone/>
              <a:defRPr sz="7200">
                <a:solidFill>
                  <a:srgbClr val="066AFE"/>
                </a:solidFill>
              </a:defRPr>
            </a:lvl3pPr>
            <a:lvl4pPr lvl="3" algn="ctr">
              <a:spcBef>
                <a:spcPts val="0"/>
              </a:spcBef>
              <a:spcAft>
                <a:spcPts val="0"/>
              </a:spcAft>
              <a:buClr>
                <a:srgbClr val="066AFE"/>
              </a:buClr>
              <a:buSzPts val="7200"/>
              <a:buNone/>
              <a:defRPr sz="7200">
                <a:solidFill>
                  <a:srgbClr val="066AFE"/>
                </a:solidFill>
              </a:defRPr>
            </a:lvl4pPr>
            <a:lvl5pPr lvl="4" algn="ctr">
              <a:spcBef>
                <a:spcPts val="0"/>
              </a:spcBef>
              <a:spcAft>
                <a:spcPts val="0"/>
              </a:spcAft>
              <a:buClr>
                <a:srgbClr val="066AFE"/>
              </a:buClr>
              <a:buSzPts val="7200"/>
              <a:buNone/>
              <a:defRPr sz="7200">
                <a:solidFill>
                  <a:srgbClr val="066AFE"/>
                </a:solidFill>
              </a:defRPr>
            </a:lvl5pPr>
            <a:lvl6pPr lvl="5" algn="ctr">
              <a:spcBef>
                <a:spcPts val="0"/>
              </a:spcBef>
              <a:spcAft>
                <a:spcPts val="0"/>
              </a:spcAft>
              <a:buClr>
                <a:srgbClr val="066AFE"/>
              </a:buClr>
              <a:buSzPts val="7200"/>
              <a:buNone/>
              <a:defRPr sz="7200">
                <a:solidFill>
                  <a:srgbClr val="066AFE"/>
                </a:solidFill>
              </a:defRPr>
            </a:lvl6pPr>
            <a:lvl7pPr lvl="6" algn="ctr">
              <a:spcBef>
                <a:spcPts val="0"/>
              </a:spcBef>
              <a:spcAft>
                <a:spcPts val="0"/>
              </a:spcAft>
              <a:buClr>
                <a:srgbClr val="066AFE"/>
              </a:buClr>
              <a:buSzPts val="7200"/>
              <a:buNone/>
              <a:defRPr sz="7200">
                <a:solidFill>
                  <a:srgbClr val="066AFE"/>
                </a:solidFill>
              </a:defRPr>
            </a:lvl7pPr>
            <a:lvl8pPr lvl="7" algn="ctr">
              <a:spcBef>
                <a:spcPts val="0"/>
              </a:spcBef>
              <a:spcAft>
                <a:spcPts val="0"/>
              </a:spcAft>
              <a:buClr>
                <a:srgbClr val="066AFE"/>
              </a:buClr>
              <a:buSzPts val="7200"/>
              <a:buNone/>
              <a:defRPr sz="7200">
                <a:solidFill>
                  <a:srgbClr val="066AFE"/>
                </a:solidFill>
              </a:defRPr>
            </a:lvl8pPr>
            <a:lvl9pPr lvl="8" algn="ctr">
              <a:spcBef>
                <a:spcPts val="0"/>
              </a:spcBef>
              <a:spcAft>
                <a:spcPts val="0"/>
              </a:spcAft>
              <a:buClr>
                <a:srgbClr val="066AFE"/>
              </a:buClr>
              <a:buSzPts val="7200"/>
              <a:buNone/>
              <a:defRPr sz="7200">
                <a:solidFill>
                  <a:srgbClr val="066AFE"/>
                </a:solidFill>
              </a:defRPr>
            </a:lvl9pPr>
          </a:lstStyle>
          <a:p/>
        </p:txBody>
      </p:sp>
      <p:sp>
        <p:nvSpPr>
          <p:cNvPr id="89" name="Google Shape;89;p6"/>
          <p:cNvSpPr txBox="1"/>
          <p:nvPr>
            <p:ph idx="1" type="body"/>
          </p:nvPr>
        </p:nvSpPr>
        <p:spPr>
          <a:xfrm>
            <a:off x="10392825" y="2269872"/>
            <a:ext cx="5418600" cy="857700"/>
          </a:xfrm>
          <a:prstGeom prst="rect">
            <a:avLst/>
          </a:prstGeom>
          <a:ln>
            <a:noFill/>
          </a:ln>
        </p:spPr>
        <p:txBody>
          <a:bodyPr anchorCtr="0" anchor="ctr"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90" name="Google Shape;90;p6"/>
          <p:cNvSpPr txBox="1"/>
          <p:nvPr>
            <p:ph idx="2" type="body"/>
          </p:nvPr>
        </p:nvSpPr>
        <p:spPr>
          <a:xfrm>
            <a:off x="10392825" y="3270410"/>
            <a:ext cx="5418600" cy="857700"/>
          </a:xfrm>
          <a:prstGeom prst="rect">
            <a:avLst/>
          </a:prstGeom>
          <a:ln>
            <a:noFill/>
          </a:ln>
        </p:spPr>
        <p:txBody>
          <a:bodyPr anchorCtr="0" anchor="ctr" bIns="0" lIns="0" spcFirstLastPara="1" rIns="0" wrap="square" tIns="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91" name="Google Shape;91;p6"/>
          <p:cNvSpPr txBox="1"/>
          <p:nvPr>
            <p:ph idx="3" type="body"/>
          </p:nvPr>
        </p:nvSpPr>
        <p:spPr>
          <a:xfrm>
            <a:off x="10392825" y="4270948"/>
            <a:ext cx="5418600" cy="857700"/>
          </a:xfrm>
          <a:prstGeom prst="rect">
            <a:avLst/>
          </a:prstGeom>
          <a:ln>
            <a:noFill/>
          </a:ln>
        </p:spPr>
        <p:txBody>
          <a:bodyPr anchorCtr="0" anchor="ctr" bIns="0" lIns="0" spcFirstLastPara="1" rIns="0" wrap="square" tIns="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92" name="Google Shape;92;p6"/>
          <p:cNvSpPr txBox="1"/>
          <p:nvPr>
            <p:ph idx="4" type="body"/>
          </p:nvPr>
        </p:nvSpPr>
        <p:spPr>
          <a:xfrm>
            <a:off x="10392825" y="5271486"/>
            <a:ext cx="5418600" cy="857700"/>
          </a:xfrm>
          <a:prstGeom prst="rect">
            <a:avLst/>
          </a:prstGeom>
          <a:ln>
            <a:noFill/>
          </a:ln>
        </p:spPr>
        <p:txBody>
          <a:bodyPr anchorCtr="0" anchor="ctr" bIns="0" lIns="0" spcFirstLastPara="1" rIns="0" wrap="square" tIns="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93" name="Google Shape;93;p6"/>
          <p:cNvSpPr txBox="1"/>
          <p:nvPr>
            <p:ph idx="5" type="body"/>
          </p:nvPr>
        </p:nvSpPr>
        <p:spPr>
          <a:xfrm>
            <a:off x="10392825" y="6272023"/>
            <a:ext cx="5418600" cy="857700"/>
          </a:xfrm>
          <a:prstGeom prst="rect">
            <a:avLst/>
          </a:prstGeom>
          <a:ln>
            <a:noFill/>
          </a:ln>
        </p:spPr>
        <p:txBody>
          <a:bodyPr anchorCtr="0" anchor="ctr" bIns="0" lIns="0" spcFirstLastPara="1" rIns="0" wrap="square" tIns="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94" name="Google Shape;94;p6"/>
          <p:cNvSpPr txBox="1"/>
          <p:nvPr>
            <p:ph idx="6" type="body"/>
          </p:nvPr>
        </p:nvSpPr>
        <p:spPr>
          <a:xfrm>
            <a:off x="10392825" y="7272561"/>
            <a:ext cx="5418600" cy="857700"/>
          </a:xfrm>
          <a:prstGeom prst="rect">
            <a:avLst/>
          </a:prstGeom>
          <a:ln>
            <a:noFill/>
          </a:ln>
        </p:spPr>
        <p:txBody>
          <a:bodyPr anchorCtr="0" anchor="ctr" bIns="0" lIns="0" spcFirstLastPara="1" rIns="0" wrap="square" tIns="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95" name="Google Shape;95;p6"/>
          <p:cNvSpPr txBox="1"/>
          <p:nvPr/>
        </p:nvSpPr>
        <p:spPr>
          <a:xfrm>
            <a:off x="9429759" y="2431722"/>
            <a:ext cx="588900" cy="534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200"/>
              </a:spcAft>
              <a:buNone/>
            </a:pPr>
            <a:r>
              <a:rPr lang="en" sz="3600">
                <a:solidFill>
                  <a:srgbClr val="066AFE"/>
                </a:solidFill>
                <a:latin typeface="Avant Garde Demi SFDC"/>
                <a:ea typeface="Avant Garde Demi SFDC"/>
                <a:cs typeface="Avant Garde Demi SFDC"/>
                <a:sym typeface="Avant Garde Demi SFDC"/>
              </a:rPr>
              <a:t>01</a:t>
            </a:r>
            <a:endParaRPr sz="3600">
              <a:solidFill>
                <a:srgbClr val="066AFE"/>
              </a:solidFill>
              <a:latin typeface="Avant Garde Demi SFDC"/>
              <a:ea typeface="Avant Garde Demi SFDC"/>
              <a:cs typeface="Avant Garde Demi SFDC"/>
              <a:sym typeface="Avant Garde Demi SFDC"/>
            </a:endParaRPr>
          </a:p>
        </p:txBody>
      </p:sp>
      <p:sp>
        <p:nvSpPr>
          <p:cNvPr id="96" name="Google Shape;96;p6"/>
          <p:cNvSpPr txBox="1"/>
          <p:nvPr/>
        </p:nvSpPr>
        <p:spPr>
          <a:xfrm>
            <a:off x="9429759" y="7434411"/>
            <a:ext cx="588900" cy="534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200"/>
              </a:spcAft>
              <a:buNone/>
            </a:pPr>
            <a:r>
              <a:rPr lang="en" sz="3600">
                <a:solidFill>
                  <a:srgbClr val="066AFE"/>
                </a:solidFill>
                <a:latin typeface="Avant Garde Demi SFDC"/>
                <a:ea typeface="Avant Garde Demi SFDC"/>
                <a:cs typeface="Avant Garde Demi SFDC"/>
                <a:sym typeface="Avant Garde Demi SFDC"/>
              </a:rPr>
              <a:t>06</a:t>
            </a:r>
            <a:endParaRPr sz="3600">
              <a:solidFill>
                <a:srgbClr val="066AFE"/>
              </a:solidFill>
              <a:latin typeface="Avant Garde Demi SFDC"/>
              <a:ea typeface="Avant Garde Demi SFDC"/>
              <a:cs typeface="Avant Garde Demi SFDC"/>
              <a:sym typeface="Avant Garde Demi SFDC"/>
            </a:endParaRPr>
          </a:p>
        </p:txBody>
      </p:sp>
      <p:sp>
        <p:nvSpPr>
          <p:cNvPr id="97" name="Google Shape;97;p6"/>
          <p:cNvSpPr txBox="1"/>
          <p:nvPr/>
        </p:nvSpPr>
        <p:spPr>
          <a:xfrm>
            <a:off x="9429759" y="3432260"/>
            <a:ext cx="588900" cy="534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200"/>
              </a:spcAft>
              <a:buNone/>
            </a:pPr>
            <a:r>
              <a:rPr lang="en" sz="3600">
                <a:solidFill>
                  <a:srgbClr val="066AFE"/>
                </a:solidFill>
                <a:latin typeface="Avant Garde Demi SFDC"/>
                <a:ea typeface="Avant Garde Demi SFDC"/>
                <a:cs typeface="Avant Garde Demi SFDC"/>
                <a:sym typeface="Avant Garde Demi SFDC"/>
              </a:rPr>
              <a:t>02</a:t>
            </a:r>
            <a:endParaRPr sz="3600">
              <a:solidFill>
                <a:srgbClr val="066AFE"/>
              </a:solidFill>
              <a:latin typeface="Avant Garde Demi SFDC"/>
              <a:ea typeface="Avant Garde Demi SFDC"/>
              <a:cs typeface="Avant Garde Demi SFDC"/>
              <a:sym typeface="Avant Garde Demi SFDC"/>
            </a:endParaRPr>
          </a:p>
        </p:txBody>
      </p:sp>
      <p:sp>
        <p:nvSpPr>
          <p:cNvPr id="98" name="Google Shape;98;p6"/>
          <p:cNvSpPr txBox="1"/>
          <p:nvPr/>
        </p:nvSpPr>
        <p:spPr>
          <a:xfrm>
            <a:off x="9429759" y="4432798"/>
            <a:ext cx="588900" cy="534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200"/>
              </a:spcAft>
              <a:buNone/>
            </a:pPr>
            <a:r>
              <a:rPr lang="en" sz="3600">
                <a:solidFill>
                  <a:srgbClr val="066AFE"/>
                </a:solidFill>
                <a:latin typeface="Avant Garde Demi SFDC"/>
                <a:ea typeface="Avant Garde Demi SFDC"/>
                <a:cs typeface="Avant Garde Demi SFDC"/>
                <a:sym typeface="Avant Garde Demi SFDC"/>
              </a:rPr>
              <a:t>03</a:t>
            </a:r>
            <a:endParaRPr sz="3600">
              <a:solidFill>
                <a:srgbClr val="066AFE"/>
              </a:solidFill>
              <a:latin typeface="Avant Garde Demi SFDC"/>
              <a:ea typeface="Avant Garde Demi SFDC"/>
              <a:cs typeface="Avant Garde Demi SFDC"/>
              <a:sym typeface="Avant Garde Demi SFDC"/>
            </a:endParaRPr>
          </a:p>
        </p:txBody>
      </p:sp>
      <p:sp>
        <p:nvSpPr>
          <p:cNvPr id="99" name="Google Shape;99;p6"/>
          <p:cNvSpPr txBox="1"/>
          <p:nvPr/>
        </p:nvSpPr>
        <p:spPr>
          <a:xfrm>
            <a:off x="9429759" y="5433336"/>
            <a:ext cx="588900" cy="534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200"/>
              </a:spcAft>
              <a:buNone/>
            </a:pPr>
            <a:r>
              <a:rPr lang="en" sz="3600">
                <a:solidFill>
                  <a:srgbClr val="066AFE"/>
                </a:solidFill>
                <a:latin typeface="Avant Garde Demi SFDC"/>
                <a:ea typeface="Avant Garde Demi SFDC"/>
                <a:cs typeface="Avant Garde Demi SFDC"/>
                <a:sym typeface="Avant Garde Demi SFDC"/>
              </a:rPr>
              <a:t>04</a:t>
            </a:r>
            <a:endParaRPr sz="3600">
              <a:solidFill>
                <a:srgbClr val="066AFE"/>
              </a:solidFill>
              <a:latin typeface="Avant Garde Demi SFDC"/>
              <a:ea typeface="Avant Garde Demi SFDC"/>
              <a:cs typeface="Avant Garde Demi SFDC"/>
              <a:sym typeface="Avant Garde Demi SFDC"/>
            </a:endParaRPr>
          </a:p>
        </p:txBody>
      </p:sp>
      <p:sp>
        <p:nvSpPr>
          <p:cNvPr id="100" name="Google Shape;100;p6"/>
          <p:cNvSpPr txBox="1"/>
          <p:nvPr/>
        </p:nvSpPr>
        <p:spPr>
          <a:xfrm>
            <a:off x="9429759" y="6433873"/>
            <a:ext cx="588900" cy="534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200"/>
              </a:spcAft>
              <a:buNone/>
            </a:pPr>
            <a:r>
              <a:rPr lang="en" sz="3600">
                <a:solidFill>
                  <a:srgbClr val="066AFE"/>
                </a:solidFill>
                <a:latin typeface="Avant Garde Demi SFDC"/>
                <a:ea typeface="Avant Garde Demi SFDC"/>
                <a:cs typeface="Avant Garde Demi SFDC"/>
                <a:sym typeface="Avant Garde Demi SFDC"/>
              </a:rPr>
              <a:t>05</a:t>
            </a:r>
            <a:endParaRPr sz="3600">
              <a:solidFill>
                <a:srgbClr val="066AFE"/>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5 Points">
  <p:cSld name="TITLE_1_1_1_1_1_1_8">
    <p:bg>
      <p:bgPr>
        <a:gradFill>
          <a:gsLst>
            <a:gs pos="0">
              <a:srgbClr val="90D0FE"/>
            </a:gs>
            <a:gs pos="100000">
              <a:srgbClr val="EAF5FE"/>
            </a:gs>
          </a:gsLst>
          <a:lin ang="5400012" scaled="0"/>
        </a:gradFill>
      </p:bgPr>
    </p:bg>
    <p:spTree>
      <p:nvGrpSpPr>
        <p:cNvPr id="101" name="Shape 101"/>
        <p:cNvGrpSpPr/>
        <p:nvPr/>
      </p:nvGrpSpPr>
      <p:grpSpPr>
        <a:xfrm>
          <a:off x="0" y="0"/>
          <a:ext cx="0" cy="0"/>
          <a:chOff x="0" y="0"/>
          <a:chExt cx="0" cy="0"/>
        </a:xfrm>
      </p:grpSpPr>
      <p:grpSp>
        <p:nvGrpSpPr>
          <p:cNvPr id="102" name="Google Shape;102;p7"/>
          <p:cNvGrpSpPr/>
          <p:nvPr/>
        </p:nvGrpSpPr>
        <p:grpSpPr>
          <a:xfrm>
            <a:off x="14497041" y="952412"/>
            <a:ext cx="1598127" cy="459104"/>
            <a:chOff x="5913125" y="1232600"/>
            <a:chExt cx="3443497" cy="989449"/>
          </a:xfrm>
        </p:grpSpPr>
        <p:sp>
          <p:nvSpPr>
            <p:cNvPr id="103" name="Google Shape;103;p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04" name="Google Shape;104;p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05" name="Google Shape;105;p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06" name="Google Shape;106;p7"/>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07" name="Google Shape;107;p7"/>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108" name="Google Shape;108;p7"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109" name="Google Shape;109;p7"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pic>
        <p:nvPicPr>
          <p:cNvPr id="110" name="Google Shape;110;p7"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
        <p:nvSpPr>
          <p:cNvPr id="111" name="Google Shape;111;p7"/>
          <p:cNvSpPr txBox="1"/>
          <p:nvPr>
            <p:ph type="title"/>
          </p:nvPr>
        </p:nvSpPr>
        <p:spPr>
          <a:xfrm>
            <a:off x="1333500" y="2762250"/>
            <a:ext cx="4530000" cy="47625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66AFE"/>
              </a:buClr>
              <a:buSzPts val="7200"/>
              <a:buNone/>
              <a:defRPr sz="7200">
                <a:solidFill>
                  <a:srgbClr val="066AFE"/>
                </a:solidFill>
              </a:defRPr>
            </a:lvl1pPr>
            <a:lvl2pPr lvl="1" algn="ctr">
              <a:spcBef>
                <a:spcPts val="0"/>
              </a:spcBef>
              <a:spcAft>
                <a:spcPts val="0"/>
              </a:spcAft>
              <a:buClr>
                <a:srgbClr val="066AFE"/>
              </a:buClr>
              <a:buSzPts val="7200"/>
              <a:buNone/>
              <a:defRPr sz="7200">
                <a:solidFill>
                  <a:srgbClr val="066AFE"/>
                </a:solidFill>
              </a:defRPr>
            </a:lvl2pPr>
            <a:lvl3pPr lvl="2" algn="ctr">
              <a:spcBef>
                <a:spcPts val="0"/>
              </a:spcBef>
              <a:spcAft>
                <a:spcPts val="0"/>
              </a:spcAft>
              <a:buClr>
                <a:srgbClr val="066AFE"/>
              </a:buClr>
              <a:buSzPts val="7200"/>
              <a:buNone/>
              <a:defRPr sz="7200">
                <a:solidFill>
                  <a:srgbClr val="066AFE"/>
                </a:solidFill>
              </a:defRPr>
            </a:lvl3pPr>
            <a:lvl4pPr lvl="3" algn="ctr">
              <a:spcBef>
                <a:spcPts val="0"/>
              </a:spcBef>
              <a:spcAft>
                <a:spcPts val="0"/>
              </a:spcAft>
              <a:buClr>
                <a:srgbClr val="066AFE"/>
              </a:buClr>
              <a:buSzPts val="7200"/>
              <a:buNone/>
              <a:defRPr sz="7200">
                <a:solidFill>
                  <a:srgbClr val="066AFE"/>
                </a:solidFill>
              </a:defRPr>
            </a:lvl4pPr>
            <a:lvl5pPr lvl="4" algn="ctr">
              <a:spcBef>
                <a:spcPts val="0"/>
              </a:spcBef>
              <a:spcAft>
                <a:spcPts val="0"/>
              </a:spcAft>
              <a:buClr>
                <a:srgbClr val="066AFE"/>
              </a:buClr>
              <a:buSzPts val="7200"/>
              <a:buNone/>
              <a:defRPr sz="7200">
                <a:solidFill>
                  <a:srgbClr val="066AFE"/>
                </a:solidFill>
              </a:defRPr>
            </a:lvl5pPr>
            <a:lvl6pPr lvl="5" algn="ctr">
              <a:spcBef>
                <a:spcPts val="0"/>
              </a:spcBef>
              <a:spcAft>
                <a:spcPts val="0"/>
              </a:spcAft>
              <a:buClr>
                <a:srgbClr val="066AFE"/>
              </a:buClr>
              <a:buSzPts val="7200"/>
              <a:buNone/>
              <a:defRPr sz="7200">
                <a:solidFill>
                  <a:srgbClr val="066AFE"/>
                </a:solidFill>
              </a:defRPr>
            </a:lvl6pPr>
            <a:lvl7pPr lvl="6" algn="ctr">
              <a:spcBef>
                <a:spcPts val="0"/>
              </a:spcBef>
              <a:spcAft>
                <a:spcPts val="0"/>
              </a:spcAft>
              <a:buClr>
                <a:srgbClr val="066AFE"/>
              </a:buClr>
              <a:buSzPts val="7200"/>
              <a:buNone/>
              <a:defRPr sz="7200">
                <a:solidFill>
                  <a:srgbClr val="066AFE"/>
                </a:solidFill>
              </a:defRPr>
            </a:lvl7pPr>
            <a:lvl8pPr lvl="7" algn="ctr">
              <a:spcBef>
                <a:spcPts val="0"/>
              </a:spcBef>
              <a:spcAft>
                <a:spcPts val="0"/>
              </a:spcAft>
              <a:buClr>
                <a:srgbClr val="066AFE"/>
              </a:buClr>
              <a:buSzPts val="7200"/>
              <a:buNone/>
              <a:defRPr sz="7200">
                <a:solidFill>
                  <a:srgbClr val="066AFE"/>
                </a:solidFill>
              </a:defRPr>
            </a:lvl8pPr>
            <a:lvl9pPr lvl="8" algn="ctr">
              <a:spcBef>
                <a:spcPts val="0"/>
              </a:spcBef>
              <a:spcAft>
                <a:spcPts val="0"/>
              </a:spcAft>
              <a:buClr>
                <a:srgbClr val="066AFE"/>
              </a:buClr>
              <a:buSzPts val="7200"/>
              <a:buNone/>
              <a:defRPr sz="7200">
                <a:solidFill>
                  <a:srgbClr val="066AFE"/>
                </a:solidFill>
              </a:defRPr>
            </a:lvl9pPr>
          </a:lstStyle>
          <a:p/>
        </p:txBody>
      </p:sp>
      <p:sp>
        <p:nvSpPr>
          <p:cNvPr id="112" name="Google Shape;112;p7"/>
          <p:cNvSpPr txBox="1"/>
          <p:nvPr>
            <p:ph idx="1" type="body"/>
          </p:nvPr>
        </p:nvSpPr>
        <p:spPr>
          <a:xfrm>
            <a:off x="9700874" y="2403289"/>
            <a:ext cx="6110700" cy="967200"/>
          </a:xfrm>
          <a:prstGeom prst="rect">
            <a:avLst/>
          </a:prstGeom>
          <a:ln>
            <a:noFill/>
          </a:ln>
        </p:spPr>
        <p:txBody>
          <a:bodyPr anchorCtr="0" anchor="ctr" bIns="103100" lIns="103100" spcFirstLastPara="1" rIns="103100" wrap="square" tIns="103100">
            <a:noAutofit/>
          </a:bodyPr>
          <a:lstStyle>
            <a:lvl1pPr indent="-443427" lvl="0" marL="457200">
              <a:spcBef>
                <a:spcPts val="0"/>
              </a:spcBef>
              <a:spcAft>
                <a:spcPts val="0"/>
              </a:spcAft>
              <a:buSzPts val="3383"/>
              <a:buChar char="●"/>
              <a:defRPr sz="3383"/>
            </a:lvl1pPr>
            <a:lvl2pPr indent="-414783" lvl="1" marL="914400">
              <a:spcBef>
                <a:spcPts val="2030"/>
              </a:spcBef>
              <a:spcAft>
                <a:spcPts val="0"/>
              </a:spcAft>
              <a:buSzPts val="2932"/>
              <a:buChar char="○"/>
              <a:defRPr sz="2932"/>
            </a:lvl2pPr>
            <a:lvl3pPr indent="-400462" lvl="2" marL="1371600">
              <a:spcBef>
                <a:spcPts val="2030"/>
              </a:spcBef>
              <a:spcAft>
                <a:spcPts val="0"/>
              </a:spcAft>
              <a:buSzPts val="2706"/>
              <a:buChar char="■"/>
              <a:defRPr sz="2706"/>
            </a:lvl3pPr>
            <a:lvl4pPr indent="-386140" lvl="3" marL="1828800">
              <a:spcBef>
                <a:spcPts val="2030"/>
              </a:spcBef>
              <a:spcAft>
                <a:spcPts val="0"/>
              </a:spcAft>
              <a:buSzPts val="2481"/>
              <a:buChar char="●"/>
              <a:defRPr sz="2481"/>
            </a:lvl4pPr>
            <a:lvl5pPr indent="-371818" lvl="4" marL="2286000">
              <a:spcBef>
                <a:spcPts val="2030"/>
              </a:spcBef>
              <a:spcAft>
                <a:spcPts val="0"/>
              </a:spcAft>
              <a:buSzPts val="2255"/>
              <a:buChar char="○"/>
              <a:defRPr sz="2255"/>
            </a:lvl5pPr>
            <a:lvl6pPr indent="-357496" lvl="5" marL="2743200">
              <a:spcBef>
                <a:spcPts val="2030"/>
              </a:spcBef>
              <a:spcAft>
                <a:spcPts val="0"/>
              </a:spcAft>
              <a:buSzPts val="2030"/>
              <a:buChar char="■"/>
              <a:defRPr sz="2030"/>
            </a:lvl6pPr>
            <a:lvl7pPr indent="-357496" lvl="6" marL="3200400">
              <a:spcBef>
                <a:spcPts val="2030"/>
              </a:spcBef>
              <a:spcAft>
                <a:spcPts val="0"/>
              </a:spcAft>
              <a:buSzPts val="2030"/>
              <a:buChar char="●"/>
              <a:defRPr sz="2030"/>
            </a:lvl7pPr>
            <a:lvl8pPr indent="-357496" lvl="7" marL="3657600">
              <a:spcBef>
                <a:spcPts val="2030"/>
              </a:spcBef>
              <a:spcAft>
                <a:spcPts val="0"/>
              </a:spcAft>
              <a:buSzPts val="2030"/>
              <a:buChar char="○"/>
              <a:defRPr sz="2030"/>
            </a:lvl8pPr>
            <a:lvl9pPr indent="-357496" lvl="8" marL="4114800">
              <a:spcBef>
                <a:spcPts val="2030"/>
              </a:spcBef>
              <a:spcAft>
                <a:spcPts val="2030"/>
              </a:spcAft>
              <a:buSzPts val="2030"/>
              <a:buChar char="■"/>
              <a:defRPr sz="2030"/>
            </a:lvl9pPr>
          </a:lstStyle>
          <a:p/>
        </p:txBody>
      </p:sp>
      <p:sp>
        <p:nvSpPr>
          <p:cNvPr id="113" name="Google Shape;113;p7"/>
          <p:cNvSpPr txBox="1"/>
          <p:nvPr>
            <p:ph idx="2" type="body"/>
          </p:nvPr>
        </p:nvSpPr>
        <p:spPr>
          <a:xfrm>
            <a:off x="9700874" y="3531594"/>
            <a:ext cx="6110700" cy="967200"/>
          </a:xfrm>
          <a:prstGeom prst="rect">
            <a:avLst/>
          </a:prstGeom>
          <a:ln>
            <a:noFill/>
          </a:ln>
        </p:spPr>
        <p:txBody>
          <a:bodyPr anchorCtr="0" anchor="ctr" bIns="103100" lIns="103100" spcFirstLastPara="1" rIns="103100" wrap="square" tIns="103100">
            <a:noAutofit/>
          </a:bodyPr>
          <a:lstStyle>
            <a:lvl1pPr indent="-443427" lvl="0" marL="457200">
              <a:spcBef>
                <a:spcPts val="0"/>
              </a:spcBef>
              <a:spcAft>
                <a:spcPts val="0"/>
              </a:spcAft>
              <a:buSzPts val="3383"/>
              <a:buChar char="●"/>
              <a:defRPr sz="3383"/>
            </a:lvl1pPr>
            <a:lvl2pPr indent="-414783" lvl="1" marL="914400">
              <a:spcBef>
                <a:spcPts val="2030"/>
              </a:spcBef>
              <a:spcAft>
                <a:spcPts val="0"/>
              </a:spcAft>
              <a:buSzPts val="2932"/>
              <a:buChar char="○"/>
              <a:defRPr sz="2932"/>
            </a:lvl2pPr>
            <a:lvl3pPr indent="-400462" lvl="2" marL="1371600">
              <a:spcBef>
                <a:spcPts val="2030"/>
              </a:spcBef>
              <a:spcAft>
                <a:spcPts val="0"/>
              </a:spcAft>
              <a:buSzPts val="2706"/>
              <a:buChar char="■"/>
              <a:defRPr sz="2706"/>
            </a:lvl3pPr>
            <a:lvl4pPr indent="-386140" lvl="3" marL="1828800">
              <a:spcBef>
                <a:spcPts val="2030"/>
              </a:spcBef>
              <a:spcAft>
                <a:spcPts val="0"/>
              </a:spcAft>
              <a:buSzPts val="2481"/>
              <a:buChar char="●"/>
              <a:defRPr sz="2481"/>
            </a:lvl4pPr>
            <a:lvl5pPr indent="-371818" lvl="4" marL="2286000">
              <a:spcBef>
                <a:spcPts val="2030"/>
              </a:spcBef>
              <a:spcAft>
                <a:spcPts val="0"/>
              </a:spcAft>
              <a:buSzPts val="2255"/>
              <a:buChar char="○"/>
              <a:defRPr sz="2255"/>
            </a:lvl5pPr>
            <a:lvl6pPr indent="-357496" lvl="5" marL="2743200">
              <a:spcBef>
                <a:spcPts val="2030"/>
              </a:spcBef>
              <a:spcAft>
                <a:spcPts val="0"/>
              </a:spcAft>
              <a:buSzPts val="2030"/>
              <a:buChar char="■"/>
              <a:defRPr sz="2030"/>
            </a:lvl6pPr>
            <a:lvl7pPr indent="-357496" lvl="6" marL="3200400">
              <a:spcBef>
                <a:spcPts val="2030"/>
              </a:spcBef>
              <a:spcAft>
                <a:spcPts val="0"/>
              </a:spcAft>
              <a:buSzPts val="2030"/>
              <a:buChar char="●"/>
              <a:defRPr sz="2030"/>
            </a:lvl7pPr>
            <a:lvl8pPr indent="-357496" lvl="7" marL="3657600">
              <a:spcBef>
                <a:spcPts val="2030"/>
              </a:spcBef>
              <a:spcAft>
                <a:spcPts val="0"/>
              </a:spcAft>
              <a:buSzPts val="2030"/>
              <a:buChar char="○"/>
              <a:defRPr sz="2030"/>
            </a:lvl8pPr>
            <a:lvl9pPr indent="-357496" lvl="8" marL="4114800">
              <a:spcBef>
                <a:spcPts val="2030"/>
              </a:spcBef>
              <a:spcAft>
                <a:spcPts val="2030"/>
              </a:spcAft>
              <a:buSzPts val="2030"/>
              <a:buChar char="■"/>
              <a:defRPr sz="2030"/>
            </a:lvl9pPr>
          </a:lstStyle>
          <a:p/>
        </p:txBody>
      </p:sp>
      <p:sp>
        <p:nvSpPr>
          <p:cNvPr id="114" name="Google Shape;114;p7"/>
          <p:cNvSpPr txBox="1"/>
          <p:nvPr>
            <p:ph idx="3" type="body"/>
          </p:nvPr>
        </p:nvSpPr>
        <p:spPr>
          <a:xfrm>
            <a:off x="9700874" y="4659900"/>
            <a:ext cx="6110700" cy="967200"/>
          </a:xfrm>
          <a:prstGeom prst="rect">
            <a:avLst/>
          </a:prstGeom>
          <a:ln>
            <a:noFill/>
          </a:ln>
        </p:spPr>
        <p:txBody>
          <a:bodyPr anchorCtr="0" anchor="ctr" bIns="103100" lIns="103100" spcFirstLastPara="1" rIns="103100" wrap="square" tIns="103100">
            <a:noAutofit/>
          </a:bodyPr>
          <a:lstStyle>
            <a:lvl1pPr indent="-443427" lvl="0" marL="457200">
              <a:spcBef>
                <a:spcPts val="0"/>
              </a:spcBef>
              <a:spcAft>
                <a:spcPts val="0"/>
              </a:spcAft>
              <a:buSzPts val="3383"/>
              <a:buChar char="●"/>
              <a:defRPr sz="3383"/>
            </a:lvl1pPr>
            <a:lvl2pPr indent="-414783" lvl="1" marL="914400">
              <a:spcBef>
                <a:spcPts val="2030"/>
              </a:spcBef>
              <a:spcAft>
                <a:spcPts val="0"/>
              </a:spcAft>
              <a:buSzPts val="2932"/>
              <a:buChar char="○"/>
              <a:defRPr sz="2932"/>
            </a:lvl2pPr>
            <a:lvl3pPr indent="-400462" lvl="2" marL="1371600">
              <a:spcBef>
                <a:spcPts val="2030"/>
              </a:spcBef>
              <a:spcAft>
                <a:spcPts val="0"/>
              </a:spcAft>
              <a:buSzPts val="2706"/>
              <a:buChar char="■"/>
              <a:defRPr sz="2706"/>
            </a:lvl3pPr>
            <a:lvl4pPr indent="-386140" lvl="3" marL="1828800">
              <a:spcBef>
                <a:spcPts val="2030"/>
              </a:spcBef>
              <a:spcAft>
                <a:spcPts val="0"/>
              </a:spcAft>
              <a:buSzPts val="2481"/>
              <a:buChar char="●"/>
              <a:defRPr sz="2481"/>
            </a:lvl4pPr>
            <a:lvl5pPr indent="-371818" lvl="4" marL="2286000">
              <a:spcBef>
                <a:spcPts val="2030"/>
              </a:spcBef>
              <a:spcAft>
                <a:spcPts val="0"/>
              </a:spcAft>
              <a:buSzPts val="2255"/>
              <a:buChar char="○"/>
              <a:defRPr sz="2255"/>
            </a:lvl5pPr>
            <a:lvl6pPr indent="-357496" lvl="5" marL="2743200">
              <a:spcBef>
                <a:spcPts val="2030"/>
              </a:spcBef>
              <a:spcAft>
                <a:spcPts val="0"/>
              </a:spcAft>
              <a:buSzPts val="2030"/>
              <a:buChar char="■"/>
              <a:defRPr sz="2030"/>
            </a:lvl6pPr>
            <a:lvl7pPr indent="-357496" lvl="6" marL="3200400">
              <a:spcBef>
                <a:spcPts val="2030"/>
              </a:spcBef>
              <a:spcAft>
                <a:spcPts val="0"/>
              </a:spcAft>
              <a:buSzPts val="2030"/>
              <a:buChar char="●"/>
              <a:defRPr sz="2030"/>
            </a:lvl7pPr>
            <a:lvl8pPr indent="-357496" lvl="7" marL="3657600">
              <a:spcBef>
                <a:spcPts val="2030"/>
              </a:spcBef>
              <a:spcAft>
                <a:spcPts val="0"/>
              </a:spcAft>
              <a:buSzPts val="2030"/>
              <a:buChar char="○"/>
              <a:defRPr sz="2030"/>
            </a:lvl8pPr>
            <a:lvl9pPr indent="-357496" lvl="8" marL="4114800">
              <a:spcBef>
                <a:spcPts val="2030"/>
              </a:spcBef>
              <a:spcAft>
                <a:spcPts val="2030"/>
              </a:spcAft>
              <a:buSzPts val="2030"/>
              <a:buChar char="■"/>
              <a:defRPr sz="2030"/>
            </a:lvl9pPr>
          </a:lstStyle>
          <a:p/>
        </p:txBody>
      </p:sp>
      <p:sp>
        <p:nvSpPr>
          <p:cNvPr id="115" name="Google Shape;115;p7"/>
          <p:cNvSpPr txBox="1"/>
          <p:nvPr>
            <p:ph idx="4" type="body"/>
          </p:nvPr>
        </p:nvSpPr>
        <p:spPr>
          <a:xfrm>
            <a:off x="9700874" y="5788206"/>
            <a:ext cx="6110700" cy="967200"/>
          </a:xfrm>
          <a:prstGeom prst="rect">
            <a:avLst/>
          </a:prstGeom>
          <a:ln>
            <a:noFill/>
          </a:ln>
        </p:spPr>
        <p:txBody>
          <a:bodyPr anchorCtr="0" anchor="ctr" bIns="103100" lIns="103100" spcFirstLastPara="1" rIns="103100" wrap="square" tIns="103100">
            <a:noAutofit/>
          </a:bodyPr>
          <a:lstStyle>
            <a:lvl1pPr indent="-443427" lvl="0" marL="457200">
              <a:spcBef>
                <a:spcPts val="0"/>
              </a:spcBef>
              <a:spcAft>
                <a:spcPts val="0"/>
              </a:spcAft>
              <a:buSzPts val="3383"/>
              <a:buChar char="●"/>
              <a:defRPr sz="3383"/>
            </a:lvl1pPr>
            <a:lvl2pPr indent="-414783" lvl="1" marL="914400">
              <a:spcBef>
                <a:spcPts val="2030"/>
              </a:spcBef>
              <a:spcAft>
                <a:spcPts val="0"/>
              </a:spcAft>
              <a:buSzPts val="2932"/>
              <a:buChar char="○"/>
              <a:defRPr sz="2932"/>
            </a:lvl2pPr>
            <a:lvl3pPr indent="-400462" lvl="2" marL="1371600">
              <a:spcBef>
                <a:spcPts val="2030"/>
              </a:spcBef>
              <a:spcAft>
                <a:spcPts val="0"/>
              </a:spcAft>
              <a:buSzPts val="2706"/>
              <a:buChar char="■"/>
              <a:defRPr sz="2706"/>
            </a:lvl3pPr>
            <a:lvl4pPr indent="-386140" lvl="3" marL="1828800">
              <a:spcBef>
                <a:spcPts val="2030"/>
              </a:spcBef>
              <a:spcAft>
                <a:spcPts val="0"/>
              </a:spcAft>
              <a:buSzPts val="2481"/>
              <a:buChar char="●"/>
              <a:defRPr sz="2481"/>
            </a:lvl4pPr>
            <a:lvl5pPr indent="-371818" lvl="4" marL="2286000">
              <a:spcBef>
                <a:spcPts val="2030"/>
              </a:spcBef>
              <a:spcAft>
                <a:spcPts val="0"/>
              </a:spcAft>
              <a:buSzPts val="2255"/>
              <a:buChar char="○"/>
              <a:defRPr sz="2255"/>
            </a:lvl5pPr>
            <a:lvl6pPr indent="-357496" lvl="5" marL="2743200">
              <a:spcBef>
                <a:spcPts val="2030"/>
              </a:spcBef>
              <a:spcAft>
                <a:spcPts val="0"/>
              </a:spcAft>
              <a:buSzPts val="2030"/>
              <a:buChar char="■"/>
              <a:defRPr sz="2030"/>
            </a:lvl6pPr>
            <a:lvl7pPr indent="-357496" lvl="6" marL="3200400">
              <a:spcBef>
                <a:spcPts val="2030"/>
              </a:spcBef>
              <a:spcAft>
                <a:spcPts val="0"/>
              </a:spcAft>
              <a:buSzPts val="2030"/>
              <a:buChar char="●"/>
              <a:defRPr sz="2030"/>
            </a:lvl7pPr>
            <a:lvl8pPr indent="-357496" lvl="7" marL="3657600">
              <a:spcBef>
                <a:spcPts val="2030"/>
              </a:spcBef>
              <a:spcAft>
                <a:spcPts val="0"/>
              </a:spcAft>
              <a:buSzPts val="2030"/>
              <a:buChar char="○"/>
              <a:defRPr sz="2030"/>
            </a:lvl8pPr>
            <a:lvl9pPr indent="-357496" lvl="8" marL="4114800">
              <a:spcBef>
                <a:spcPts val="2030"/>
              </a:spcBef>
              <a:spcAft>
                <a:spcPts val="2030"/>
              </a:spcAft>
              <a:buSzPts val="2030"/>
              <a:buChar char="■"/>
              <a:defRPr sz="2030"/>
            </a:lvl9pPr>
          </a:lstStyle>
          <a:p/>
        </p:txBody>
      </p:sp>
      <p:sp>
        <p:nvSpPr>
          <p:cNvPr id="116" name="Google Shape;116;p7"/>
          <p:cNvSpPr txBox="1"/>
          <p:nvPr>
            <p:ph idx="5" type="body"/>
          </p:nvPr>
        </p:nvSpPr>
        <p:spPr>
          <a:xfrm>
            <a:off x="9700874" y="6916511"/>
            <a:ext cx="6110700" cy="967200"/>
          </a:xfrm>
          <a:prstGeom prst="rect">
            <a:avLst/>
          </a:prstGeom>
          <a:ln>
            <a:noFill/>
          </a:ln>
        </p:spPr>
        <p:txBody>
          <a:bodyPr anchorCtr="0" anchor="ctr" bIns="103100" lIns="103100" spcFirstLastPara="1" rIns="103100" wrap="square" tIns="103100">
            <a:noAutofit/>
          </a:bodyPr>
          <a:lstStyle>
            <a:lvl1pPr indent="-443427" lvl="0" marL="457200">
              <a:spcBef>
                <a:spcPts val="0"/>
              </a:spcBef>
              <a:spcAft>
                <a:spcPts val="0"/>
              </a:spcAft>
              <a:buSzPts val="3383"/>
              <a:buChar char="●"/>
              <a:defRPr sz="3383"/>
            </a:lvl1pPr>
            <a:lvl2pPr indent="-414783" lvl="1" marL="914400">
              <a:spcBef>
                <a:spcPts val="2030"/>
              </a:spcBef>
              <a:spcAft>
                <a:spcPts val="0"/>
              </a:spcAft>
              <a:buSzPts val="2932"/>
              <a:buChar char="○"/>
              <a:defRPr sz="2932"/>
            </a:lvl2pPr>
            <a:lvl3pPr indent="-400462" lvl="2" marL="1371600">
              <a:spcBef>
                <a:spcPts val="2030"/>
              </a:spcBef>
              <a:spcAft>
                <a:spcPts val="0"/>
              </a:spcAft>
              <a:buSzPts val="2706"/>
              <a:buChar char="■"/>
              <a:defRPr sz="2706"/>
            </a:lvl3pPr>
            <a:lvl4pPr indent="-386140" lvl="3" marL="1828800">
              <a:spcBef>
                <a:spcPts val="2030"/>
              </a:spcBef>
              <a:spcAft>
                <a:spcPts val="0"/>
              </a:spcAft>
              <a:buSzPts val="2481"/>
              <a:buChar char="●"/>
              <a:defRPr sz="2481"/>
            </a:lvl4pPr>
            <a:lvl5pPr indent="-371818" lvl="4" marL="2286000">
              <a:spcBef>
                <a:spcPts val="2030"/>
              </a:spcBef>
              <a:spcAft>
                <a:spcPts val="0"/>
              </a:spcAft>
              <a:buSzPts val="2255"/>
              <a:buChar char="○"/>
              <a:defRPr sz="2255"/>
            </a:lvl5pPr>
            <a:lvl6pPr indent="-357496" lvl="5" marL="2743200">
              <a:spcBef>
                <a:spcPts val="2030"/>
              </a:spcBef>
              <a:spcAft>
                <a:spcPts val="0"/>
              </a:spcAft>
              <a:buSzPts val="2030"/>
              <a:buChar char="■"/>
              <a:defRPr sz="2030"/>
            </a:lvl6pPr>
            <a:lvl7pPr indent="-357496" lvl="6" marL="3200400">
              <a:spcBef>
                <a:spcPts val="2030"/>
              </a:spcBef>
              <a:spcAft>
                <a:spcPts val="0"/>
              </a:spcAft>
              <a:buSzPts val="2030"/>
              <a:buChar char="●"/>
              <a:defRPr sz="2030"/>
            </a:lvl7pPr>
            <a:lvl8pPr indent="-357496" lvl="7" marL="3657600">
              <a:spcBef>
                <a:spcPts val="2030"/>
              </a:spcBef>
              <a:spcAft>
                <a:spcPts val="0"/>
              </a:spcAft>
              <a:buSzPts val="2030"/>
              <a:buChar char="○"/>
              <a:defRPr sz="2030"/>
            </a:lvl8pPr>
            <a:lvl9pPr indent="-357496" lvl="8" marL="4114800">
              <a:spcBef>
                <a:spcPts val="2030"/>
              </a:spcBef>
              <a:spcAft>
                <a:spcPts val="2030"/>
              </a:spcAft>
              <a:buSzPts val="2030"/>
              <a:buChar char="■"/>
              <a:defRPr sz="2030"/>
            </a:lvl9pPr>
          </a:lstStyle>
          <a:p/>
        </p:txBody>
      </p:sp>
      <p:sp>
        <p:nvSpPr>
          <p:cNvPr id="117" name="Google Shape;117;p7"/>
          <p:cNvSpPr txBox="1"/>
          <p:nvPr/>
        </p:nvSpPr>
        <p:spPr>
          <a:xfrm>
            <a:off x="8614825" y="2585807"/>
            <a:ext cx="664200" cy="60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53"/>
              </a:spcAft>
              <a:buNone/>
            </a:pPr>
            <a:r>
              <a:rPr lang="en" sz="4060">
                <a:solidFill>
                  <a:srgbClr val="066AFE"/>
                </a:solidFill>
                <a:latin typeface="Avant Garde Demi SFDC"/>
                <a:ea typeface="Avant Garde Demi SFDC"/>
                <a:cs typeface="Avant Garde Demi SFDC"/>
                <a:sym typeface="Avant Garde Demi SFDC"/>
              </a:rPr>
              <a:t>01</a:t>
            </a:r>
            <a:endParaRPr sz="4060">
              <a:solidFill>
                <a:srgbClr val="066AFE"/>
              </a:solidFill>
              <a:latin typeface="Avant Garde Demi SFDC"/>
              <a:ea typeface="Avant Garde Demi SFDC"/>
              <a:cs typeface="Avant Garde Demi SFDC"/>
              <a:sym typeface="Avant Garde Demi SFDC"/>
            </a:endParaRPr>
          </a:p>
        </p:txBody>
      </p:sp>
      <p:sp>
        <p:nvSpPr>
          <p:cNvPr id="118" name="Google Shape;118;p7"/>
          <p:cNvSpPr txBox="1"/>
          <p:nvPr/>
        </p:nvSpPr>
        <p:spPr>
          <a:xfrm>
            <a:off x="8614825" y="3714112"/>
            <a:ext cx="664200" cy="60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53"/>
              </a:spcAft>
              <a:buNone/>
            </a:pPr>
            <a:r>
              <a:rPr lang="en" sz="4060">
                <a:solidFill>
                  <a:srgbClr val="066AFE"/>
                </a:solidFill>
                <a:latin typeface="Avant Garde Demi SFDC"/>
                <a:ea typeface="Avant Garde Demi SFDC"/>
                <a:cs typeface="Avant Garde Demi SFDC"/>
                <a:sym typeface="Avant Garde Demi SFDC"/>
              </a:rPr>
              <a:t>02</a:t>
            </a:r>
            <a:endParaRPr sz="4060">
              <a:solidFill>
                <a:srgbClr val="066AFE"/>
              </a:solidFill>
              <a:latin typeface="Avant Garde Demi SFDC"/>
              <a:ea typeface="Avant Garde Demi SFDC"/>
              <a:cs typeface="Avant Garde Demi SFDC"/>
              <a:sym typeface="Avant Garde Demi SFDC"/>
            </a:endParaRPr>
          </a:p>
        </p:txBody>
      </p:sp>
      <p:sp>
        <p:nvSpPr>
          <p:cNvPr id="119" name="Google Shape;119;p7"/>
          <p:cNvSpPr txBox="1"/>
          <p:nvPr/>
        </p:nvSpPr>
        <p:spPr>
          <a:xfrm>
            <a:off x="8614825" y="4842418"/>
            <a:ext cx="664200" cy="60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53"/>
              </a:spcAft>
              <a:buNone/>
            </a:pPr>
            <a:r>
              <a:rPr lang="en" sz="4060">
                <a:solidFill>
                  <a:srgbClr val="066AFE"/>
                </a:solidFill>
                <a:latin typeface="Avant Garde Demi SFDC"/>
                <a:ea typeface="Avant Garde Demi SFDC"/>
                <a:cs typeface="Avant Garde Demi SFDC"/>
                <a:sym typeface="Avant Garde Demi SFDC"/>
              </a:rPr>
              <a:t>03</a:t>
            </a:r>
            <a:endParaRPr sz="4060">
              <a:solidFill>
                <a:srgbClr val="066AFE"/>
              </a:solidFill>
              <a:latin typeface="Avant Garde Demi SFDC"/>
              <a:ea typeface="Avant Garde Demi SFDC"/>
              <a:cs typeface="Avant Garde Demi SFDC"/>
              <a:sym typeface="Avant Garde Demi SFDC"/>
            </a:endParaRPr>
          </a:p>
        </p:txBody>
      </p:sp>
      <p:sp>
        <p:nvSpPr>
          <p:cNvPr id="120" name="Google Shape;120;p7"/>
          <p:cNvSpPr txBox="1"/>
          <p:nvPr/>
        </p:nvSpPr>
        <p:spPr>
          <a:xfrm>
            <a:off x="8614825" y="5970724"/>
            <a:ext cx="664200" cy="60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53"/>
              </a:spcAft>
              <a:buNone/>
            </a:pPr>
            <a:r>
              <a:rPr lang="en" sz="4060">
                <a:solidFill>
                  <a:srgbClr val="066AFE"/>
                </a:solidFill>
                <a:latin typeface="Avant Garde Demi SFDC"/>
                <a:ea typeface="Avant Garde Demi SFDC"/>
                <a:cs typeface="Avant Garde Demi SFDC"/>
                <a:sym typeface="Avant Garde Demi SFDC"/>
              </a:rPr>
              <a:t>04</a:t>
            </a:r>
            <a:endParaRPr sz="4060">
              <a:solidFill>
                <a:srgbClr val="066AFE"/>
              </a:solidFill>
              <a:latin typeface="Avant Garde Demi SFDC"/>
              <a:ea typeface="Avant Garde Demi SFDC"/>
              <a:cs typeface="Avant Garde Demi SFDC"/>
              <a:sym typeface="Avant Garde Demi SFDC"/>
            </a:endParaRPr>
          </a:p>
        </p:txBody>
      </p:sp>
      <p:sp>
        <p:nvSpPr>
          <p:cNvPr id="121" name="Google Shape;121;p7"/>
          <p:cNvSpPr txBox="1"/>
          <p:nvPr/>
        </p:nvSpPr>
        <p:spPr>
          <a:xfrm>
            <a:off x="8614825" y="7099029"/>
            <a:ext cx="664200" cy="6021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53"/>
              </a:spcAft>
              <a:buNone/>
            </a:pPr>
            <a:r>
              <a:rPr lang="en" sz="4060">
                <a:solidFill>
                  <a:srgbClr val="066AFE"/>
                </a:solidFill>
                <a:latin typeface="Avant Garde Demi SFDC"/>
                <a:ea typeface="Avant Garde Demi SFDC"/>
                <a:cs typeface="Avant Garde Demi SFDC"/>
                <a:sym typeface="Avant Garde Demi SFDC"/>
              </a:rPr>
              <a:t>05</a:t>
            </a:r>
            <a:endParaRPr sz="4060">
              <a:solidFill>
                <a:srgbClr val="066AFE"/>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4 Points">
  <p:cSld name="TITLE_1_1_1_1_1_1_7">
    <p:bg>
      <p:bgPr>
        <a:gradFill>
          <a:gsLst>
            <a:gs pos="0">
              <a:srgbClr val="90D0FE"/>
            </a:gs>
            <a:gs pos="100000">
              <a:srgbClr val="EAF5FE"/>
            </a:gs>
          </a:gsLst>
          <a:lin ang="5400012" scaled="0"/>
        </a:gradFill>
      </p:bgPr>
    </p:bg>
    <p:spTree>
      <p:nvGrpSpPr>
        <p:cNvPr id="122" name="Shape 122"/>
        <p:cNvGrpSpPr/>
        <p:nvPr/>
      </p:nvGrpSpPr>
      <p:grpSpPr>
        <a:xfrm>
          <a:off x="0" y="0"/>
          <a:ext cx="0" cy="0"/>
          <a:chOff x="0" y="0"/>
          <a:chExt cx="0" cy="0"/>
        </a:xfrm>
      </p:grpSpPr>
      <p:grpSp>
        <p:nvGrpSpPr>
          <p:cNvPr id="123" name="Google Shape;123;p8"/>
          <p:cNvGrpSpPr/>
          <p:nvPr/>
        </p:nvGrpSpPr>
        <p:grpSpPr>
          <a:xfrm>
            <a:off x="14497041" y="952412"/>
            <a:ext cx="1598127" cy="459104"/>
            <a:chOff x="5913125" y="1232600"/>
            <a:chExt cx="3443497" cy="989449"/>
          </a:xfrm>
        </p:grpSpPr>
        <p:sp>
          <p:nvSpPr>
            <p:cNvPr id="124" name="Google Shape;124;p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25" name="Google Shape;125;p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26" name="Google Shape;126;p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27" name="Google Shape;127;p8"/>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28" name="Google Shape;128;p8"/>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129" name="Google Shape;129;p8"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130" name="Google Shape;130;p8"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pic>
        <p:nvPicPr>
          <p:cNvPr id="131" name="Google Shape;131;p8"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
        <p:nvSpPr>
          <p:cNvPr id="132" name="Google Shape;132;p8"/>
          <p:cNvSpPr txBox="1"/>
          <p:nvPr>
            <p:ph type="title"/>
          </p:nvPr>
        </p:nvSpPr>
        <p:spPr>
          <a:xfrm>
            <a:off x="1333500" y="2762250"/>
            <a:ext cx="4530000" cy="47625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66AFE"/>
              </a:buClr>
              <a:buSzPts val="7200"/>
              <a:buNone/>
              <a:defRPr sz="7200">
                <a:solidFill>
                  <a:srgbClr val="066AFE"/>
                </a:solidFill>
              </a:defRPr>
            </a:lvl1pPr>
            <a:lvl2pPr lvl="1" algn="ctr">
              <a:spcBef>
                <a:spcPts val="0"/>
              </a:spcBef>
              <a:spcAft>
                <a:spcPts val="0"/>
              </a:spcAft>
              <a:buClr>
                <a:srgbClr val="066AFE"/>
              </a:buClr>
              <a:buSzPts val="7200"/>
              <a:buNone/>
              <a:defRPr sz="7200">
                <a:solidFill>
                  <a:srgbClr val="066AFE"/>
                </a:solidFill>
              </a:defRPr>
            </a:lvl2pPr>
            <a:lvl3pPr lvl="2" algn="ctr">
              <a:spcBef>
                <a:spcPts val="0"/>
              </a:spcBef>
              <a:spcAft>
                <a:spcPts val="0"/>
              </a:spcAft>
              <a:buClr>
                <a:srgbClr val="066AFE"/>
              </a:buClr>
              <a:buSzPts val="7200"/>
              <a:buNone/>
              <a:defRPr sz="7200">
                <a:solidFill>
                  <a:srgbClr val="066AFE"/>
                </a:solidFill>
              </a:defRPr>
            </a:lvl3pPr>
            <a:lvl4pPr lvl="3" algn="ctr">
              <a:spcBef>
                <a:spcPts val="0"/>
              </a:spcBef>
              <a:spcAft>
                <a:spcPts val="0"/>
              </a:spcAft>
              <a:buClr>
                <a:srgbClr val="066AFE"/>
              </a:buClr>
              <a:buSzPts val="7200"/>
              <a:buNone/>
              <a:defRPr sz="7200">
                <a:solidFill>
                  <a:srgbClr val="066AFE"/>
                </a:solidFill>
              </a:defRPr>
            </a:lvl4pPr>
            <a:lvl5pPr lvl="4" algn="ctr">
              <a:spcBef>
                <a:spcPts val="0"/>
              </a:spcBef>
              <a:spcAft>
                <a:spcPts val="0"/>
              </a:spcAft>
              <a:buClr>
                <a:srgbClr val="066AFE"/>
              </a:buClr>
              <a:buSzPts val="7200"/>
              <a:buNone/>
              <a:defRPr sz="7200">
                <a:solidFill>
                  <a:srgbClr val="066AFE"/>
                </a:solidFill>
              </a:defRPr>
            </a:lvl5pPr>
            <a:lvl6pPr lvl="5" algn="ctr">
              <a:spcBef>
                <a:spcPts val="0"/>
              </a:spcBef>
              <a:spcAft>
                <a:spcPts val="0"/>
              </a:spcAft>
              <a:buClr>
                <a:srgbClr val="066AFE"/>
              </a:buClr>
              <a:buSzPts val="7200"/>
              <a:buNone/>
              <a:defRPr sz="7200">
                <a:solidFill>
                  <a:srgbClr val="066AFE"/>
                </a:solidFill>
              </a:defRPr>
            </a:lvl6pPr>
            <a:lvl7pPr lvl="6" algn="ctr">
              <a:spcBef>
                <a:spcPts val="0"/>
              </a:spcBef>
              <a:spcAft>
                <a:spcPts val="0"/>
              </a:spcAft>
              <a:buClr>
                <a:srgbClr val="066AFE"/>
              </a:buClr>
              <a:buSzPts val="7200"/>
              <a:buNone/>
              <a:defRPr sz="7200">
                <a:solidFill>
                  <a:srgbClr val="066AFE"/>
                </a:solidFill>
              </a:defRPr>
            </a:lvl7pPr>
            <a:lvl8pPr lvl="7" algn="ctr">
              <a:spcBef>
                <a:spcPts val="0"/>
              </a:spcBef>
              <a:spcAft>
                <a:spcPts val="0"/>
              </a:spcAft>
              <a:buClr>
                <a:srgbClr val="066AFE"/>
              </a:buClr>
              <a:buSzPts val="7200"/>
              <a:buNone/>
              <a:defRPr sz="7200">
                <a:solidFill>
                  <a:srgbClr val="066AFE"/>
                </a:solidFill>
              </a:defRPr>
            </a:lvl8pPr>
            <a:lvl9pPr lvl="8" algn="ctr">
              <a:spcBef>
                <a:spcPts val="0"/>
              </a:spcBef>
              <a:spcAft>
                <a:spcPts val="0"/>
              </a:spcAft>
              <a:buClr>
                <a:srgbClr val="066AFE"/>
              </a:buClr>
              <a:buSzPts val="7200"/>
              <a:buNone/>
              <a:defRPr sz="7200">
                <a:solidFill>
                  <a:srgbClr val="066AFE"/>
                </a:solidFill>
              </a:defRPr>
            </a:lvl9pPr>
          </a:lstStyle>
          <a:p/>
        </p:txBody>
      </p:sp>
      <p:sp>
        <p:nvSpPr>
          <p:cNvPr id="133" name="Google Shape;133;p8"/>
          <p:cNvSpPr txBox="1"/>
          <p:nvPr>
            <p:ph idx="1" type="body"/>
          </p:nvPr>
        </p:nvSpPr>
        <p:spPr>
          <a:xfrm>
            <a:off x="9907563" y="3041047"/>
            <a:ext cx="5904000" cy="934500"/>
          </a:xfrm>
          <a:prstGeom prst="rect">
            <a:avLst/>
          </a:prstGeom>
          <a:ln>
            <a:noFill/>
          </a:ln>
        </p:spPr>
        <p:txBody>
          <a:bodyPr anchorCtr="0" anchor="ctr" bIns="99600" lIns="99600" spcFirstLastPara="1" rIns="99600" wrap="square" tIns="99600">
            <a:noAutofit/>
          </a:bodyPr>
          <a:lstStyle>
            <a:lvl1pPr indent="-436160" lvl="0" marL="457200">
              <a:spcBef>
                <a:spcPts val="0"/>
              </a:spcBef>
              <a:spcAft>
                <a:spcPts val="0"/>
              </a:spcAft>
              <a:buSzPts val="3269"/>
              <a:buChar char="●"/>
              <a:defRPr sz="3269"/>
            </a:lvl1pPr>
            <a:lvl2pPr indent="-408485" lvl="1" marL="914400">
              <a:spcBef>
                <a:spcPts val="1961"/>
              </a:spcBef>
              <a:spcAft>
                <a:spcPts val="0"/>
              </a:spcAft>
              <a:buSzPts val="2833"/>
              <a:buChar char="○"/>
              <a:defRPr sz="2833"/>
            </a:lvl2pPr>
            <a:lvl3pPr indent="-394648" lvl="2" marL="1371600">
              <a:spcBef>
                <a:spcPts val="1961"/>
              </a:spcBef>
              <a:spcAft>
                <a:spcPts val="0"/>
              </a:spcAft>
              <a:buSzPts val="2615"/>
              <a:buChar char="■"/>
              <a:defRPr sz="2615"/>
            </a:lvl3pPr>
            <a:lvl4pPr indent="-380811" lvl="3" marL="1828800">
              <a:spcBef>
                <a:spcPts val="1961"/>
              </a:spcBef>
              <a:spcAft>
                <a:spcPts val="0"/>
              </a:spcAft>
              <a:buSzPts val="2397"/>
              <a:buChar char="●"/>
              <a:defRPr sz="2397"/>
            </a:lvl4pPr>
            <a:lvl5pPr indent="-366974" lvl="4" marL="2286000">
              <a:spcBef>
                <a:spcPts val="1961"/>
              </a:spcBef>
              <a:spcAft>
                <a:spcPts val="0"/>
              </a:spcAft>
              <a:buSzPts val="2179"/>
              <a:buChar char="○"/>
              <a:defRPr sz="2179"/>
            </a:lvl5pPr>
            <a:lvl6pPr indent="-353136" lvl="5" marL="2743200">
              <a:spcBef>
                <a:spcPts val="1961"/>
              </a:spcBef>
              <a:spcAft>
                <a:spcPts val="0"/>
              </a:spcAft>
              <a:buSzPts val="1961"/>
              <a:buChar char="■"/>
              <a:defRPr sz="1961"/>
            </a:lvl6pPr>
            <a:lvl7pPr indent="-353136" lvl="6" marL="3200400">
              <a:spcBef>
                <a:spcPts val="1961"/>
              </a:spcBef>
              <a:spcAft>
                <a:spcPts val="0"/>
              </a:spcAft>
              <a:buSzPts val="1961"/>
              <a:buChar char="●"/>
              <a:defRPr sz="1961"/>
            </a:lvl7pPr>
            <a:lvl8pPr indent="-353136" lvl="7" marL="3657600">
              <a:spcBef>
                <a:spcPts val="1961"/>
              </a:spcBef>
              <a:spcAft>
                <a:spcPts val="0"/>
              </a:spcAft>
              <a:buSzPts val="1961"/>
              <a:buChar char="○"/>
              <a:defRPr sz="1961"/>
            </a:lvl8pPr>
            <a:lvl9pPr indent="-353136" lvl="8" marL="4114800">
              <a:spcBef>
                <a:spcPts val="1961"/>
              </a:spcBef>
              <a:spcAft>
                <a:spcPts val="1961"/>
              </a:spcAft>
              <a:buSzPts val="1961"/>
              <a:buChar char="■"/>
              <a:defRPr sz="1961"/>
            </a:lvl9pPr>
          </a:lstStyle>
          <a:p/>
        </p:txBody>
      </p:sp>
      <p:sp>
        <p:nvSpPr>
          <p:cNvPr id="134" name="Google Shape;134;p8"/>
          <p:cNvSpPr txBox="1"/>
          <p:nvPr>
            <p:ph idx="2" type="body"/>
          </p:nvPr>
        </p:nvSpPr>
        <p:spPr>
          <a:xfrm>
            <a:off x="9907563" y="4131182"/>
            <a:ext cx="5904000" cy="934500"/>
          </a:xfrm>
          <a:prstGeom prst="rect">
            <a:avLst/>
          </a:prstGeom>
          <a:ln>
            <a:noFill/>
          </a:ln>
        </p:spPr>
        <p:txBody>
          <a:bodyPr anchorCtr="0" anchor="ctr" bIns="99600" lIns="99600" spcFirstLastPara="1" rIns="99600" wrap="square" tIns="99600">
            <a:noAutofit/>
          </a:bodyPr>
          <a:lstStyle>
            <a:lvl1pPr indent="-436160" lvl="0" marL="457200">
              <a:spcBef>
                <a:spcPts val="0"/>
              </a:spcBef>
              <a:spcAft>
                <a:spcPts val="0"/>
              </a:spcAft>
              <a:buSzPts val="3269"/>
              <a:buChar char="●"/>
              <a:defRPr sz="3269"/>
            </a:lvl1pPr>
            <a:lvl2pPr indent="-408485" lvl="1" marL="914400">
              <a:spcBef>
                <a:spcPts val="1961"/>
              </a:spcBef>
              <a:spcAft>
                <a:spcPts val="0"/>
              </a:spcAft>
              <a:buSzPts val="2833"/>
              <a:buChar char="○"/>
              <a:defRPr sz="2833"/>
            </a:lvl2pPr>
            <a:lvl3pPr indent="-394648" lvl="2" marL="1371600">
              <a:spcBef>
                <a:spcPts val="1961"/>
              </a:spcBef>
              <a:spcAft>
                <a:spcPts val="0"/>
              </a:spcAft>
              <a:buSzPts val="2615"/>
              <a:buChar char="■"/>
              <a:defRPr sz="2615"/>
            </a:lvl3pPr>
            <a:lvl4pPr indent="-380811" lvl="3" marL="1828800">
              <a:spcBef>
                <a:spcPts val="1961"/>
              </a:spcBef>
              <a:spcAft>
                <a:spcPts val="0"/>
              </a:spcAft>
              <a:buSzPts val="2397"/>
              <a:buChar char="●"/>
              <a:defRPr sz="2397"/>
            </a:lvl4pPr>
            <a:lvl5pPr indent="-366974" lvl="4" marL="2286000">
              <a:spcBef>
                <a:spcPts val="1961"/>
              </a:spcBef>
              <a:spcAft>
                <a:spcPts val="0"/>
              </a:spcAft>
              <a:buSzPts val="2179"/>
              <a:buChar char="○"/>
              <a:defRPr sz="2179"/>
            </a:lvl5pPr>
            <a:lvl6pPr indent="-353136" lvl="5" marL="2743200">
              <a:spcBef>
                <a:spcPts val="1961"/>
              </a:spcBef>
              <a:spcAft>
                <a:spcPts val="0"/>
              </a:spcAft>
              <a:buSzPts val="1961"/>
              <a:buChar char="■"/>
              <a:defRPr sz="1961"/>
            </a:lvl6pPr>
            <a:lvl7pPr indent="-353136" lvl="6" marL="3200400">
              <a:spcBef>
                <a:spcPts val="1961"/>
              </a:spcBef>
              <a:spcAft>
                <a:spcPts val="0"/>
              </a:spcAft>
              <a:buSzPts val="1961"/>
              <a:buChar char="●"/>
              <a:defRPr sz="1961"/>
            </a:lvl7pPr>
            <a:lvl8pPr indent="-353136" lvl="7" marL="3657600">
              <a:spcBef>
                <a:spcPts val="1961"/>
              </a:spcBef>
              <a:spcAft>
                <a:spcPts val="0"/>
              </a:spcAft>
              <a:buSzPts val="1961"/>
              <a:buChar char="○"/>
              <a:defRPr sz="1961"/>
            </a:lvl8pPr>
            <a:lvl9pPr indent="-353136" lvl="8" marL="4114800">
              <a:spcBef>
                <a:spcPts val="1961"/>
              </a:spcBef>
              <a:spcAft>
                <a:spcPts val="1961"/>
              </a:spcAft>
              <a:buSzPts val="1961"/>
              <a:buChar char="■"/>
              <a:defRPr sz="1961"/>
            </a:lvl9pPr>
          </a:lstStyle>
          <a:p/>
        </p:txBody>
      </p:sp>
      <p:sp>
        <p:nvSpPr>
          <p:cNvPr id="135" name="Google Shape;135;p8"/>
          <p:cNvSpPr txBox="1"/>
          <p:nvPr>
            <p:ph idx="3" type="body"/>
          </p:nvPr>
        </p:nvSpPr>
        <p:spPr>
          <a:xfrm>
            <a:off x="9907563" y="5221318"/>
            <a:ext cx="5904000" cy="934500"/>
          </a:xfrm>
          <a:prstGeom prst="rect">
            <a:avLst/>
          </a:prstGeom>
          <a:ln>
            <a:noFill/>
          </a:ln>
        </p:spPr>
        <p:txBody>
          <a:bodyPr anchorCtr="0" anchor="ctr" bIns="99600" lIns="99600" spcFirstLastPara="1" rIns="99600" wrap="square" tIns="99600">
            <a:noAutofit/>
          </a:bodyPr>
          <a:lstStyle>
            <a:lvl1pPr indent="-436160" lvl="0" marL="457200">
              <a:spcBef>
                <a:spcPts val="0"/>
              </a:spcBef>
              <a:spcAft>
                <a:spcPts val="0"/>
              </a:spcAft>
              <a:buSzPts val="3269"/>
              <a:buChar char="●"/>
              <a:defRPr sz="3269"/>
            </a:lvl1pPr>
            <a:lvl2pPr indent="-408485" lvl="1" marL="914400">
              <a:spcBef>
                <a:spcPts val="1961"/>
              </a:spcBef>
              <a:spcAft>
                <a:spcPts val="0"/>
              </a:spcAft>
              <a:buSzPts val="2833"/>
              <a:buChar char="○"/>
              <a:defRPr sz="2833"/>
            </a:lvl2pPr>
            <a:lvl3pPr indent="-394648" lvl="2" marL="1371600">
              <a:spcBef>
                <a:spcPts val="1961"/>
              </a:spcBef>
              <a:spcAft>
                <a:spcPts val="0"/>
              </a:spcAft>
              <a:buSzPts val="2615"/>
              <a:buChar char="■"/>
              <a:defRPr sz="2615"/>
            </a:lvl3pPr>
            <a:lvl4pPr indent="-380811" lvl="3" marL="1828800">
              <a:spcBef>
                <a:spcPts val="1961"/>
              </a:spcBef>
              <a:spcAft>
                <a:spcPts val="0"/>
              </a:spcAft>
              <a:buSzPts val="2397"/>
              <a:buChar char="●"/>
              <a:defRPr sz="2397"/>
            </a:lvl4pPr>
            <a:lvl5pPr indent="-366974" lvl="4" marL="2286000">
              <a:spcBef>
                <a:spcPts val="1961"/>
              </a:spcBef>
              <a:spcAft>
                <a:spcPts val="0"/>
              </a:spcAft>
              <a:buSzPts val="2179"/>
              <a:buChar char="○"/>
              <a:defRPr sz="2179"/>
            </a:lvl5pPr>
            <a:lvl6pPr indent="-353136" lvl="5" marL="2743200">
              <a:spcBef>
                <a:spcPts val="1961"/>
              </a:spcBef>
              <a:spcAft>
                <a:spcPts val="0"/>
              </a:spcAft>
              <a:buSzPts val="1961"/>
              <a:buChar char="■"/>
              <a:defRPr sz="1961"/>
            </a:lvl6pPr>
            <a:lvl7pPr indent="-353136" lvl="6" marL="3200400">
              <a:spcBef>
                <a:spcPts val="1961"/>
              </a:spcBef>
              <a:spcAft>
                <a:spcPts val="0"/>
              </a:spcAft>
              <a:buSzPts val="1961"/>
              <a:buChar char="●"/>
              <a:defRPr sz="1961"/>
            </a:lvl7pPr>
            <a:lvl8pPr indent="-353136" lvl="7" marL="3657600">
              <a:spcBef>
                <a:spcPts val="1961"/>
              </a:spcBef>
              <a:spcAft>
                <a:spcPts val="0"/>
              </a:spcAft>
              <a:buSzPts val="1961"/>
              <a:buChar char="○"/>
              <a:defRPr sz="1961"/>
            </a:lvl8pPr>
            <a:lvl9pPr indent="-353136" lvl="8" marL="4114800">
              <a:spcBef>
                <a:spcPts val="1961"/>
              </a:spcBef>
              <a:spcAft>
                <a:spcPts val="1961"/>
              </a:spcAft>
              <a:buSzPts val="1961"/>
              <a:buChar char="■"/>
              <a:defRPr sz="1961"/>
            </a:lvl9pPr>
          </a:lstStyle>
          <a:p/>
        </p:txBody>
      </p:sp>
      <p:sp>
        <p:nvSpPr>
          <p:cNvPr id="136" name="Google Shape;136;p8"/>
          <p:cNvSpPr txBox="1"/>
          <p:nvPr>
            <p:ph idx="4" type="body"/>
          </p:nvPr>
        </p:nvSpPr>
        <p:spPr>
          <a:xfrm>
            <a:off x="9907563" y="6311453"/>
            <a:ext cx="5904000" cy="934500"/>
          </a:xfrm>
          <a:prstGeom prst="rect">
            <a:avLst/>
          </a:prstGeom>
          <a:ln>
            <a:noFill/>
          </a:ln>
        </p:spPr>
        <p:txBody>
          <a:bodyPr anchorCtr="0" anchor="ctr" bIns="99600" lIns="99600" spcFirstLastPara="1" rIns="99600" wrap="square" tIns="99600">
            <a:noAutofit/>
          </a:bodyPr>
          <a:lstStyle>
            <a:lvl1pPr indent="-436160" lvl="0" marL="457200">
              <a:spcBef>
                <a:spcPts val="0"/>
              </a:spcBef>
              <a:spcAft>
                <a:spcPts val="0"/>
              </a:spcAft>
              <a:buSzPts val="3269"/>
              <a:buChar char="●"/>
              <a:defRPr sz="3269"/>
            </a:lvl1pPr>
            <a:lvl2pPr indent="-408485" lvl="1" marL="914400">
              <a:spcBef>
                <a:spcPts val="1961"/>
              </a:spcBef>
              <a:spcAft>
                <a:spcPts val="0"/>
              </a:spcAft>
              <a:buSzPts val="2833"/>
              <a:buChar char="○"/>
              <a:defRPr sz="2833"/>
            </a:lvl2pPr>
            <a:lvl3pPr indent="-394648" lvl="2" marL="1371600">
              <a:spcBef>
                <a:spcPts val="1961"/>
              </a:spcBef>
              <a:spcAft>
                <a:spcPts val="0"/>
              </a:spcAft>
              <a:buSzPts val="2615"/>
              <a:buChar char="■"/>
              <a:defRPr sz="2615"/>
            </a:lvl3pPr>
            <a:lvl4pPr indent="-380811" lvl="3" marL="1828800">
              <a:spcBef>
                <a:spcPts val="1961"/>
              </a:spcBef>
              <a:spcAft>
                <a:spcPts val="0"/>
              </a:spcAft>
              <a:buSzPts val="2397"/>
              <a:buChar char="●"/>
              <a:defRPr sz="2397"/>
            </a:lvl4pPr>
            <a:lvl5pPr indent="-366974" lvl="4" marL="2286000">
              <a:spcBef>
                <a:spcPts val="1961"/>
              </a:spcBef>
              <a:spcAft>
                <a:spcPts val="0"/>
              </a:spcAft>
              <a:buSzPts val="2179"/>
              <a:buChar char="○"/>
              <a:defRPr sz="2179"/>
            </a:lvl5pPr>
            <a:lvl6pPr indent="-353136" lvl="5" marL="2743200">
              <a:spcBef>
                <a:spcPts val="1961"/>
              </a:spcBef>
              <a:spcAft>
                <a:spcPts val="0"/>
              </a:spcAft>
              <a:buSzPts val="1961"/>
              <a:buChar char="■"/>
              <a:defRPr sz="1961"/>
            </a:lvl6pPr>
            <a:lvl7pPr indent="-353136" lvl="6" marL="3200400">
              <a:spcBef>
                <a:spcPts val="1961"/>
              </a:spcBef>
              <a:spcAft>
                <a:spcPts val="0"/>
              </a:spcAft>
              <a:buSzPts val="1961"/>
              <a:buChar char="●"/>
              <a:defRPr sz="1961"/>
            </a:lvl7pPr>
            <a:lvl8pPr indent="-353136" lvl="7" marL="3657600">
              <a:spcBef>
                <a:spcPts val="1961"/>
              </a:spcBef>
              <a:spcAft>
                <a:spcPts val="0"/>
              </a:spcAft>
              <a:buSzPts val="1961"/>
              <a:buChar char="○"/>
              <a:defRPr sz="1961"/>
            </a:lvl8pPr>
            <a:lvl9pPr indent="-353136" lvl="8" marL="4114800">
              <a:spcBef>
                <a:spcPts val="1961"/>
              </a:spcBef>
              <a:spcAft>
                <a:spcPts val="1961"/>
              </a:spcAft>
              <a:buSzPts val="1961"/>
              <a:buChar char="■"/>
              <a:defRPr sz="1961"/>
            </a:lvl9pPr>
          </a:lstStyle>
          <a:p/>
        </p:txBody>
      </p:sp>
      <p:sp>
        <p:nvSpPr>
          <p:cNvPr id="137" name="Google Shape;137;p8"/>
          <p:cNvSpPr txBox="1"/>
          <p:nvPr/>
        </p:nvSpPr>
        <p:spPr>
          <a:xfrm>
            <a:off x="8858250" y="3217390"/>
            <a:ext cx="641700" cy="581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07"/>
              </a:spcAft>
              <a:buNone/>
            </a:pPr>
            <a:r>
              <a:rPr lang="en" sz="3922">
                <a:solidFill>
                  <a:srgbClr val="066AFE"/>
                </a:solidFill>
                <a:latin typeface="Avant Garde Demi SFDC"/>
                <a:ea typeface="Avant Garde Demi SFDC"/>
                <a:cs typeface="Avant Garde Demi SFDC"/>
                <a:sym typeface="Avant Garde Demi SFDC"/>
              </a:rPr>
              <a:t>01</a:t>
            </a:r>
            <a:endParaRPr sz="3922">
              <a:solidFill>
                <a:srgbClr val="066AFE"/>
              </a:solidFill>
              <a:latin typeface="Avant Garde Demi SFDC"/>
              <a:ea typeface="Avant Garde Demi SFDC"/>
              <a:cs typeface="Avant Garde Demi SFDC"/>
              <a:sym typeface="Avant Garde Demi SFDC"/>
            </a:endParaRPr>
          </a:p>
        </p:txBody>
      </p:sp>
      <p:sp>
        <p:nvSpPr>
          <p:cNvPr id="138" name="Google Shape;138;p8"/>
          <p:cNvSpPr txBox="1"/>
          <p:nvPr/>
        </p:nvSpPr>
        <p:spPr>
          <a:xfrm>
            <a:off x="8858250" y="4307526"/>
            <a:ext cx="641700" cy="581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07"/>
              </a:spcAft>
              <a:buNone/>
            </a:pPr>
            <a:r>
              <a:rPr lang="en" sz="3922">
                <a:solidFill>
                  <a:srgbClr val="066AFE"/>
                </a:solidFill>
                <a:latin typeface="Avant Garde Demi SFDC"/>
                <a:ea typeface="Avant Garde Demi SFDC"/>
                <a:cs typeface="Avant Garde Demi SFDC"/>
                <a:sym typeface="Avant Garde Demi SFDC"/>
              </a:rPr>
              <a:t>02</a:t>
            </a:r>
            <a:endParaRPr sz="3922">
              <a:solidFill>
                <a:srgbClr val="066AFE"/>
              </a:solidFill>
              <a:latin typeface="Avant Garde Demi SFDC"/>
              <a:ea typeface="Avant Garde Demi SFDC"/>
              <a:cs typeface="Avant Garde Demi SFDC"/>
              <a:sym typeface="Avant Garde Demi SFDC"/>
            </a:endParaRPr>
          </a:p>
        </p:txBody>
      </p:sp>
      <p:sp>
        <p:nvSpPr>
          <p:cNvPr id="139" name="Google Shape;139;p8"/>
          <p:cNvSpPr txBox="1"/>
          <p:nvPr/>
        </p:nvSpPr>
        <p:spPr>
          <a:xfrm>
            <a:off x="8858250" y="5397661"/>
            <a:ext cx="641700" cy="581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07"/>
              </a:spcAft>
              <a:buNone/>
            </a:pPr>
            <a:r>
              <a:rPr lang="en" sz="3922">
                <a:solidFill>
                  <a:srgbClr val="066AFE"/>
                </a:solidFill>
                <a:latin typeface="Avant Garde Demi SFDC"/>
                <a:ea typeface="Avant Garde Demi SFDC"/>
                <a:cs typeface="Avant Garde Demi SFDC"/>
                <a:sym typeface="Avant Garde Demi SFDC"/>
              </a:rPr>
              <a:t>03</a:t>
            </a:r>
            <a:endParaRPr sz="3922">
              <a:solidFill>
                <a:srgbClr val="066AFE"/>
              </a:solidFill>
              <a:latin typeface="Avant Garde Demi SFDC"/>
              <a:ea typeface="Avant Garde Demi SFDC"/>
              <a:cs typeface="Avant Garde Demi SFDC"/>
              <a:sym typeface="Avant Garde Demi SFDC"/>
            </a:endParaRPr>
          </a:p>
        </p:txBody>
      </p:sp>
      <p:sp>
        <p:nvSpPr>
          <p:cNvPr id="140" name="Google Shape;140;p8"/>
          <p:cNvSpPr txBox="1"/>
          <p:nvPr/>
        </p:nvSpPr>
        <p:spPr>
          <a:xfrm>
            <a:off x="8858250" y="6487797"/>
            <a:ext cx="641700" cy="581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07"/>
              </a:spcAft>
              <a:buNone/>
            </a:pPr>
            <a:r>
              <a:rPr lang="en" sz="3922">
                <a:solidFill>
                  <a:srgbClr val="066AFE"/>
                </a:solidFill>
                <a:latin typeface="Avant Garde Demi SFDC"/>
                <a:ea typeface="Avant Garde Demi SFDC"/>
                <a:cs typeface="Avant Garde Demi SFDC"/>
                <a:sym typeface="Avant Garde Demi SFDC"/>
              </a:rPr>
              <a:t>04</a:t>
            </a:r>
            <a:endParaRPr sz="3922">
              <a:solidFill>
                <a:srgbClr val="066AFE"/>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3 Points">
  <p:cSld name="TITLE_1_1_1_1_1_1_6">
    <p:bg>
      <p:bgPr>
        <a:gradFill>
          <a:gsLst>
            <a:gs pos="0">
              <a:srgbClr val="90D0FE"/>
            </a:gs>
            <a:gs pos="100000">
              <a:srgbClr val="EAF5FE"/>
            </a:gs>
          </a:gsLst>
          <a:lin ang="5400012" scaled="0"/>
        </a:gradFill>
      </p:bgPr>
    </p:bg>
    <p:spTree>
      <p:nvGrpSpPr>
        <p:cNvPr id="141" name="Shape 141"/>
        <p:cNvGrpSpPr/>
        <p:nvPr/>
      </p:nvGrpSpPr>
      <p:grpSpPr>
        <a:xfrm>
          <a:off x="0" y="0"/>
          <a:ext cx="0" cy="0"/>
          <a:chOff x="0" y="0"/>
          <a:chExt cx="0" cy="0"/>
        </a:xfrm>
      </p:grpSpPr>
      <p:grpSp>
        <p:nvGrpSpPr>
          <p:cNvPr id="142" name="Google Shape;142;p9"/>
          <p:cNvGrpSpPr/>
          <p:nvPr/>
        </p:nvGrpSpPr>
        <p:grpSpPr>
          <a:xfrm>
            <a:off x="14497041" y="952412"/>
            <a:ext cx="1598127" cy="459104"/>
            <a:chOff x="5913125" y="1232600"/>
            <a:chExt cx="3443497" cy="989449"/>
          </a:xfrm>
        </p:grpSpPr>
        <p:sp>
          <p:nvSpPr>
            <p:cNvPr id="143" name="Google Shape;143;p9"/>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44" name="Google Shape;144;p9"/>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45" name="Google Shape;145;p9"/>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46" name="Google Shape;146;p9"/>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47" name="Google Shape;147;p9"/>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148" name="Google Shape;148;p9"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149" name="Google Shape;149;p9"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pic>
        <p:nvPicPr>
          <p:cNvPr id="150" name="Google Shape;150;p9"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
        <p:nvSpPr>
          <p:cNvPr id="151" name="Google Shape;151;p9"/>
          <p:cNvSpPr txBox="1"/>
          <p:nvPr>
            <p:ph type="title"/>
          </p:nvPr>
        </p:nvSpPr>
        <p:spPr>
          <a:xfrm>
            <a:off x="1333500" y="2762250"/>
            <a:ext cx="4530000" cy="47625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66AFE"/>
              </a:buClr>
              <a:buSzPts val="7200"/>
              <a:buNone/>
              <a:defRPr sz="7200">
                <a:solidFill>
                  <a:srgbClr val="066AFE"/>
                </a:solidFill>
              </a:defRPr>
            </a:lvl1pPr>
            <a:lvl2pPr lvl="1" algn="ctr">
              <a:spcBef>
                <a:spcPts val="0"/>
              </a:spcBef>
              <a:spcAft>
                <a:spcPts val="0"/>
              </a:spcAft>
              <a:buClr>
                <a:srgbClr val="066AFE"/>
              </a:buClr>
              <a:buSzPts val="7200"/>
              <a:buNone/>
              <a:defRPr sz="7200">
                <a:solidFill>
                  <a:srgbClr val="066AFE"/>
                </a:solidFill>
              </a:defRPr>
            </a:lvl2pPr>
            <a:lvl3pPr lvl="2" algn="ctr">
              <a:spcBef>
                <a:spcPts val="0"/>
              </a:spcBef>
              <a:spcAft>
                <a:spcPts val="0"/>
              </a:spcAft>
              <a:buClr>
                <a:srgbClr val="066AFE"/>
              </a:buClr>
              <a:buSzPts val="7200"/>
              <a:buNone/>
              <a:defRPr sz="7200">
                <a:solidFill>
                  <a:srgbClr val="066AFE"/>
                </a:solidFill>
              </a:defRPr>
            </a:lvl3pPr>
            <a:lvl4pPr lvl="3" algn="ctr">
              <a:spcBef>
                <a:spcPts val="0"/>
              </a:spcBef>
              <a:spcAft>
                <a:spcPts val="0"/>
              </a:spcAft>
              <a:buClr>
                <a:srgbClr val="066AFE"/>
              </a:buClr>
              <a:buSzPts val="7200"/>
              <a:buNone/>
              <a:defRPr sz="7200">
                <a:solidFill>
                  <a:srgbClr val="066AFE"/>
                </a:solidFill>
              </a:defRPr>
            </a:lvl4pPr>
            <a:lvl5pPr lvl="4" algn="ctr">
              <a:spcBef>
                <a:spcPts val="0"/>
              </a:spcBef>
              <a:spcAft>
                <a:spcPts val="0"/>
              </a:spcAft>
              <a:buClr>
                <a:srgbClr val="066AFE"/>
              </a:buClr>
              <a:buSzPts val="7200"/>
              <a:buNone/>
              <a:defRPr sz="7200">
                <a:solidFill>
                  <a:srgbClr val="066AFE"/>
                </a:solidFill>
              </a:defRPr>
            </a:lvl5pPr>
            <a:lvl6pPr lvl="5" algn="ctr">
              <a:spcBef>
                <a:spcPts val="0"/>
              </a:spcBef>
              <a:spcAft>
                <a:spcPts val="0"/>
              </a:spcAft>
              <a:buClr>
                <a:srgbClr val="066AFE"/>
              </a:buClr>
              <a:buSzPts val="7200"/>
              <a:buNone/>
              <a:defRPr sz="7200">
                <a:solidFill>
                  <a:srgbClr val="066AFE"/>
                </a:solidFill>
              </a:defRPr>
            </a:lvl6pPr>
            <a:lvl7pPr lvl="6" algn="ctr">
              <a:spcBef>
                <a:spcPts val="0"/>
              </a:spcBef>
              <a:spcAft>
                <a:spcPts val="0"/>
              </a:spcAft>
              <a:buClr>
                <a:srgbClr val="066AFE"/>
              </a:buClr>
              <a:buSzPts val="7200"/>
              <a:buNone/>
              <a:defRPr sz="7200">
                <a:solidFill>
                  <a:srgbClr val="066AFE"/>
                </a:solidFill>
              </a:defRPr>
            </a:lvl7pPr>
            <a:lvl8pPr lvl="7" algn="ctr">
              <a:spcBef>
                <a:spcPts val="0"/>
              </a:spcBef>
              <a:spcAft>
                <a:spcPts val="0"/>
              </a:spcAft>
              <a:buClr>
                <a:srgbClr val="066AFE"/>
              </a:buClr>
              <a:buSzPts val="7200"/>
              <a:buNone/>
              <a:defRPr sz="7200">
                <a:solidFill>
                  <a:srgbClr val="066AFE"/>
                </a:solidFill>
              </a:defRPr>
            </a:lvl8pPr>
            <a:lvl9pPr lvl="8" algn="ctr">
              <a:spcBef>
                <a:spcPts val="0"/>
              </a:spcBef>
              <a:spcAft>
                <a:spcPts val="0"/>
              </a:spcAft>
              <a:buClr>
                <a:srgbClr val="066AFE"/>
              </a:buClr>
              <a:buSzPts val="7200"/>
              <a:buNone/>
              <a:defRPr sz="7200">
                <a:solidFill>
                  <a:srgbClr val="066AFE"/>
                </a:solidFill>
              </a:defRPr>
            </a:lvl9pPr>
          </a:lstStyle>
          <a:p/>
        </p:txBody>
      </p:sp>
      <p:sp>
        <p:nvSpPr>
          <p:cNvPr id="152" name="Google Shape;152;p9"/>
          <p:cNvSpPr txBox="1"/>
          <p:nvPr>
            <p:ph idx="1" type="body"/>
          </p:nvPr>
        </p:nvSpPr>
        <p:spPr>
          <a:xfrm>
            <a:off x="9521164" y="3484153"/>
            <a:ext cx="6290400" cy="995700"/>
          </a:xfrm>
          <a:prstGeom prst="rect">
            <a:avLst/>
          </a:prstGeom>
          <a:ln>
            <a:noFill/>
          </a:ln>
        </p:spPr>
        <p:txBody>
          <a:bodyPr anchorCtr="0" anchor="ctr" bIns="106125" lIns="106125" spcFirstLastPara="1" rIns="106125" wrap="square" tIns="106125">
            <a:noAutofit/>
          </a:bodyPr>
          <a:lstStyle>
            <a:lvl1pPr indent="-449745" lvl="0" marL="457200">
              <a:spcBef>
                <a:spcPts val="0"/>
              </a:spcBef>
              <a:spcAft>
                <a:spcPts val="0"/>
              </a:spcAft>
              <a:buSzPts val="3483"/>
              <a:buChar char="●"/>
              <a:defRPr sz="3483"/>
            </a:lvl1pPr>
            <a:lvl2pPr indent="-420259" lvl="1" marL="914400">
              <a:spcBef>
                <a:spcPts val="2090"/>
              </a:spcBef>
              <a:spcAft>
                <a:spcPts val="0"/>
              </a:spcAft>
              <a:buSzPts val="3018"/>
              <a:buChar char="○"/>
              <a:defRPr sz="3018"/>
            </a:lvl2pPr>
            <a:lvl3pPr indent="-405516" lvl="2" marL="1371600">
              <a:spcBef>
                <a:spcPts val="2090"/>
              </a:spcBef>
              <a:spcAft>
                <a:spcPts val="0"/>
              </a:spcAft>
              <a:buSzPts val="2786"/>
              <a:buChar char="■"/>
              <a:defRPr sz="2786"/>
            </a:lvl3pPr>
            <a:lvl4pPr indent="-390773" lvl="3" marL="1828800">
              <a:spcBef>
                <a:spcPts val="2090"/>
              </a:spcBef>
              <a:spcAft>
                <a:spcPts val="0"/>
              </a:spcAft>
              <a:buSzPts val="2554"/>
              <a:buChar char="●"/>
              <a:defRPr sz="2554"/>
            </a:lvl4pPr>
            <a:lvl5pPr indent="-376030" lvl="4" marL="2286000">
              <a:spcBef>
                <a:spcPts val="2090"/>
              </a:spcBef>
              <a:spcAft>
                <a:spcPts val="0"/>
              </a:spcAft>
              <a:buSzPts val="2322"/>
              <a:buChar char="○"/>
              <a:defRPr sz="2322"/>
            </a:lvl5pPr>
            <a:lvl6pPr indent="-361287" lvl="5" marL="2743200">
              <a:spcBef>
                <a:spcPts val="2090"/>
              </a:spcBef>
              <a:spcAft>
                <a:spcPts val="0"/>
              </a:spcAft>
              <a:buSzPts val="2090"/>
              <a:buChar char="■"/>
              <a:defRPr sz="2090"/>
            </a:lvl6pPr>
            <a:lvl7pPr indent="-361287" lvl="6" marL="3200400">
              <a:spcBef>
                <a:spcPts val="2090"/>
              </a:spcBef>
              <a:spcAft>
                <a:spcPts val="0"/>
              </a:spcAft>
              <a:buSzPts val="2090"/>
              <a:buChar char="●"/>
              <a:defRPr sz="2090"/>
            </a:lvl7pPr>
            <a:lvl8pPr indent="-361287" lvl="7" marL="3657600">
              <a:spcBef>
                <a:spcPts val="2090"/>
              </a:spcBef>
              <a:spcAft>
                <a:spcPts val="0"/>
              </a:spcAft>
              <a:buSzPts val="2090"/>
              <a:buChar char="○"/>
              <a:defRPr sz="2090"/>
            </a:lvl8pPr>
            <a:lvl9pPr indent="-361287" lvl="8" marL="4114800">
              <a:spcBef>
                <a:spcPts val="2090"/>
              </a:spcBef>
              <a:spcAft>
                <a:spcPts val="2090"/>
              </a:spcAft>
              <a:buSzPts val="2090"/>
              <a:buChar char="■"/>
              <a:defRPr sz="2090"/>
            </a:lvl9pPr>
          </a:lstStyle>
          <a:p/>
        </p:txBody>
      </p:sp>
      <p:sp>
        <p:nvSpPr>
          <p:cNvPr id="153" name="Google Shape;153;p9"/>
          <p:cNvSpPr txBox="1"/>
          <p:nvPr>
            <p:ph idx="2" type="body"/>
          </p:nvPr>
        </p:nvSpPr>
        <p:spPr>
          <a:xfrm>
            <a:off x="9521164" y="4645650"/>
            <a:ext cx="6290400" cy="995700"/>
          </a:xfrm>
          <a:prstGeom prst="rect">
            <a:avLst/>
          </a:prstGeom>
          <a:ln>
            <a:noFill/>
          </a:ln>
        </p:spPr>
        <p:txBody>
          <a:bodyPr anchorCtr="0" anchor="ctr" bIns="106125" lIns="106125" spcFirstLastPara="1" rIns="106125" wrap="square" tIns="106125">
            <a:noAutofit/>
          </a:bodyPr>
          <a:lstStyle>
            <a:lvl1pPr indent="-449745" lvl="0" marL="457200">
              <a:spcBef>
                <a:spcPts val="0"/>
              </a:spcBef>
              <a:spcAft>
                <a:spcPts val="0"/>
              </a:spcAft>
              <a:buSzPts val="3483"/>
              <a:buChar char="●"/>
              <a:defRPr sz="3483"/>
            </a:lvl1pPr>
            <a:lvl2pPr indent="-420259" lvl="1" marL="914400">
              <a:spcBef>
                <a:spcPts val="2090"/>
              </a:spcBef>
              <a:spcAft>
                <a:spcPts val="0"/>
              </a:spcAft>
              <a:buSzPts val="3018"/>
              <a:buChar char="○"/>
              <a:defRPr sz="3018"/>
            </a:lvl2pPr>
            <a:lvl3pPr indent="-405516" lvl="2" marL="1371600">
              <a:spcBef>
                <a:spcPts val="2090"/>
              </a:spcBef>
              <a:spcAft>
                <a:spcPts val="0"/>
              </a:spcAft>
              <a:buSzPts val="2786"/>
              <a:buChar char="■"/>
              <a:defRPr sz="2786"/>
            </a:lvl3pPr>
            <a:lvl4pPr indent="-390773" lvl="3" marL="1828800">
              <a:spcBef>
                <a:spcPts val="2090"/>
              </a:spcBef>
              <a:spcAft>
                <a:spcPts val="0"/>
              </a:spcAft>
              <a:buSzPts val="2554"/>
              <a:buChar char="●"/>
              <a:defRPr sz="2554"/>
            </a:lvl4pPr>
            <a:lvl5pPr indent="-376030" lvl="4" marL="2286000">
              <a:spcBef>
                <a:spcPts val="2090"/>
              </a:spcBef>
              <a:spcAft>
                <a:spcPts val="0"/>
              </a:spcAft>
              <a:buSzPts val="2322"/>
              <a:buChar char="○"/>
              <a:defRPr sz="2322"/>
            </a:lvl5pPr>
            <a:lvl6pPr indent="-361287" lvl="5" marL="2743200">
              <a:spcBef>
                <a:spcPts val="2090"/>
              </a:spcBef>
              <a:spcAft>
                <a:spcPts val="0"/>
              </a:spcAft>
              <a:buSzPts val="2090"/>
              <a:buChar char="■"/>
              <a:defRPr sz="2090"/>
            </a:lvl6pPr>
            <a:lvl7pPr indent="-361287" lvl="6" marL="3200400">
              <a:spcBef>
                <a:spcPts val="2090"/>
              </a:spcBef>
              <a:spcAft>
                <a:spcPts val="0"/>
              </a:spcAft>
              <a:buSzPts val="2090"/>
              <a:buChar char="●"/>
              <a:defRPr sz="2090"/>
            </a:lvl7pPr>
            <a:lvl8pPr indent="-361287" lvl="7" marL="3657600">
              <a:spcBef>
                <a:spcPts val="2090"/>
              </a:spcBef>
              <a:spcAft>
                <a:spcPts val="0"/>
              </a:spcAft>
              <a:buSzPts val="2090"/>
              <a:buChar char="○"/>
              <a:defRPr sz="2090"/>
            </a:lvl8pPr>
            <a:lvl9pPr indent="-361287" lvl="8" marL="4114800">
              <a:spcBef>
                <a:spcPts val="2090"/>
              </a:spcBef>
              <a:spcAft>
                <a:spcPts val="2090"/>
              </a:spcAft>
              <a:buSzPts val="2090"/>
              <a:buChar char="■"/>
              <a:defRPr sz="2090"/>
            </a:lvl9pPr>
          </a:lstStyle>
          <a:p/>
        </p:txBody>
      </p:sp>
      <p:sp>
        <p:nvSpPr>
          <p:cNvPr id="154" name="Google Shape;154;p9"/>
          <p:cNvSpPr txBox="1"/>
          <p:nvPr>
            <p:ph idx="3" type="body"/>
          </p:nvPr>
        </p:nvSpPr>
        <p:spPr>
          <a:xfrm>
            <a:off x="9521164" y="5807147"/>
            <a:ext cx="6290400" cy="995700"/>
          </a:xfrm>
          <a:prstGeom prst="rect">
            <a:avLst/>
          </a:prstGeom>
          <a:ln>
            <a:noFill/>
          </a:ln>
        </p:spPr>
        <p:txBody>
          <a:bodyPr anchorCtr="0" anchor="ctr" bIns="106125" lIns="106125" spcFirstLastPara="1" rIns="106125" wrap="square" tIns="106125">
            <a:noAutofit/>
          </a:bodyPr>
          <a:lstStyle>
            <a:lvl1pPr indent="-449745" lvl="0" marL="457200">
              <a:spcBef>
                <a:spcPts val="0"/>
              </a:spcBef>
              <a:spcAft>
                <a:spcPts val="0"/>
              </a:spcAft>
              <a:buSzPts val="3483"/>
              <a:buChar char="●"/>
              <a:defRPr sz="3483"/>
            </a:lvl1pPr>
            <a:lvl2pPr indent="-420259" lvl="1" marL="914400">
              <a:spcBef>
                <a:spcPts val="2090"/>
              </a:spcBef>
              <a:spcAft>
                <a:spcPts val="0"/>
              </a:spcAft>
              <a:buSzPts val="3018"/>
              <a:buChar char="○"/>
              <a:defRPr sz="3018"/>
            </a:lvl2pPr>
            <a:lvl3pPr indent="-405516" lvl="2" marL="1371600">
              <a:spcBef>
                <a:spcPts val="2090"/>
              </a:spcBef>
              <a:spcAft>
                <a:spcPts val="0"/>
              </a:spcAft>
              <a:buSzPts val="2786"/>
              <a:buChar char="■"/>
              <a:defRPr sz="2786"/>
            </a:lvl3pPr>
            <a:lvl4pPr indent="-390773" lvl="3" marL="1828800">
              <a:spcBef>
                <a:spcPts val="2090"/>
              </a:spcBef>
              <a:spcAft>
                <a:spcPts val="0"/>
              </a:spcAft>
              <a:buSzPts val="2554"/>
              <a:buChar char="●"/>
              <a:defRPr sz="2554"/>
            </a:lvl4pPr>
            <a:lvl5pPr indent="-376030" lvl="4" marL="2286000">
              <a:spcBef>
                <a:spcPts val="2090"/>
              </a:spcBef>
              <a:spcAft>
                <a:spcPts val="0"/>
              </a:spcAft>
              <a:buSzPts val="2322"/>
              <a:buChar char="○"/>
              <a:defRPr sz="2322"/>
            </a:lvl5pPr>
            <a:lvl6pPr indent="-361287" lvl="5" marL="2743200">
              <a:spcBef>
                <a:spcPts val="2090"/>
              </a:spcBef>
              <a:spcAft>
                <a:spcPts val="0"/>
              </a:spcAft>
              <a:buSzPts val="2090"/>
              <a:buChar char="■"/>
              <a:defRPr sz="2090"/>
            </a:lvl6pPr>
            <a:lvl7pPr indent="-361287" lvl="6" marL="3200400">
              <a:spcBef>
                <a:spcPts val="2090"/>
              </a:spcBef>
              <a:spcAft>
                <a:spcPts val="0"/>
              </a:spcAft>
              <a:buSzPts val="2090"/>
              <a:buChar char="●"/>
              <a:defRPr sz="2090"/>
            </a:lvl7pPr>
            <a:lvl8pPr indent="-361287" lvl="7" marL="3657600">
              <a:spcBef>
                <a:spcPts val="2090"/>
              </a:spcBef>
              <a:spcAft>
                <a:spcPts val="0"/>
              </a:spcAft>
              <a:buSzPts val="2090"/>
              <a:buChar char="○"/>
              <a:defRPr sz="2090"/>
            </a:lvl8pPr>
            <a:lvl9pPr indent="-361287" lvl="8" marL="4114800">
              <a:spcBef>
                <a:spcPts val="2090"/>
              </a:spcBef>
              <a:spcAft>
                <a:spcPts val="2090"/>
              </a:spcAft>
              <a:buSzPts val="2090"/>
              <a:buChar char="■"/>
              <a:defRPr sz="2090"/>
            </a:lvl9pPr>
          </a:lstStyle>
          <a:p/>
        </p:txBody>
      </p:sp>
      <p:sp>
        <p:nvSpPr>
          <p:cNvPr id="155" name="Google Shape;155;p9"/>
          <p:cNvSpPr txBox="1"/>
          <p:nvPr/>
        </p:nvSpPr>
        <p:spPr>
          <a:xfrm>
            <a:off x="8403175" y="3672040"/>
            <a:ext cx="683700" cy="6198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93"/>
              </a:spcAft>
              <a:buNone/>
            </a:pPr>
            <a:r>
              <a:rPr lang="en" sz="4179">
                <a:solidFill>
                  <a:srgbClr val="066AFE"/>
                </a:solidFill>
                <a:latin typeface="Avant Garde Demi SFDC"/>
                <a:ea typeface="Avant Garde Demi SFDC"/>
                <a:cs typeface="Avant Garde Demi SFDC"/>
                <a:sym typeface="Avant Garde Demi SFDC"/>
              </a:rPr>
              <a:t>01</a:t>
            </a:r>
            <a:endParaRPr sz="4179">
              <a:solidFill>
                <a:srgbClr val="066AFE"/>
              </a:solidFill>
              <a:latin typeface="Avant Garde Demi SFDC"/>
              <a:ea typeface="Avant Garde Demi SFDC"/>
              <a:cs typeface="Avant Garde Demi SFDC"/>
              <a:sym typeface="Avant Garde Demi SFDC"/>
            </a:endParaRPr>
          </a:p>
        </p:txBody>
      </p:sp>
      <p:sp>
        <p:nvSpPr>
          <p:cNvPr id="156" name="Google Shape;156;p9"/>
          <p:cNvSpPr txBox="1"/>
          <p:nvPr/>
        </p:nvSpPr>
        <p:spPr>
          <a:xfrm>
            <a:off x="8403175" y="4833537"/>
            <a:ext cx="683700" cy="6198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93"/>
              </a:spcAft>
              <a:buNone/>
            </a:pPr>
            <a:r>
              <a:rPr lang="en" sz="4179">
                <a:solidFill>
                  <a:srgbClr val="066AFE"/>
                </a:solidFill>
                <a:latin typeface="Avant Garde Demi SFDC"/>
                <a:ea typeface="Avant Garde Demi SFDC"/>
                <a:cs typeface="Avant Garde Demi SFDC"/>
                <a:sym typeface="Avant Garde Demi SFDC"/>
              </a:rPr>
              <a:t>02</a:t>
            </a:r>
            <a:endParaRPr sz="4179">
              <a:solidFill>
                <a:srgbClr val="066AFE"/>
              </a:solidFill>
              <a:latin typeface="Avant Garde Demi SFDC"/>
              <a:ea typeface="Avant Garde Demi SFDC"/>
              <a:cs typeface="Avant Garde Demi SFDC"/>
              <a:sym typeface="Avant Garde Demi SFDC"/>
            </a:endParaRPr>
          </a:p>
        </p:txBody>
      </p:sp>
      <p:sp>
        <p:nvSpPr>
          <p:cNvPr id="157" name="Google Shape;157;p9"/>
          <p:cNvSpPr txBox="1"/>
          <p:nvPr/>
        </p:nvSpPr>
        <p:spPr>
          <a:xfrm>
            <a:off x="8403175" y="5995034"/>
            <a:ext cx="683700" cy="6198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1393"/>
              </a:spcAft>
              <a:buNone/>
            </a:pPr>
            <a:r>
              <a:rPr lang="en" sz="4179">
                <a:solidFill>
                  <a:srgbClr val="066AFE"/>
                </a:solidFill>
                <a:latin typeface="Avant Garde Demi SFDC"/>
                <a:ea typeface="Avant Garde Demi SFDC"/>
                <a:cs typeface="Avant Garde Demi SFDC"/>
                <a:sym typeface="Avant Garde Demi SFDC"/>
              </a:rPr>
              <a:t>03</a:t>
            </a:r>
            <a:endParaRPr sz="4179">
              <a:solidFill>
                <a:srgbClr val="066AFE"/>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TITLE_1_1_1_1_1_1_6_2">
    <p:bg>
      <p:bgPr>
        <a:gradFill>
          <a:gsLst>
            <a:gs pos="0">
              <a:srgbClr val="90D0FE"/>
            </a:gs>
            <a:gs pos="100000">
              <a:srgbClr val="EAF5FE"/>
            </a:gs>
          </a:gsLst>
          <a:lin ang="5400012" scaled="0"/>
        </a:gradFill>
      </p:bgPr>
    </p:bg>
    <p:spTree>
      <p:nvGrpSpPr>
        <p:cNvPr id="158" name="Shape 158"/>
        <p:cNvGrpSpPr/>
        <p:nvPr/>
      </p:nvGrpSpPr>
      <p:grpSpPr>
        <a:xfrm>
          <a:off x="0" y="0"/>
          <a:ext cx="0" cy="0"/>
          <a:chOff x="0" y="0"/>
          <a:chExt cx="0" cy="0"/>
        </a:xfrm>
      </p:grpSpPr>
      <p:grpSp>
        <p:nvGrpSpPr>
          <p:cNvPr id="159" name="Google Shape;159;p10"/>
          <p:cNvGrpSpPr/>
          <p:nvPr/>
        </p:nvGrpSpPr>
        <p:grpSpPr>
          <a:xfrm>
            <a:off x="14497041" y="952412"/>
            <a:ext cx="1598127" cy="459104"/>
            <a:chOff x="5913125" y="1232600"/>
            <a:chExt cx="3443497" cy="989449"/>
          </a:xfrm>
        </p:grpSpPr>
        <p:sp>
          <p:nvSpPr>
            <p:cNvPr id="160" name="Google Shape;160;p1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61" name="Google Shape;161;p1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62" name="Google Shape;162;p1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4 Points">
  <p:cSld name="TITLE_1_1_1_1_1_1_6_2_1">
    <p:bg>
      <p:bgPr>
        <a:gradFill>
          <a:gsLst>
            <a:gs pos="0">
              <a:srgbClr val="90D0FE"/>
            </a:gs>
            <a:gs pos="100000">
              <a:srgbClr val="EAF5FE"/>
            </a:gs>
          </a:gsLst>
          <a:lin ang="5400012" scaled="0"/>
        </a:gradFill>
      </p:bgPr>
    </p:bg>
    <p:spTree>
      <p:nvGrpSpPr>
        <p:cNvPr id="163" name="Shape 163"/>
        <p:cNvGrpSpPr/>
        <p:nvPr/>
      </p:nvGrpSpPr>
      <p:grpSpPr>
        <a:xfrm>
          <a:off x="0" y="0"/>
          <a:ext cx="0" cy="0"/>
          <a:chOff x="0" y="0"/>
          <a:chExt cx="0" cy="0"/>
        </a:xfrm>
      </p:grpSpPr>
      <p:sp>
        <p:nvSpPr>
          <p:cNvPr id="164" name="Google Shape;164;p11"/>
          <p:cNvSpPr/>
          <p:nvPr/>
        </p:nvSpPr>
        <p:spPr>
          <a:xfrm>
            <a:off x="592075" y="621800"/>
            <a:ext cx="17099280" cy="8526155"/>
          </a:xfrm>
          <a:custGeom>
            <a:rect b="b" l="l" r="r" t="t"/>
            <a:pathLst>
              <a:path extrusionOk="0" h="6079255" w="12192000">
                <a:moveTo>
                  <a:pt x="12192000" y="4036113"/>
                </a:moveTo>
                <a:cubicBezTo>
                  <a:pt x="12192000" y="4202036"/>
                  <a:pt x="12053684" y="4334396"/>
                  <a:pt x="11887830" y="4328791"/>
                </a:cubicBezTo>
                <a:cubicBezTo>
                  <a:pt x="11525644" y="4316529"/>
                  <a:pt x="11161846" y="4310293"/>
                  <a:pt x="10796717" y="4310293"/>
                </a:cubicBezTo>
                <a:cubicBezTo>
                  <a:pt x="7151379" y="4310293"/>
                  <a:pt x="3650243" y="4927320"/>
                  <a:pt x="391896" y="6062577"/>
                </a:cubicBezTo>
                <a:cubicBezTo>
                  <a:pt x="200888" y="6129143"/>
                  <a:pt x="0" y="5988234"/>
                  <a:pt x="0" y="5786015"/>
                </a:cubicBezTo>
                <a:lnTo>
                  <a:pt x="0" y="291487"/>
                </a:lnTo>
                <a:cubicBezTo>
                  <a:pt x="0" y="130468"/>
                  <a:pt x="130468" y="0"/>
                  <a:pt x="291487" y="0"/>
                </a:cubicBezTo>
                <a:lnTo>
                  <a:pt x="11900513" y="0"/>
                </a:lnTo>
                <a:cubicBezTo>
                  <a:pt x="12061532" y="0"/>
                  <a:pt x="12192000" y="130468"/>
                  <a:pt x="12192000" y="291487"/>
                </a:cubicBezTo>
                <a:lnTo>
                  <a:pt x="12192000" y="403618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65" name="Google Shape;165;p11"/>
          <p:cNvGrpSpPr/>
          <p:nvPr/>
        </p:nvGrpSpPr>
        <p:grpSpPr>
          <a:xfrm>
            <a:off x="14497041" y="952412"/>
            <a:ext cx="1598127" cy="459104"/>
            <a:chOff x="5913125" y="1232600"/>
            <a:chExt cx="3443497" cy="989449"/>
          </a:xfrm>
        </p:grpSpPr>
        <p:sp>
          <p:nvSpPr>
            <p:cNvPr id="166" name="Google Shape;166;p1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67" name="Google Shape;167;p1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68" name="Google Shape;168;p1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69" name="Google Shape;169;p11"/>
          <p:cNvSpPr txBox="1"/>
          <p:nvPr/>
        </p:nvSpPr>
        <p:spPr>
          <a:xfrm>
            <a:off x="1216775" y="1515725"/>
            <a:ext cx="4692900" cy="102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000">
                <a:solidFill>
                  <a:srgbClr val="066AFE"/>
                </a:solidFill>
                <a:latin typeface="Avant Garde Demi SFDC"/>
                <a:ea typeface="Avant Garde Demi SFDC"/>
                <a:cs typeface="Avant Garde Demi SFDC"/>
                <a:sym typeface="Avant Garde Demi SFDC"/>
              </a:rPr>
              <a:t>Agenda</a:t>
            </a:r>
            <a:endParaRPr sz="7000">
              <a:solidFill>
                <a:srgbClr val="066AFE"/>
              </a:solidFill>
              <a:latin typeface="Avant Garde Demi SFDC"/>
              <a:ea typeface="Avant Garde Demi SFDC"/>
              <a:cs typeface="Avant Garde Demi SFDC"/>
              <a:sym typeface="Avant Garde Demi SFDC"/>
            </a:endParaRPr>
          </a:p>
        </p:txBody>
      </p:sp>
      <p:pic>
        <p:nvPicPr>
          <p:cNvPr id="170" name="Google Shape;170;p11" title="Style=3D, Clothing=Natural, Pose=Hold, Facing=Left, Shadow=Shadow.png"/>
          <p:cNvPicPr preferRelativeResize="0"/>
          <p:nvPr/>
        </p:nvPicPr>
        <p:blipFill>
          <a:blip r:embed="rId2">
            <a:alphaModFix/>
          </a:blip>
          <a:stretch>
            <a:fillRect/>
          </a:stretch>
        </p:blipFill>
        <p:spPr>
          <a:xfrm>
            <a:off x="1396301" y="5910995"/>
            <a:ext cx="3461649" cy="3890603"/>
          </a:xfrm>
          <a:prstGeom prst="rect">
            <a:avLst/>
          </a:prstGeom>
          <a:noFill/>
          <a:ln>
            <a:noFill/>
          </a:ln>
        </p:spPr>
      </p:pic>
      <p:pic>
        <p:nvPicPr>
          <p:cNvPr id="171" name="Google Shape;171;p11" title="BE-MVP-Icon-Spark_Redux_V3_STRAIGHT_yellow.png"/>
          <p:cNvPicPr preferRelativeResize="0"/>
          <p:nvPr/>
        </p:nvPicPr>
        <p:blipFill rotWithShape="1">
          <a:blip r:embed="rId3">
            <a:alphaModFix/>
          </a:blip>
          <a:srcRect b="2562" l="0" r="0" t="2562"/>
          <a:stretch/>
        </p:blipFill>
        <p:spPr>
          <a:xfrm>
            <a:off x="4289449" y="8283430"/>
            <a:ext cx="565100" cy="572332"/>
          </a:xfrm>
          <a:prstGeom prst="rect">
            <a:avLst/>
          </a:prstGeom>
          <a:noFill/>
          <a:ln>
            <a:noFill/>
          </a:ln>
        </p:spPr>
      </p:pic>
      <p:pic>
        <p:nvPicPr>
          <p:cNvPr id="172" name="Google Shape;172;p11" title="BE-MVP-Icon-Spark_Redux_V3_STRAIGHT_yellow.png"/>
          <p:cNvPicPr preferRelativeResize="0"/>
          <p:nvPr/>
        </p:nvPicPr>
        <p:blipFill rotWithShape="1">
          <a:blip r:embed="rId3">
            <a:alphaModFix/>
          </a:blip>
          <a:srcRect b="2562" l="0" r="0" t="2562"/>
          <a:stretch/>
        </p:blipFill>
        <p:spPr>
          <a:xfrm>
            <a:off x="3259527" y="5338076"/>
            <a:ext cx="371148" cy="375901"/>
          </a:xfrm>
          <a:prstGeom prst="rect">
            <a:avLst/>
          </a:prstGeom>
          <a:noFill/>
          <a:ln>
            <a:noFill/>
          </a:ln>
        </p:spPr>
      </p:pic>
      <p:sp>
        <p:nvSpPr>
          <p:cNvPr id="173" name="Google Shape;173;p11"/>
          <p:cNvSpPr txBox="1"/>
          <p:nvPr/>
        </p:nvSpPr>
        <p:spPr>
          <a:xfrm>
            <a:off x="6185280" y="1848879"/>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0250D9"/>
                </a:solidFill>
                <a:latin typeface="Avant Garde Demi SFDC"/>
                <a:ea typeface="Avant Garde Demi SFDC"/>
                <a:cs typeface="Avant Garde Demi SFDC"/>
                <a:sym typeface="Avant Garde Demi SFDC"/>
              </a:rPr>
              <a:t>01</a:t>
            </a:r>
            <a:endParaRPr sz="4200">
              <a:solidFill>
                <a:srgbClr val="0250D9"/>
              </a:solidFill>
              <a:latin typeface="Avant Garde Demi SFDC"/>
              <a:ea typeface="Avant Garde Demi SFDC"/>
              <a:cs typeface="Avant Garde Demi SFDC"/>
              <a:sym typeface="Avant Garde Demi SFDC"/>
            </a:endParaRPr>
          </a:p>
        </p:txBody>
      </p:sp>
      <p:sp>
        <p:nvSpPr>
          <p:cNvPr id="174" name="Google Shape;174;p11"/>
          <p:cNvSpPr txBox="1"/>
          <p:nvPr/>
        </p:nvSpPr>
        <p:spPr>
          <a:xfrm>
            <a:off x="11520955" y="1848879"/>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0250D9"/>
                </a:solidFill>
                <a:latin typeface="Avant Garde Demi SFDC"/>
                <a:ea typeface="Avant Garde Demi SFDC"/>
                <a:cs typeface="Avant Garde Demi SFDC"/>
                <a:sym typeface="Avant Garde Demi SFDC"/>
              </a:rPr>
              <a:t>02</a:t>
            </a:r>
            <a:endParaRPr sz="4200">
              <a:solidFill>
                <a:srgbClr val="0250D9"/>
              </a:solidFill>
              <a:latin typeface="Avant Garde Demi SFDC"/>
              <a:ea typeface="Avant Garde Demi SFDC"/>
              <a:cs typeface="Avant Garde Demi SFDC"/>
              <a:sym typeface="Avant Garde Demi SFDC"/>
            </a:endParaRPr>
          </a:p>
        </p:txBody>
      </p:sp>
      <p:sp>
        <p:nvSpPr>
          <p:cNvPr id="175" name="Google Shape;175;p11"/>
          <p:cNvSpPr txBox="1"/>
          <p:nvPr/>
        </p:nvSpPr>
        <p:spPr>
          <a:xfrm>
            <a:off x="6185280" y="4090395"/>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0250D9"/>
                </a:solidFill>
                <a:latin typeface="Avant Garde Demi SFDC"/>
                <a:ea typeface="Avant Garde Demi SFDC"/>
                <a:cs typeface="Avant Garde Demi SFDC"/>
                <a:sym typeface="Avant Garde Demi SFDC"/>
              </a:rPr>
              <a:t>03</a:t>
            </a:r>
            <a:endParaRPr sz="4200">
              <a:solidFill>
                <a:srgbClr val="0250D9"/>
              </a:solidFill>
              <a:latin typeface="Avant Garde Demi SFDC"/>
              <a:ea typeface="Avant Garde Demi SFDC"/>
              <a:cs typeface="Avant Garde Demi SFDC"/>
              <a:sym typeface="Avant Garde Demi SFDC"/>
            </a:endParaRPr>
          </a:p>
        </p:txBody>
      </p:sp>
      <p:sp>
        <p:nvSpPr>
          <p:cNvPr id="176" name="Google Shape;176;p11"/>
          <p:cNvSpPr txBox="1"/>
          <p:nvPr/>
        </p:nvSpPr>
        <p:spPr>
          <a:xfrm>
            <a:off x="11520955" y="4068747"/>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0250D9"/>
                </a:solidFill>
                <a:latin typeface="Avant Garde Demi SFDC"/>
                <a:ea typeface="Avant Garde Demi SFDC"/>
                <a:cs typeface="Avant Garde Demi SFDC"/>
                <a:sym typeface="Avant Garde Demi SFDC"/>
              </a:rPr>
              <a:t>04</a:t>
            </a:r>
            <a:endParaRPr sz="4200">
              <a:solidFill>
                <a:srgbClr val="0250D9"/>
              </a:solidFill>
              <a:latin typeface="Avant Garde Demi SFDC"/>
              <a:ea typeface="Avant Garde Demi SFDC"/>
              <a:cs typeface="Avant Garde Demi SFDC"/>
              <a:sym typeface="Avant Garde Demi SFDC"/>
            </a:endParaRPr>
          </a:p>
        </p:txBody>
      </p:sp>
      <p:pic>
        <p:nvPicPr>
          <p:cNvPr id="177" name="Google Shape;177;p11" title="BE-MVP-Icon-Spark_Redux_V3_RIGHT_yellow.png"/>
          <p:cNvPicPr preferRelativeResize="0"/>
          <p:nvPr/>
        </p:nvPicPr>
        <p:blipFill rotWithShape="1">
          <a:blip r:embed="rId4">
            <a:alphaModFix/>
          </a:blip>
          <a:srcRect b="0" l="593" r="603" t="0"/>
          <a:stretch/>
        </p:blipFill>
        <p:spPr>
          <a:xfrm rot="-6">
            <a:off x="3544698" y="4073476"/>
            <a:ext cx="1309852" cy="1410386"/>
          </a:xfrm>
          <a:prstGeom prst="rect">
            <a:avLst/>
          </a:prstGeom>
          <a:noFill/>
          <a:ln>
            <a:noFill/>
          </a:ln>
        </p:spPr>
      </p:pic>
      <p:pic>
        <p:nvPicPr>
          <p:cNvPr id="178" name="Google Shape;178;p11"/>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179" name="Google Shape;179;p11"/>
          <p:cNvSpPr txBox="1"/>
          <p:nvPr>
            <p:ph idx="1" type="body"/>
          </p:nvPr>
        </p:nvSpPr>
        <p:spPr>
          <a:xfrm>
            <a:off x="6907050" y="1856575"/>
            <a:ext cx="3407100" cy="2159100"/>
          </a:xfrm>
          <a:prstGeom prst="rect">
            <a:avLst/>
          </a:prstGeom>
          <a:ln>
            <a:noFill/>
          </a:ln>
        </p:spPr>
        <p:txBody>
          <a:bodyPr anchorCtr="0" anchor="t" bIns="0" lIns="0" spcFirstLastPara="1" rIns="0" wrap="square" tIns="0">
            <a:noAutofit/>
          </a:bodyPr>
          <a:lstStyle>
            <a:lvl1pPr indent="-419100" lvl="0" marL="457200">
              <a:spcBef>
                <a:spcPts val="0"/>
              </a:spcBef>
              <a:spcAft>
                <a:spcPts val="0"/>
              </a:spcAft>
              <a:buClr>
                <a:schemeClr val="dk2"/>
              </a:buClr>
              <a:buSzPts val="3000"/>
              <a:buChar char="●"/>
              <a:defRPr>
                <a:solidFill>
                  <a:schemeClr val="dk2"/>
                </a:solidFill>
              </a:defRPr>
            </a:lvl1pPr>
            <a:lvl2pPr indent="-393700" lvl="1" marL="914400">
              <a:spcBef>
                <a:spcPts val="1800"/>
              </a:spcBef>
              <a:spcAft>
                <a:spcPts val="0"/>
              </a:spcAft>
              <a:buClr>
                <a:schemeClr val="dk2"/>
              </a:buClr>
              <a:buSzPts val="2600"/>
              <a:buChar char="○"/>
              <a:defRPr>
                <a:solidFill>
                  <a:schemeClr val="dk2"/>
                </a:solidFill>
              </a:defRPr>
            </a:lvl2pPr>
            <a:lvl3pPr indent="-381000" lvl="2" marL="1371600">
              <a:spcBef>
                <a:spcPts val="1800"/>
              </a:spcBef>
              <a:spcAft>
                <a:spcPts val="0"/>
              </a:spcAft>
              <a:buClr>
                <a:schemeClr val="dk2"/>
              </a:buClr>
              <a:buSzPts val="2400"/>
              <a:buChar char="■"/>
              <a:defRPr>
                <a:solidFill>
                  <a:schemeClr val="dk2"/>
                </a:solidFill>
              </a:defRPr>
            </a:lvl3pPr>
            <a:lvl4pPr indent="-368300" lvl="3" marL="1828800">
              <a:spcBef>
                <a:spcPts val="1800"/>
              </a:spcBef>
              <a:spcAft>
                <a:spcPts val="0"/>
              </a:spcAft>
              <a:buClr>
                <a:schemeClr val="dk2"/>
              </a:buClr>
              <a:buSzPts val="2200"/>
              <a:buChar char="●"/>
              <a:defRPr>
                <a:solidFill>
                  <a:schemeClr val="dk2"/>
                </a:solidFill>
              </a:defRPr>
            </a:lvl4pPr>
            <a:lvl5pPr indent="-355600" lvl="4" marL="2286000">
              <a:spcBef>
                <a:spcPts val="1800"/>
              </a:spcBef>
              <a:spcAft>
                <a:spcPts val="0"/>
              </a:spcAft>
              <a:buClr>
                <a:schemeClr val="dk2"/>
              </a:buClr>
              <a:buSzPts val="2000"/>
              <a:buChar char="○"/>
              <a:defRPr>
                <a:solidFill>
                  <a:schemeClr val="dk2"/>
                </a:solidFill>
              </a:defRPr>
            </a:lvl5pPr>
            <a:lvl6pPr indent="-342900" lvl="5" marL="2743200">
              <a:spcBef>
                <a:spcPts val="1800"/>
              </a:spcBef>
              <a:spcAft>
                <a:spcPts val="0"/>
              </a:spcAft>
              <a:buClr>
                <a:schemeClr val="dk2"/>
              </a:buClr>
              <a:buSzPts val="1800"/>
              <a:buChar char="■"/>
              <a:defRPr>
                <a:solidFill>
                  <a:schemeClr val="dk2"/>
                </a:solidFill>
              </a:defRPr>
            </a:lvl6pPr>
            <a:lvl7pPr indent="-342900" lvl="6" marL="3200400">
              <a:spcBef>
                <a:spcPts val="1800"/>
              </a:spcBef>
              <a:spcAft>
                <a:spcPts val="0"/>
              </a:spcAft>
              <a:buClr>
                <a:schemeClr val="dk2"/>
              </a:buClr>
              <a:buSzPts val="1800"/>
              <a:buChar char="●"/>
              <a:defRPr>
                <a:solidFill>
                  <a:schemeClr val="dk2"/>
                </a:solidFill>
              </a:defRPr>
            </a:lvl7pPr>
            <a:lvl8pPr indent="-342900" lvl="7" marL="3657600">
              <a:spcBef>
                <a:spcPts val="1800"/>
              </a:spcBef>
              <a:spcAft>
                <a:spcPts val="0"/>
              </a:spcAft>
              <a:buClr>
                <a:schemeClr val="dk2"/>
              </a:buClr>
              <a:buSzPts val="1800"/>
              <a:buChar char="○"/>
              <a:defRPr>
                <a:solidFill>
                  <a:schemeClr val="dk2"/>
                </a:solidFill>
              </a:defRPr>
            </a:lvl8pPr>
            <a:lvl9pPr indent="-342900" lvl="8" marL="4114800">
              <a:spcBef>
                <a:spcPts val="1800"/>
              </a:spcBef>
              <a:spcAft>
                <a:spcPts val="1800"/>
              </a:spcAft>
              <a:buClr>
                <a:schemeClr val="dk2"/>
              </a:buClr>
              <a:buSzPts val="1800"/>
              <a:buChar char="■"/>
              <a:defRPr>
                <a:solidFill>
                  <a:schemeClr val="dk2"/>
                </a:solidFill>
              </a:defRPr>
            </a:lvl9pPr>
          </a:lstStyle>
          <a:p/>
        </p:txBody>
      </p:sp>
      <p:sp>
        <p:nvSpPr>
          <p:cNvPr id="180" name="Google Shape;180;p11"/>
          <p:cNvSpPr txBox="1"/>
          <p:nvPr>
            <p:ph idx="2" type="body"/>
          </p:nvPr>
        </p:nvSpPr>
        <p:spPr>
          <a:xfrm>
            <a:off x="12329950" y="1856575"/>
            <a:ext cx="3407100" cy="2159100"/>
          </a:xfrm>
          <a:prstGeom prst="rect">
            <a:avLst/>
          </a:prstGeom>
          <a:ln>
            <a:noFill/>
          </a:ln>
        </p:spPr>
        <p:txBody>
          <a:bodyPr anchorCtr="0" anchor="t" bIns="0" lIns="0" spcFirstLastPara="1" rIns="0" wrap="square" tIns="0">
            <a:noAutofit/>
          </a:bodyPr>
          <a:lstStyle>
            <a:lvl1pPr indent="-419100" lvl="0" marL="457200">
              <a:spcBef>
                <a:spcPts val="0"/>
              </a:spcBef>
              <a:spcAft>
                <a:spcPts val="0"/>
              </a:spcAft>
              <a:buClr>
                <a:schemeClr val="dk2"/>
              </a:buClr>
              <a:buSzPts val="3000"/>
              <a:buChar char="●"/>
              <a:defRPr>
                <a:solidFill>
                  <a:schemeClr val="dk2"/>
                </a:solidFill>
              </a:defRPr>
            </a:lvl1pPr>
            <a:lvl2pPr indent="-393700" lvl="1" marL="914400">
              <a:spcBef>
                <a:spcPts val="1800"/>
              </a:spcBef>
              <a:spcAft>
                <a:spcPts val="0"/>
              </a:spcAft>
              <a:buClr>
                <a:schemeClr val="dk2"/>
              </a:buClr>
              <a:buSzPts val="2600"/>
              <a:buChar char="○"/>
              <a:defRPr>
                <a:solidFill>
                  <a:schemeClr val="dk2"/>
                </a:solidFill>
              </a:defRPr>
            </a:lvl2pPr>
            <a:lvl3pPr indent="-381000" lvl="2" marL="1371600">
              <a:spcBef>
                <a:spcPts val="1800"/>
              </a:spcBef>
              <a:spcAft>
                <a:spcPts val="0"/>
              </a:spcAft>
              <a:buClr>
                <a:schemeClr val="dk2"/>
              </a:buClr>
              <a:buSzPts val="2400"/>
              <a:buChar char="■"/>
              <a:defRPr>
                <a:solidFill>
                  <a:schemeClr val="dk2"/>
                </a:solidFill>
              </a:defRPr>
            </a:lvl3pPr>
            <a:lvl4pPr indent="-368300" lvl="3" marL="1828800">
              <a:spcBef>
                <a:spcPts val="1800"/>
              </a:spcBef>
              <a:spcAft>
                <a:spcPts val="0"/>
              </a:spcAft>
              <a:buClr>
                <a:schemeClr val="dk2"/>
              </a:buClr>
              <a:buSzPts val="2200"/>
              <a:buChar char="●"/>
              <a:defRPr>
                <a:solidFill>
                  <a:schemeClr val="dk2"/>
                </a:solidFill>
              </a:defRPr>
            </a:lvl4pPr>
            <a:lvl5pPr indent="-355600" lvl="4" marL="2286000">
              <a:spcBef>
                <a:spcPts val="1800"/>
              </a:spcBef>
              <a:spcAft>
                <a:spcPts val="0"/>
              </a:spcAft>
              <a:buClr>
                <a:schemeClr val="dk2"/>
              </a:buClr>
              <a:buSzPts val="2000"/>
              <a:buChar char="○"/>
              <a:defRPr>
                <a:solidFill>
                  <a:schemeClr val="dk2"/>
                </a:solidFill>
              </a:defRPr>
            </a:lvl5pPr>
            <a:lvl6pPr indent="-342900" lvl="5" marL="2743200">
              <a:spcBef>
                <a:spcPts val="1800"/>
              </a:spcBef>
              <a:spcAft>
                <a:spcPts val="0"/>
              </a:spcAft>
              <a:buClr>
                <a:schemeClr val="dk2"/>
              </a:buClr>
              <a:buSzPts val="1800"/>
              <a:buChar char="■"/>
              <a:defRPr>
                <a:solidFill>
                  <a:schemeClr val="dk2"/>
                </a:solidFill>
              </a:defRPr>
            </a:lvl6pPr>
            <a:lvl7pPr indent="-342900" lvl="6" marL="3200400">
              <a:spcBef>
                <a:spcPts val="1800"/>
              </a:spcBef>
              <a:spcAft>
                <a:spcPts val="0"/>
              </a:spcAft>
              <a:buClr>
                <a:schemeClr val="dk2"/>
              </a:buClr>
              <a:buSzPts val="1800"/>
              <a:buChar char="●"/>
              <a:defRPr>
                <a:solidFill>
                  <a:schemeClr val="dk2"/>
                </a:solidFill>
              </a:defRPr>
            </a:lvl7pPr>
            <a:lvl8pPr indent="-342900" lvl="7" marL="3657600">
              <a:spcBef>
                <a:spcPts val="1800"/>
              </a:spcBef>
              <a:spcAft>
                <a:spcPts val="0"/>
              </a:spcAft>
              <a:buClr>
                <a:schemeClr val="dk2"/>
              </a:buClr>
              <a:buSzPts val="1800"/>
              <a:buChar char="○"/>
              <a:defRPr>
                <a:solidFill>
                  <a:schemeClr val="dk2"/>
                </a:solidFill>
              </a:defRPr>
            </a:lvl8pPr>
            <a:lvl9pPr indent="-342900" lvl="8" marL="4114800">
              <a:spcBef>
                <a:spcPts val="1800"/>
              </a:spcBef>
              <a:spcAft>
                <a:spcPts val="1800"/>
              </a:spcAft>
              <a:buClr>
                <a:schemeClr val="dk2"/>
              </a:buClr>
              <a:buSzPts val="1800"/>
              <a:buChar char="■"/>
              <a:defRPr>
                <a:solidFill>
                  <a:schemeClr val="dk2"/>
                </a:solidFill>
              </a:defRPr>
            </a:lvl9pPr>
          </a:lstStyle>
          <a:p/>
        </p:txBody>
      </p:sp>
      <p:sp>
        <p:nvSpPr>
          <p:cNvPr id="181" name="Google Shape;181;p11"/>
          <p:cNvSpPr txBox="1"/>
          <p:nvPr>
            <p:ph idx="3" type="body"/>
          </p:nvPr>
        </p:nvSpPr>
        <p:spPr>
          <a:xfrm>
            <a:off x="6907050" y="4063950"/>
            <a:ext cx="3407100" cy="2159100"/>
          </a:xfrm>
          <a:prstGeom prst="rect">
            <a:avLst/>
          </a:prstGeom>
          <a:ln>
            <a:noFill/>
          </a:ln>
        </p:spPr>
        <p:txBody>
          <a:bodyPr anchorCtr="0" anchor="t" bIns="0" lIns="0" spcFirstLastPara="1" rIns="0" wrap="square" tIns="0">
            <a:noAutofit/>
          </a:bodyPr>
          <a:lstStyle>
            <a:lvl1pPr indent="-419100" lvl="0" marL="457200" rtl="0">
              <a:spcBef>
                <a:spcPts val="0"/>
              </a:spcBef>
              <a:spcAft>
                <a:spcPts val="0"/>
              </a:spcAft>
              <a:buClr>
                <a:schemeClr val="dk2"/>
              </a:buClr>
              <a:buSzPts val="3000"/>
              <a:buChar char="●"/>
              <a:defRPr>
                <a:solidFill>
                  <a:schemeClr val="dk2"/>
                </a:solidFill>
              </a:defRPr>
            </a:lvl1pPr>
            <a:lvl2pPr indent="-393700" lvl="1" marL="914400" rtl="0">
              <a:spcBef>
                <a:spcPts val="1800"/>
              </a:spcBef>
              <a:spcAft>
                <a:spcPts val="0"/>
              </a:spcAft>
              <a:buClr>
                <a:schemeClr val="dk2"/>
              </a:buClr>
              <a:buSzPts val="2600"/>
              <a:buChar char="○"/>
              <a:defRPr>
                <a:solidFill>
                  <a:schemeClr val="dk2"/>
                </a:solidFill>
              </a:defRPr>
            </a:lvl2pPr>
            <a:lvl3pPr indent="-381000" lvl="2" marL="1371600" rtl="0">
              <a:spcBef>
                <a:spcPts val="1800"/>
              </a:spcBef>
              <a:spcAft>
                <a:spcPts val="0"/>
              </a:spcAft>
              <a:buClr>
                <a:schemeClr val="dk2"/>
              </a:buClr>
              <a:buSzPts val="2400"/>
              <a:buChar char="■"/>
              <a:defRPr>
                <a:solidFill>
                  <a:schemeClr val="dk2"/>
                </a:solidFill>
              </a:defRPr>
            </a:lvl3pPr>
            <a:lvl4pPr indent="-368300" lvl="3" marL="1828800" rtl="0">
              <a:spcBef>
                <a:spcPts val="1800"/>
              </a:spcBef>
              <a:spcAft>
                <a:spcPts val="0"/>
              </a:spcAft>
              <a:buClr>
                <a:schemeClr val="dk2"/>
              </a:buClr>
              <a:buSzPts val="2200"/>
              <a:buChar char="●"/>
              <a:defRPr>
                <a:solidFill>
                  <a:schemeClr val="dk2"/>
                </a:solidFill>
              </a:defRPr>
            </a:lvl4pPr>
            <a:lvl5pPr indent="-355600" lvl="4" marL="2286000" rtl="0">
              <a:spcBef>
                <a:spcPts val="1800"/>
              </a:spcBef>
              <a:spcAft>
                <a:spcPts val="0"/>
              </a:spcAft>
              <a:buClr>
                <a:schemeClr val="dk2"/>
              </a:buClr>
              <a:buSzPts val="2000"/>
              <a:buChar char="○"/>
              <a:defRPr>
                <a:solidFill>
                  <a:schemeClr val="dk2"/>
                </a:solidFill>
              </a:defRPr>
            </a:lvl5pPr>
            <a:lvl6pPr indent="-342900" lvl="5" marL="2743200" rtl="0">
              <a:spcBef>
                <a:spcPts val="1800"/>
              </a:spcBef>
              <a:spcAft>
                <a:spcPts val="0"/>
              </a:spcAft>
              <a:buClr>
                <a:schemeClr val="dk2"/>
              </a:buClr>
              <a:buSzPts val="1800"/>
              <a:buChar char="■"/>
              <a:defRPr>
                <a:solidFill>
                  <a:schemeClr val="dk2"/>
                </a:solidFill>
              </a:defRPr>
            </a:lvl6pPr>
            <a:lvl7pPr indent="-342900" lvl="6" marL="3200400" rtl="0">
              <a:spcBef>
                <a:spcPts val="1800"/>
              </a:spcBef>
              <a:spcAft>
                <a:spcPts val="0"/>
              </a:spcAft>
              <a:buClr>
                <a:schemeClr val="dk2"/>
              </a:buClr>
              <a:buSzPts val="1800"/>
              <a:buChar char="●"/>
              <a:defRPr>
                <a:solidFill>
                  <a:schemeClr val="dk2"/>
                </a:solidFill>
              </a:defRPr>
            </a:lvl7pPr>
            <a:lvl8pPr indent="-342900" lvl="7" marL="3657600" rtl="0">
              <a:spcBef>
                <a:spcPts val="1800"/>
              </a:spcBef>
              <a:spcAft>
                <a:spcPts val="0"/>
              </a:spcAft>
              <a:buClr>
                <a:schemeClr val="dk2"/>
              </a:buClr>
              <a:buSzPts val="1800"/>
              <a:buChar char="○"/>
              <a:defRPr>
                <a:solidFill>
                  <a:schemeClr val="dk2"/>
                </a:solidFill>
              </a:defRPr>
            </a:lvl8pPr>
            <a:lvl9pPr indent="-342900" lvl="8" marL="4114800" rtl="0">
              <a:spcBef>
                <a:spcPts val="1800"/>
              </a:spcBef>
              <a:spcAft>
                <a:spcPts val="1800"/>
              </a:spcAft>
              <a:buClr>
                <a:schemeClr val="dk2"/>
              </a:buClr>
              <a:buSzPts val="1800"/>
              <a:buChar char="■"/>
              <a:defRPr>
                <a:solidFill>
                  <a:schemeClr val="dk2"/>
                </a:solidFill>
              </a:defRPr>
            </a:lvl9pPr>
          </a:lstStyle>
          <a:p/>
        </p:txBody>
      </p:sp>
      <p:sp>
        <p:nvSpPr>
          <p:cNvPr id="182" name="Google Shape;182;p11"/>
          <p:cNvSpPr txBox="1"/>
          <p:nvPr>
            <p:ph idx="4" type="body"/>
          </p:nvPr>
        </p:nvSpPr>
        <p:spPr>
          <a:xfrm>
            <a:off x="12329950" y="4063950"/>
            <a:ext cx="3407100" cy="2159100"/>
          </a:xfrm>
          <a:prstGeom prst="rect">
            <a:avLst/>
          </a:prstGeom>
          <a:ln>
            <a:noFill/>
          </a:ln>
        </p:spPr>
        <p:txBody>
          <a:bodyPr anchorCtr="0" anchor="t" bIns="0" lIns="0" spcFirstLastPara="1" rIns="0" wrap="square" tIns="0">
            <a:noAutofit/>
          </a:bodyPr>
          <a:lstStyle>
            <a:lvl1pPr indent="-419100" lvl="0" marL="457200" rtl="0">
              <a:spcBef>
                <a:spcPts val="0"/>
              </a:spcBef>
              <a:spcAft>
                <a:spcPts val="0"/>
              </a:spcAft>
              <a:buClr>
                <a:schemeClr val="dk2"/>
              </a:buClr>
              <a:buSzPts val="3000"/>
              <a:buChar char="●"/>
              <a:defRPr>
                <a:solidFill>
                  <a:schemeClr val="dk2"/>
                </a:solidFill>
              </a:defRPr>
            </a:lvl1pPr>
            <a:lvl2pPr indent="-393700" lvl="1" marL="914400" rtl="0">
              <a:spcBef>
                <a:spcPts val="1800"/>
              </a:spcBef>
              <a:spcAft>
                <a:spcPts val="0"/>
              </a:spcAft>
              <a:buClr>
                <a:schemeClr val="dk2"/>
              </a:buClr>
              <a:buSzPts val="2600"/>
              <a:buChar char="○"/>
              <a:defRPr>
                <a:solidFill>
                  <a:schemeClr val="dk2"/>
                </a:solidFill>
              </a:defRPr>
            </a:lvl2pPr>
            <a:lvl3pPr indent="-381000" lvl="2" marL="1371600" rtl="0">
              <a:spcBef>
                <a:spcPts val="1800"/>
              </a:spcBef>
              <a:spcAft>
                <a:spcPts val="0"/>
              </a:spcAft>
              <a:buClr>
                <a:schemeClr val="dk2"/>
              </a:buClr>
              <a:buSzPts val="2400"/>
              <a:buChar char="■"/>
              <a:defRPr>
                <a:solidFill>
                  <a:schemeClr val="dk2"/>
                </a:solidFill>
              </a:defRPr>
            </a:lvl3pPr>
            <a:lvl4pPr indent="-368300" lvl="3" marL="1828800" rtl="0">
              <a:spcBef>
                <a:spcPts val="1800"/>
              </a:spcBef>
              <a:spcAft>
                <a:spcPts val="0"/>
              </a:spcAft>
              <a:buClr>
                <a:schemeClr val="dk2"/>
              </a:buClr>
              <a:buSzPts val="2200"/>
              <a:buChar char="●"/>
              <a:defRPr>
                <a:solidFill>
                  <a:schemeClr val="dk2"/>
                </a:solidFill>
              </a:defRPr>
            </a:lvl4pPr>
            <a:lvl5pPr indent="-355600" lvl="4" marL="2286000" rtl="0">
              <a:spcBef>
                <a:spcPts val="1800"/>
              </a:spcBef>
              <a:spcAft>
                <a:spcPts val="0"/>
              </a:spcAft>
              <a:buClr>
                <a:schemeClr val="dk2"/>
              </a:buClr>
              <a:buSzPts val="2000"/>
              <a:buChar char="○"/>
              <a:defRPr>
                <a:solidFill>
                  <a:schemeClr val="dk2"/>
                </a:solidFill>
              </a:defRPr>
            </a:lvl5pPr>
            <a:lvl6pPr indent="-342900" lvl="5" marL="2743200" rtl="0">
              <a:spcBef>
                <a:spcPts val="1800"/>
              </a:spcBef>
              <a:spcAft>
                <a:spcPts val="0"/>
              </a:spcAft>
              <a:buClr>
                <a:schemeClr val="dk2"/>
              </a:buClr>
              <a:buSzPts val="1800"/>
              <a:buChar char="■"/>
              <a:defRPr>
                <a:solidFill>
                  <a:schemeClr val="dk2"/>
                </a:solidFill>
              </a:defRPr>
            </a:lvl6pPr>
            <a:lvl7pPr indent="-342900" lvl="6" marL="3200400" rtl="0">
              <a:spcBef>
                <a:spcPts val="1800"/>
              </a:spcBef>
              <a:spcAft>
                <a:spcPts val="0"/>
              </a:spcAft>
              <a:buClr>
                <a:schemeClr val="dk2"/>
              </a:buClr>
              <a:buSzPts val="1800"/>
              <a:buChar char="●"/>
              <a:defRPr>
                <a:solidFill>
                  <a:schemeClr val="dk2"/>
                </a:solidFill>
              </a:defRPr>
            </a:lvl7pPr>
            <a:lvl8pPr indent="-342900" lvl="7" marL="3657600" rtl="0">
              <a:spcBef>
                <a:spcPts val="1800"/>
              </a:spcBef>
              <a:spcAft>
                <a:spcPts val="0"/>
              </a:spcAft>
              <a:buClr>
                <a:schemeClr val="dk2"/>
              </a:buClr>
              <a:buSzPts val="1800"/>
              <a:buChar char="○"/>
              <a:defRPr>
                <a:solidFill>
                  <a:schemeClr val="dk2"/>
                </a:solidFill>
              </a:defRPr>
            </a:lvl8pPr>
            <a:lvl9pPr indent="-342900" lvl="8" marL="4114800" rtl="0">
              <a:spcBef>
                <a:spcPts val="1800"/>
              </a:spcBef>
              <a:spcAft>
                <a:spcPts val="1800"/>
              </a:spcAft>
              <a:buClr>
                <a:schemeClr val="dk2"/>
              </a:buClr>
              <a:buSzPts val="1800"/>
              <a:buChar char="■"/>
              <a:defRPr>
                <a:solidFill>
                  <a:schemeClr val="dk2"/>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_Blank">
  <p:cSld name="TITLE_1_1_1_1_1_1_6_2_1_1">
    <p:bg>
      <p:bgPr>
        <a:gradFill>
          <a:gsLst>
            <a:gs pos="0">
              <a:srgbClr val="90D0FE"/>
            </a:gs>
            <a:gs pos="100000">
              <a:srgbClr val="EAF5FE"/>
            </a:gs>
          </a:gsLst>
          <a:lin ang="5400012" scaled="0"/>
        </a:gradFill>
      </p:bgPr>
    </p:bg>
    <p:spTree>
      <p:nvGrpSpPr>
        <p:cNvPr id="183" name="Shape 183"/>
        <p:cNvGrpSpPr/>
        <p:nvPr/>
      </p:nvGrpSpPr>
      <p:grpSpPr>
        <a:xfrm>
          <a:off x="0" y="0"/>
          <a:ext cx="0" cy="0"/>
          <a:chOff x="0" y="0"/>
          <a:chExt cx="0" cy="0"/>
        </a:xfrm>
      </p:grpSpPr>
      <p:sp>
        <p:nvSpPr>
          <p:cNvPr id="184" name="Google Shape;184;p12"/>
          <p:cNvSpPr/>
          <p:nvPr/>
        </p:nvSpPr>
        <p:spPr>
          <a:xfrm>
            <a:off x="592075" y="621800"/>
            <a:ext cx="17099280" cy="8526155"/>
          </a:xfrm>
          <a:custGeom>
            <a:rect b="b" l="l" r="r" t="t"/>
            <a:pathLst>
              <a:path extrusionOk="0" h="6079255" w="12192000">
                <a:moveTo>
                  <a:pt x="12192000" y="4036113"/>
                </a:moveTo>
                <a:cubicBezTo>
                  <a:pt x="12192000" y="4202036"/>
                  <a:pt x="12053684" y="4334396"/>
                  <a:pt x="11887830" y="4328791"/>
                </a:cubicBezTo>
                <a:cubicBezTo>
                  <a:pt x="11525644" y="4316529"/>
                  <a:pt x="11161846" y="4310293"/>
                  <a:pt x="10796717" y="4310293"/>
                </a:cubicBezTo>
                <a:cubicBezTo>
                  <a:pt x="7151379" y="4310293"/>
                  <a:pt x="3650243" y="4927320"/>
                  <a:pt x="391896" y="6062577"/>
                </a:cubicBezTo>
                <a:cubicBezTo>
                  <a:pt x="200888" y="6129143"/>
                  <a:pt x="0" y="5988234"/>
                  <a:pt x="0" y="5786015"/>
                </a:cubicBezTo>
                <a:lnTo>
                  <a:pt x="0" y="291487"/>
                </a:lnTo>
                <a:cubicBezTo>
                  <a:pt x="0" y="130468"/>
                  <a:pt x="130468" y="0"/>
                  <a:pt x="291487" y="0"/>
                </a:cubicBezTo>
                <a:lnTo>
                  <a:pt x="11900513" y="0"/>
                </a:lnTo>
                <a:cubicBezTo>
                  <a:pt x="12061532" y="0"/>
                  <a:pt x="12192000" y="130468"/>
                  <a:pt x="12192000" y="291487"/>
                </a:cubicBezTo>
                <a:lnTo>
                  <a:pt x="12192000" y="403618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85" name="Google Shape;185;p12"/>
          <p:cNvGrpSpPr/>
          <p:nvPr/>
        </p:nvGrpSpPr>
        <p:grpSpPr>
          <a:xfrm>
            <a:off x="14497041" y="952412"/>
            <a:ext cx="1598127" cy="459104"/>
            <a:chOff x="5913125" y="1232600"/>
            <a:chExt cx="3443497" cy="989449"/>
          </a:xfrm>
        </p:grpSpPr>
        <p:sp>
          <p:nvSpPr>
            <p:cNvPr id="186" name="Google Shape;186;p1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87" name="Google Shape;187;p1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88" name="Google Shape;188;p1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89" name="Google Shape;189;p12"/>
          <p:cNvSpPr txBox="1"/>
          <p:nvPr/>
        </p:nvSpPr>
        <p:spPr>
          <a:xfrm>
            <a:off x="1216775" y="1515725"/>
            <a:ext cx="4692900" cy="102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000">
                <a:solidFill>
                  <a:srgbClr val="066AFE"/>
                </a:solidFill>
                <a:latin typeface="Avant Garde Demi SFDC"/>
                <a:ea typeface="Avant Garde Demi SFDC"/>
                <a:cs typeface="Avant Garde Demi SFDC"/>
                <a:sym typeface="Avant Garde Demi SFDC"/>
              </a:rPr>
              <a:t>Agenda</a:t>
            </a:r>
            <a:endParaRPr sz="7000">
              <a:solidFill>
                <a:srgbClr val="066AFE"/>
              </a:solidFill>
              <a:latin typeface="Avant Garde Demi SFDC"/>
              <a:ea typeface="Avant Garde Demi SFDC"/>
              <a:cs typeface="Avant Garde Demi SFDC"/>
              <a:sym typeface="Avant Garde Demi SFDC"/>
            </a:endParaRPr>
          </a:p>
        </p:txBody>
      </p:sp>
      <p:pic>
        <p:nvPicPr>
          <p:cNvPr id="190" name="Google Shape;190;p12" title="Style=3D, Clothing=Natural, Pose=Hold, Facing=Left, Shadow=Shadow.png"/>
          <p:cNvPicPr preferRelativeResize="0"/>
          <p:nvPr/>
        </p:nvPicPr>
        <p:blipFill>
          <a:blip r:embed="rId2">
            <a:alphaModFix/>
          </a:blip>
          <a:stretch>
            <a:fillRect/>
          </a:stretch>
        </p:blipFill>
        <p:spPr>
          <a:xfrm>
            <a:off x="1396301" y="5910995"/>
            <a:ext cx="3461649" cy="3890603"/>
          </a:xfrm>
          <a:prstGeom prst="rect">
            <a:avLst/>
          </a:prstGeom>
          <a:noFill/>
          <a:ln>
            <a:noFill/>
          </a:ln>
        </p:spPr>
      </p:pic>
      <p:pic>
        <p:nvPicPr>
          <p:cNvPr id="191" name="Google Shape;191;p12" title="BE-MVP-Icon-Spark_Redux_V3_STRAIGHT_yellow.png"/>
          <p:cNvPicPr preferRelativeResize="0"/>
          <p:nvPr/>
        </p:nvPicPr>
        <p:blipFill rotWithShape="1">
          <a:blip r:embed="rId3">
            <a:alphaModFix/>
          </a:blip>
          <a:srcRect b="2562" l="0" r="0" t="2562"/>
          <a:stretch/>
        </p:blipFill>
        <p:spPr>
          <a:xfrm>
            <a:off x="4289449" y="8283430"/>
            <a:ext cx="565100" cy="572332"/>
          </a:xfrm>
          <a:prstGeom prst="rect">
            <a:avLst/>
          </a:prstGeom>
          <a:noFill/>
          <a:ln>
            <a:noFill/>
          </a:ln>
        </p:spPr>
      </p:pic>
      <p:pic>
        <p:nvPicPr>
          <p:cNvPr id="192" name="Google Shape;192;p12" title="BE-MVP-Icon-Spark_Redux_V3_STRAIGHT_yellow.png"/>
          <p:cNvPicPr preferRelativeResize="0"/>
          <p:nvPr/>
        </p:nvPicPr>
        <p:blipFill rotWithShape="1">
          <a:blip r:embed="rId3">
            <a:alphaModFix/>
          </a:blip>
          <a:srcRect b="2562" l="0" r="0" t="2562"/>
          <a:stretch/>
        </p:blipFill>
        <p:spPr>
          <a:xfrm>
            <a:off x="3259527" y="5338076"/>
            <a:ext cx="371148" cy="375901"/>
          </a:xfrm>
          <a:prstGeom prst="rect">
            <a:avLst/>
          </a:prstGeom>
          <a:noFill/>
          <a:ln>
            <a:noFill/>
          </a:ln>
        </p:spPr>
      </p:pic>
      <p:pic>
        <p:nvPicPr>
          <p:cNvPr id="193" name="Google Shape;193;p12" title="BE-MVP-Icon-Spark_Redux_V3_RIGHT_yellow.png"/>
          <p:cNvPicPr preferRelativeResize="0"/>
          <p:nvPr/>
        </p:nvPicPr>
        <p:blipFill rotWithShape="1">
          <a:blip r:embed="rId4">
            <a:alphaModFix/>
          </a:blip>
          <a:srcRect b="0" l="593" r="603" t="0"/>
          <a:stretch/>
        </p:blipFill>
        <p:spPr>
          <a:xfrm rot="-6">
            <a:off x="3544698" y="4073476"/>
            <a:ext cx="1309852" cy="1410386"/>
          </a:xfrm>
          <a:prstGeom prst="rect">
            <a:avLst/>
          </a:prstGeom>
          <a:noFill/>
          <a:ln>
            <a:noFill/>
          </a:ln>
        </p:spPr>
      </p:pic>
      <p:pic>
        <p:nvPicPr>
          <p:cNvPr id="194" name="Google Shape;194;p12"/>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195" name="Google Shape;195;p12"/>
          <p:cNvSpPr txBox="1"/>
          <p:nvPr>
            <p:ph idx="1" type="body"/>
          </p:nvPr>
        </p:nvSpPr>
        <p:spPr>
          <a:xfrm>
            <a:off x="7429500" y="2181775"/>
            <a:ext cx="7964700" cy="3302100"/>
          </a:xfrm>
          <a:prstGeom prst="rect">
            <a:avLst/>
          </a:prstGeom>
          <a:ln>
            <a:noFill/>
          </a:ln>
        </p:spPr>
        <p:txBody>
          <a:bodyPr anchorCtr="0" anchor="t" bIns="0" lIns="0" spcFirstLastPara="1" rIns="0" wrap="square" tIns="0">
            <a:noAutofit/>
          </a:bodyPr>
          <a:lstStyle>
            <a:lvl1pPr indent="-419100" lvl="0" marL="457200">
              <a:spcBef>
                <a:spcPts val="0"/>
              </a:spcBef>
              <a:spcAft>
                <a:spcPts val="0"/>
              </a:spcAft>
              <a:buClr>
                <a:schemeClr val="dk2"/>
              </a:buClr>
              <a:buSzPts val="3000"/>
              <a:buChar char="●"/>
              <a:defRPr>
                <a:solidFill>
                  <a:schemeClr val="dk2"/>
                </a:solidFill>
              </a:defRPr>
            </a:lvl1pPr>
            <a:lvl2pPr indent="-393700" lvl="1" marL="914400">
              <a:spcBef>
                <a:spcPts val="1800"/>
              </a:spcBef>
              <a:spcAft>
                <a:spcPts val="0"/>
              </a:spcAft>
              <a:buClr>
                <a:schemeClr val="dk2"/>
              </a:buClr>
              <a:buSzPts val="2600"/>
              <a:buChar char="○"/>
              <a:defRPr>
                <a:solidFill>
                  <a:schemeClr val="dk2"/>
                </a:solidFill>
              </a:defRPr>
            </a:lvl2pPr>
            <a:lvl3pPr indent="-381000" lvl="2" marL="1371600">
              <a:spcBef>
                <a:spcPts val="1800"/>
              </a:spcBef>
              <a:spcAft>
                <a:spcPts val="0"/>
              </a:spcAft>
              <a:buClr>
                <a:schemeClr val="dk2"/>
              </a:buClr>
              <a:buSzPts val="2400"/>
              <a:buChar char="■"/>
              <a:defRPr>
                <a:solidFill>
                  <a:schemeClr val="dk2"/>
                </a:solidFill>
              </a:defRPr>
            </a:lvl3pPr>
            <a:lvl4pPr indent="-368300" lvl="3" marL="1828800">
              <a:spcBef>
                <a:spcPts val="1800"/>
              </a:spcBef>
              <a:spcAft>
                <a:spcPts val="0"/>
              </a:spcAft>
              <a:buClr>
                <a:schemeClr val="dk2"/>
              </a:buClr>
              <a:buSzPts val="2200"/>
              <a:buChar char="●"/>
              <a:defRPr>
                <a:solidFill>
                  <a:schemeClr val="dk2"/>
                </a:solidFill>
              </a:defRPr>
            </a:lvl4pPr>
            <a:lvl5pPr indent="-355600" lvl="4" marL="2286000">
              <a:spcBef>
                <a:spcPts val="1800"/>
              </a:spcBef>
              <a:spcAft>
                <a:spcPts val="0"/>
              </a:spcAft>
              <a:buClr>
                <a:schemeClr val="dk2"/>
              </a:buClr>
              <a:buSzPts val="2000"/>
              <a:buChar char="○"/>
              <a:defRPr>
                <a:solidFill>
                  <a:schemeClr val="dk2"/>
                </a:solidFill>
              </a:defRPr>
            </a:lvl5pPr>
            <a:lvl6pPr indent="-342900" lvl="5" marL="2743200">
              <a:spcBef>
                <a:spcPts val="1800"/>
              </a:spcBef>
              <a:spcAft>
                <a:spcPts val="0"/>
              </a:spcAft>
              <a:buClr>
                <a:schemeClr val="dk2"/>
              </a:buClr>
              <a:buSzPts val="1800"/>
              <a:buChar char="■"/>
              <a:defRPr>
                <a:solidFill>
                  <a:schemeClr val="dk2"/>
                </a:solidFill>
              </a:defRPr>
            </a:lvl6pPr>
            <a:lvl7pPr indent="-342900" lvl="6" marL="3200400">
              <a:spcBef>
                <a:spcPts val="1800"/>
              </a:spcBef>
              <a:spcAft>
                <a:spcPts val="0"/>
              </a:spcAft>
              <a:buClr>
                <a:schemeClr val="dk2"/>
              </a:buClr>
              <a:buSzPts val="1800"/>
              <a:buChar char="●"/>
              <a:defRPr>
                <a:solidFill>
                  <a:schemeClr val="dk2"/>
                </a:solidFill>
              </a:defRPr>
            </a:lvl7pPr>
            <a:lvl8pPr indent="-342900" lvl="7" marL="3657600">
              <a:spcBef>
                <a:spcPts val="1800"/>
              </a:spcBef>
              <a:spcAft>
                <a:spcPts val="0"/>
              </a:spcAft>
              <a:buClr>
                <a:schemeClr val="dk2"/>
              </a:buClr>
              <a:buSzPts val="1800"/>
              <a:buChar char="○"/>
              <a:defRPr>
                <a:solidFill>
                  <a:schemeClr val="dk2"/>
                </a:solidFill>
              </a:defRPr>
            </a:lvl8pPr>
            <a:lvl9pPr indent="-342900" lvl="8" marL="4114800">
              <a:spcBef>
                <a:spcPts val="1800"/>
              </a:spcBef>
              <a:spcAft>
                <a:spcPts val="1800"/>
              </a:spcAft>
              <a:buClr>
                <a:schemeClr val="dk2"/>
              </a:buClr>
              <a:buSzPts val="1800"/>
              <a:buChar char="■"/>
              <a:defRPr>
                <a:solidFill>
                  <a:schemeClr val="dk2"/>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6 Points">
  <p:cSld name="TITLE_1_1_1_1_1_1_6_1">
    <p:bg>
      <p:bgPr>
        <a:gradFill>
          <a:gsLst>
            <a:gs pos="0">
              <a:srgbClr val="02A0FF"/>
            </a:gs>
            <a:gs pos="100000">
              <a:srgbClr val="066AFE"/>
            </a:gs>
          </a:gsLst>
          <a:lin ang="5400012" scaled="0"/>
        </a:gradFill>
      </p:bgPr>
    </p:bg>
    <p:spTree>
      <p:nvGrpSpPr>
        <p:cNvPr id="196" name="Shape 196"/>
        <p:cNvGrpSpPr/>
        <p:nvPr/>
      </p:nvGrpSpPr>
      <p:grpSpPr>
        <a:xfrm>
          <a:off x="0" y="0"/>
          <a:ext cx="0" cy="0"/>
          <a:chOff x="0" y="0"/>
          <a:chExt cx="0" cy="0"/>
        </a:xfrm>
      </p:grpSpPr>
      <p:grpSp>
        <p:nvGrpSpPr>
          <p:cNvPr id="197" name="Google Shape;197;p13"/>
          <p:cNvGrpSpPr/>
          <p:nvPr/>
        </p:nvGrpSpPr>
        <p:grpSpPr>
          <a:xfrm>
            <a:off x="14497041" y="952412"/>
            <a:ext cx="1598127" cy="459104"/>
            <a:chOff x="5913125" y="1232600"/>
            <a:chExt cx="3443497" cy="989449"/>
          </a:xfrm>
        </p:grpSpPr>
        <p:sp>
          <p:nvSpPr>
            <p:cNvPr id="198" name="Google Shape;198;p13"/>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99" name="Google Shape;199;p13"/>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200" name="Google Shape;200;p13"/>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pic>
        <p:nvPicPr>
          <p:cNvPr id="201" name="Google Shape;201;p13" title="shadow-1.png"/>
          <p:cNvPicPr preferRelativeResize="0"/>
          <p:nvPr/>
        </p:nvPicPr>
        <p:blipFill>
          <a:blip r:embed="rId2">
            <a:alphaModFix amt="63000"/>
          </a:blip>
          <a:stretch>
            <a:fillRect/>
          </a:stretch>
        </p:blipFill>
        <p:spPr>
          <a:xfrm flipH="1">
            <a:off x="857240" y="8915388"/>
            <a:ext cx="4904771" cy="713682"/>
          </a:xfrm>
          <a:prstGeom prst="rect">
            <a:avLst/>
          </a:prstGeom>
          <a:noFill/>
          <a:ln>
            <a:noFill/>
          </a:ln>
        </p:spPr>
      </p:pic>
      <p:sp>
        <p:nvSpPr>
          <p:cNvPr id="202" name="Google Shape;202;p13"/>
          <p:cNvSpPr txBox="1"/>
          <p:nvPr/>
        </p:nvSpPr>
        <p:spPr>
          <a:xfrm>
            <a:off x="7468100" y="1932769"/>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01</a:t>
            </a:r>
            <a:endParaRPr sz="4200">
              <a:solidFill>
                <a:srgbClr val="FFFFFF"/>
              </a:solidFill>
              <a:latin typeface="Avant Garde Demi SFDC"/>
              <a:ea typeface="Avant Garde Demi SFDC"/>
              <a:cs typeface="Avant Garde Demi SFDC"/>
              <a:sym typeface="Avant Garde Demi SFDC"/>
            </a:endParaRPr>
          </a:p>
        </p:txBody>
      </p:sp>
      <p:sp>
        <p:nvSpPr>
          <p:cNvPr id="203" name="Google Shape;203;p13"/>
          <p:cNvSpPr txBox="1"/>
          <p:nvPr/>
        </p:nvSpPr>
        <p:spPr>
          <a:xfrm>
            <a:off x="12346575" y="1932769"/>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02</a:t>
            </a:r>
            <a:endParaRPr sz="4200">
              <a:solidFill>
                <a:srgbClr val="FFFFFF"/>
              </a:solidFill>
              <a:latin typeface="Avant Garde Demi SFDC"/>
              <a:ea typeface="Avant Garde Demi SFDC"/>
              <a:cs typeface="Avant Garde Demi SFDC"/>
              <a:sym typeface="Avant Garde Demi SFDC"/>
            </a:endParaRPr>
          </a:p>
        </p:txBody>
      </p:sp>
      <p:sp>
        <p:nvSpPr>
          <p:cNvPr id="204" name="Google Shape;204;p13"/>
          <p:cNvSpPr txBox="1"/>
          <p:nvPr/>
        </p:nvSpPr>
        <p:spPr>
          <a:xfrm>
            <a:off x="7468100" y="4503494"/>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03</a:t>
            </a:r>
            <a:endParaRPr sz="4200">
              <a:solidFill>
                <a:srgbClr val="FFFFFF"/>
              </a:solidFill>
              <a:latin typeface="Avant Garde Demi SFDC"/>
              <a:ea typeface="Avant Garde Demi SFDC"/>
              <a:cs typeface="Avant Garde Demi SFDC"/>
              <a:sym typeface="Avant Garde Demi SFDC"/>
            </a:endParaRPr>
          </a:p>
        </p:txBody>
      </p:sp>
      <p:sp>
        <p:nvSpPr>
          <p:cNvPr id="205" name="Google Shape;205;p13"/>
          <p:cNvSpPr txBox="1"/>
          <p:nvPr/>
        </p:nvSpPr>
        <p:spPr>
          <a:xfrm>
            <a:off x="12346575" y="4503494"/>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04</a:t>
            </a:r>
            <a:endParaRPr sz="4200">
              <a:solidFill>
                <a:srgbClr val="FFFFFF"/>
              </a:solidFill>
              <a:latin typeface="Avant Garde Demi SFDC"/>
              <a:ea typeface="Avant Garde Demi SFDC"/>
              <a:cs typeface="Avant Garde Demi SFDC"/>
              <a:sym typeface="Avant Garde Demi SFDC"/>
            </a:endParaRPr>
          </a:p>
        </p:txBody>
      </p:sp>
      <p:sp>
        <p:nvSpPr>
          <p:cNvPr id="206" name="Google Shape;206;p13"/>
          <p:cNvSpPr txBox="1"/>
          <p:nvPr/>
        </p:nvSpPr>
        <p:spPr>
          <a:xfrm>
            <a:off x="7468100" y="7074219"/>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05</a:t>
            </a:r>
            <a:endParaRPr sz="4200">
              <a:solidFill>
                <a:srgbClr val="FFFFFF"/>
              </a:solidFill>
              <a:latin typeface="Avant Garde Demi SFDC"/>
              <a:ea typeface="Avant Garde Demi SFDC"/>
              <a:cs typeface="Avant Garde Demi SFDC"/>
              <a:sym typeface="Avant Garde Demi SFDC"/>
            </a:endParaRPr>
          </a:p>
        </p:txBody>
      </p:sp>
      <p:sp>
        <p:nvSpPr>
          <p:cNvPr id="207" name="Google Shape;207;p13"/>
          <p:cNvSpPr txBox="1"/>
          <p:nvPr/>
        </p:nvSpPr>
        <p:spPr>
          <a:xfrm>
            <a:off x="12346575" y="7074219"/>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06</a:t>
            </a:r>
            <a:endParaRPr sz="4200">
              <a:solidFill>
                <a:srgbClr val="FFFFFF"/>
              </a:solidFill>
              <a:latin typeface="Avant Garde Demi SFDC"/>
              <a:ea typeface="Avant Garde Demi SFDC"/>
              <a:cs typeface="Avant Garde Demi SFDC"/>
              <a:sym typeface="Avant Garde Demi SFDC"/>
            </a:endParaRPr>
          </a:p>
        </p:txBody>
      </p:sp>
      <p:sp>
        <p:nvSpPr>
          <p:cNvPr id="208" name="Google Shape;208;p13"/>
          <p:cNvSpPr txBox="1"/>
          <p:nvPr/>
        </p:nvSpPr>
        <p:spPr>
          <a:xfrm>
            <a:off x="857255" y="1226083"/>
            <a:ext cx="4692900" cy="312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000">
                <a:solidFill>
                  <a:srgbClr val="FFFFFF"/>
                </a:solidFill>
                <a:latin typeface="Avant Garde Demi SFDC"/>
                <a:ea typeface="Avant Garde Demi SFDC"/>
                <a:cs typeface="Avant Garde Demi SFDC"/>
                <a:sym typeface="Avant Garde Demi SFDC"/>
              </a:rPr>
              <a:t>Agenda</a:t>
            </a:r>
            <a:endParaRPr sz="7000">
              <a:solidFill>
                <a:srgbClr val="FFFFFF"/>
              </a:solidFill>
              <a:latin typeface="Avant Garde Demi SFDC"/>
              <a:ea typeface="Avant Garde Demi SFDC"/>
              <a:cs typeface="Avant Garde Demi SFDC"/>
              <a:sym typeface="Avant Garde Demi SFDC"/>
            </a:endParaRPr>
          </a:p>
        </p:txBody>
      </p:sp>
      <p:pic>
        <p:nvPicPr>
          <p:cNvPr id="209" name="Google Shape;209;p13" title="ASTRO_Tshirt_WalkRight_SFS20_sRGB.png"/>
          <p:cNvPicPr preferRelativeResize="0"/>
          <p:nvPr/>
        </p:nvPicPr>
        <p:blipFill rotWithShape="1">
          <a:blip r:embed="rId3">
            <a:alphaModFix/>
          </a:blip>
          <a:srcRect b="10" l="0" r="0" t="-10"/>
          <a:stretch/>
        </p:blipFill>
        <p:spPr>
          <a:xfrm>
            <a:off x="1619150" y="3827325"/>
            <a:ext cx="3407025" cy="5403351"/>
          </a:xfrm>
          <a:prstGeom prst="rect">
            <a:avLst/>
          </a:prstGeom>
          <a:noFill/>
          <a:ln>
            <a:noFill/>
          </a:ln>
        </p:spPr>
      </p:pic>
      <p:sp>
        <p:nvSpPr>
          <p:cNvPr id="210" name="Google Shape;210;p13"/>
          <p:cNvSpPr txBox="1"/>
          <p:nvPr>
            <p:ph idx="1" type="body"/>
          </p:nvPr>
        </p:nvSpPr>
        <p:spPr>
          <a:xfrm>
            <a:off x="8507250" y="1932775"/>
            <a:ext cx="3407100" cy="2159100"/>
          </a:xfrm>
          <a:prstGeom prst="rect">
            <a:avLst/>
          </a:prstGeom>
          <a:ln>
            <a:noFill/>
          </a:ln>
        </p:spPr>
        <p:txBody>
          <a:bodyPr anchorCtr="0" anchor="t" bIns="0" lIns="0" spcFirstLastPara="1" rIns="0" wrap="square" tIns="0">
            <a:noAutofit/>
          </a:bodyPr>
          <a:lstStyle>
            <a:lvl1pPr indent="-419100" lvl="0" marL="457200">
              <a:spcBef>
                <a:spcPts val="0"/>
              </a:spcBef>
              <a:spcAft>
                <a:spcPts val="0"/>
              </a:spcAft>
              <a:buClr>
                <a:schemeClr val="lt1"/>
              </a:buClr>
              <a:buSzPts val="3000"/>
              <a:buChar char="●"/>
              <a:defRPr>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211" name="Google Shape;211;p13"/>
          <p:cNvSpPr txBox="1"/>
          <p:nvPr>
            <p:ph idx="2" type="body"/>
          </p:nvPr>
        </p:nvSpPr>
        <p:spPr>
          <a:xfrm>
            <a:off x="13320550" y="1932775"/>
            <a:ext cx="3407100" cy="2159100"/>
          </a:xfrm>
          <a:prstGeom prst="rect">
            <a:avLst/>
          </a:prstGeom>
          <a:ln>
            <a:noFill/>
          </a:ln>
        </p:spPr>
        <p:txBody>
          <a:bodyPr anchorCtr="0" anchor="t" bIns="0" lIns="0" spcFirstLastPara="1" rIns="0" wrap="square" tIns="0">
            <a:noAutofit/>
          </a:bodyPr>
          <a:lstStyle>
            <a:lvl1pPr indent="-419100" lvl="0" marL="457200" rtl="0">
              <a:spcBef>
                <a:spcPts val="0"/>
              </a:spcBef>
              <a:spcAft>
                <a:spcPts val="0"/>
              </a:spcAft>
              <a:buClr>
                <a:schemeClr val="lt1"/>
              </a:buClr>
              <a:buSzPts val="3000"/>
              <a:buChar char="●"/>
              <a:defRPr>
                <a:solidFill>
                  <a:schemeClr val="lt1"/>
                </a:solidFill>
              </a:defRPr>
            </a:lvl1pPr>
            <a:lvl2pPr indent="-393700" lvl="1" marL="914400" rtl="0">
              <a:spcBef>
                <a:spcPts val="1800"/>
              </a:spcBef>
              <a:spcAft>
                <a:spcPts val="0"/>
              </a:spcAft>
              <a:buClr>
                <a:schemeClr val="lt1"/>
              </a:buClr>
              <a:buSzPts val="2600"/>
              <a:buChar char="○"/>
              <a:defRPr>
                <a:solidFill>
                  <a:schemeClr val="lt1"/>
                </a:solidFill>
              </a:defRPr>
            </a:lvl2pPr>
            <a:lvl3pPr indent="-381000" lvl="2" marL="1371600" rtl="0">
              <a:spcBef>
                <a:spcPts val="1800"/>
              </a:spcBef>
              <a:spcAft>
                <a:spcPts val="0"/>
              </a:spcAft>
              <a:buClr>
                <a:schemeClr val="lt1"/>
              </a:buClr>
              <a:buSzPts val="2400"/>
              <a:buChar char="■"/>
              <a:defRPr>
                <a:solidFill>
                  <a:schemeClr val="lt1"/>
                </a:solidFill>
              </a:defRPr>
            </a:lvl3pPr>
            <a:lvl4pPr indent="-368300" lvl="3" marL="1828800" rtl="0">
              <a:spcBef>
                <a:spcPts val="1800"/>
              </a:spcBef>
              <a:spcAft>
                <a:spcPts val="0"/>
              </a:spcAft>
              <a:buClr>
                <a:schemeClr val="lt1"/>
              </a:buClr>
              <a:buSzPts val="2200"/>
              <a:buChar char="●"/>
              <a:defRPr>
                <a:solidFill>
                  <a:schemeClr val="lt1"/>
                </a:solidFill>
              </a:defRPr>
            </a:lvl4pPr>
            <a:lvl5pPr indent="-355600" lvl="4" marL="2286000" rtl="0">
              <a:spcBef>
                <a:spcPts val="1800"/>
              </a:spcBef>
              <a:spcAft>
                <a:spcPts val="0"/>
              </a:spcAft>
              <a:buClr>
                <a:schemeClr val="lt1"/>
              </a:buClr>
              <a:buSzPts val="2000"/>
              <a:buChar char="○"/>
              <a:defRPr>
                <a:solidFill>
                  <a:schemeClr val="lt1"/>
                </a:solidFill>
              </a:defRPr>
            </a:lvl5pPr>
            <a:lvl6pPr indent="-342900" lvl="5" marL="2743200" rtl="0">
              <a:spcBef>
                <a:spcPts val="1800"/>
              </a:spcBef>
              <a:spcAft>
                <a:spcPts val="0"/>
              </a:spcAft>
              <a:buClr>
                <a:schemeClr val="lt1"/>
              </a:buClr>
              <a:buSzPts val="1800"/>
              <a:buChar char="■"/>
              <a:defRPr>
                <a:solidFill>
                  <a:schemeClr val="lt1"/>
                </a:solidFill>
              </a:defRPr>
            </a:lvl6pPr>
            <a:lvl7pPr indent="-342900" lvl="6" marL="3200400" rtl="0">
              <a:spcBef>
                <a:spcPts val="1800"/>
              </a:spcBef>
              <a:spcAft>
                <a:spcPts val="0"/>
              </a:spcAft>
              <a:buClr>
                <a:schemeClr val="lt1"/>
              </a:buClr>
              <a:buSzPts val="1800"/>
              <a:buChar char="●"/>
              <a:defRPr>
                <a:solidFill>
                  <a:schemeClr val="lt1"/>
                </a:solidFill>
              </a:defRPr>
            </a:lvl7pPr>
            <a:lvl8pPr indent="-342900" lvl="7" marL="3657600" rtl="0">
              <a:spcBef>
                <a:spcPts val="1800"/>
              </a:spcBef>
              <a:spcAft>
                <a:spcPts val="0"/>
              </a:spcAft>
              <a:buClr>
                <a:schemeClr val="lt1"/>
              </a:buClr>
              <a:buSzPts val="1800"/>
              <a:buChar char="○"/>
              <a:defRPr>
                <a:solidFill>
                  <a:schemeClr val="lt1"/>
                </a:solidFill>
              </a:defRPr>
            </a:lvl8pPr>
            <a:lvl9pPr indent="-342900" lvl="8" marL="4114800" rtl="0">
              <a:spcBef>
                <a:spcPts val="1800"/>
              </a:spcBef>
              <a:spcAft>
                <a:spcPts val="1800"/>
              </a:spcAft>
              <a:buClr>
                <a:schemeClr val="lt1"/>
              </a:buClr>
              <a:buSzPts val="1800"/>
              <a:buChar char="■"/>
              <a:defRPr>
                <a:solidFill>
                  <a:schemeClr val="lt1"/>
                </a:solidFill>
              </a:defRPr>
            </a:lvl9pPr>
          </a:lstStyle>
          <a:p/>
        </p:txBody>
      </p:sp>
      <p:sp>
        <p:nvSpPr>
          <p:cNvPr id="212" name="Google Shape;212;p13"/>
          <p:cNvSpPr txBox="1"/>
          <p:nvPr>
            <p:ph idx="3" type="body"/>
          </p:nvPr>
        </p:nvSpPr>
        <p:spPr>
          <a:xfrm>
            <a:off x="8507250" y="4550025"/>
            <a:ext cx="3407100" cy="2159100"/>
          </a:xfrm>
          <a:prstGeom prst="rect">
            <a:avLst/>
          </a:prstGeom>
          <a:ln>
            <a:noFill/>
          </a:ln>
        </p:spPr>
        <p:txBody>
          <a:bodyPr anchorCtr="0" anchor="t" bIns="0" lIns="0" spcFirstLastPara="1" rIns="0" wrap="square" tIns="0">
            <a:noAutofit/>
          </a:bodyPr>
          <a:lstStyle>
            <a:lvl1pPr indent="-419100" lvl="0" marL="457200" rtl="0">
              <a:spcBef>
                <a:spcPts val="0"/>
              </a:spcBef>
              <a:spcAft>
                <a:spcPts val="0"/>
              </a:spcAft>
              <a:buClr>
                <a:schemeClr val="lt1"/>
              </a:buClr>
              <a:buSzPts val="3000"/>
              <a:buChar char="●"/>
              <a:defRPr>
                <a:solidFill>
                  <a:schemeClr val="lt1"/>
                </a:solidFill>
              </a:defRPr>
            </a:lvl1pPr>
            <a:lvl2pPr indent="-393700" lvl="1" marL="914400" rtl="0">
              <a:spcBef>
                <a:spcPts val="1800"/>
              </a:spcBef>
              <a:spcAft>
                <a:spcPts val="0"/>
              </a:spcAft>
              <a:buClr>
                <a:schemeClr val="lt1"/>
              </a:buClr>
              <a:buSzPts val="2600"/>
              <a:buChar char="○"/>
              <a:defRPr>
                <a:solidFill>
                  <a:schemeClr val="lt1"/>
                </a:solidFill>
              </a:defRPr>
            </a:lvl2pPr>
            <a:lvl3pPr indent="-381000" lvl="2" marL="1371600" rtl="0">
              <a:spcBef>
                <a:spcPts val="1800"/>
              </a:spcBef>
              <a:spcAft>
                <a:spcPts val="0"/>
              </a:spcAft>
              <a:buClr>
                <a:schemeClr val="lt1"/>
              </a:buClr>
              <a:buSzPts val="2400"/>
              <a:buChar char="■"/>
              <a:defRPr>
                <a:solidFill>
                  <a:schemeClr val="lt1"/>
                </a:solidFill>
              </a:defRPr>
            </a:lvl3pPr>
            <a:lvl4pPr indent="-368300" lvl="3" marL="1828800" rtl="0">
              <a:spcBef>
                <a:spcPts val="1800"/>
              </a:spcBef>
              <a:spcAft>
                <a:spcPts val="0"/>
              </a:spcAft>
              <a:buClr>
                <a:schemeClr val="lt1"/>
              </a:buClr>
              <a:buSzPts val="2200"/>
              <a:buChar char="●"/>
              <a:defRPr>
                <a:solidFill>
                  <a:schemeClr val="lt1"/>
                </a:solidFill>
              </a:defRPr>
            </a:lvl4pPr>
            <a:lvl5pPr indent="-355600" lvl="4" marL="2286000" rtl="0">
              <a:spcBef>
                <a:spcPts val="1800"/>
              </a:spcBef>
              <a:spcAft>
                <a:spcPts val="0"/>
              </a:spcAft>
              <a:buClr>
                <a:schemeClr val="lt1"/>
              </a:buClr>
              <a:buSzPts val="2000"/>
              <a:buChar char="○"/>
              <a:defRPr>
                <a:solidFill>
                  <a:schemeClr val="lt1"/>
                </a:solidFill>
              </a:defRPr>
            </a:lvl5pPr>
            <a:lvl6pPr indent="-342900" lvl="5" marL="2743200" rtl="0">
              <a:spcBef>
                <a:spcPts val="1800"/>
              </a:spcBef>
              <a:spcAft>
                <a:spcPts val="0"/>
              </a:spcAft>
              <a:buClr>
                <a:schemeClr val="lt1"/>
              </a:buClr>
              <a:buSzPts val="1800"/>
              <a:buChar char="■"/>
              <a:defRPr>
                <a:solidFill>
                  <a:schemeClr val="lt1"/>
                </a:solidFill>
              </a:defRPr>
            </a:lvl6pPr>
            <a:lvl7pPr indent="-342900" lvl="6" marL="3200400" rtl="0">
              <a:spcBef>
                <a:spcPts val="1800"/>
              </a:spcBef>
              <a:spcAft>
                <a:spcPts val="0"/>
              </a:spcAft>
              <a:buClr>
                <a:schemeClr val="lt1"/>
              </a:buClr>
              <a:buSzPts val="1800"/>
              <a:buChar char="●"/>
              <a:defRPr>
                <a:solidFill>
                  <a:schemeClr val="lt1"/>
                </a:solidFill>
              </a:defRPr>
            </a:lvl7pPr>
            <a:lvl8pPr indent="-342900" lvl="7" marL="3657600" rtl="0">
              <a:spcBef>
                <a:spcPts val="1800"/>
              </a:spcBef>
              <a:spcAft>
                <a:spcPts val="0"/>
              </a:spcAft>
              <a:buClr>
                <a:schemeClr val="lt1"/>
              </a:buClr>
              <a:buSzPts val="1800"/>
              <a:buChar char="○"/>
              <a:defRPr>
                <a:solidFill>
                  <a:schemeClr val="lt1"/>
                </a:solidFill>
              </a:defRPr>
            </a:lvl8pPr>
            <a:lvl9pPr indent="-342900" lvl="8" marL="4114800" rtl="0">
              <a:spcBef>
                <a:spcPts val="1800"/>
              </a:spcBef>
              <a:spcAft>
                <a:spcPts val="1800"/>
              </a:spcAft>
              <a:buClr>
                <a:schemeClr val="lt1"/>
              </a:buClr>
              <a:buSzPts val="1800"/>
              <a:buChar char="■"/>
              <a:defRPr>
                <a:solidFill>
                  <a:schemeClr val="lt1"/>
                </a:solidFill>
              </a:defRPr>
            </a:lvl9pPr>
          </a:lstStyle>
          <a:p/>
        </p:txBody>
      </p:sp>
      <p:sp>
        <p:nvSpPr>
          <p:cNvPr id="213" name="Google Shape;213;p13"/>
          <p:cNvSpPr txBox="1"/>
          <p:nvPr>
            <p:ph idx="4" type="body"/>
          </p:nvPr>
        </p:nvSpPr>
        <p:spPr>
          <a:xfrm>
            <a:off x="13320550" y="4550025"/>
            <a:ext cx="3407100" cy="2159100"/>
          </a:xfrm>
          <a:prstGeom prst="rect">
            <a:avLst/>
          </a:prstGeom>
          <a:ln>
            <a:noFill/>
          </a:ln>
        </p:spPr>
        <p:txBody>
          <a:bodyPr anchorCtr="0" anchor="t" bIns="0" lIns="0" spcFirstLastPara="1" rIns="0" wrap="square" tIns="0">
            <a:noAutofit/>
          </a:bodyPr>
          <a:lstStyle>
            <a:lvl1pPr indent="-419100" lvl="0" marL="457200" rtl="0">
              <a:spcBef>
                <a:spcPts val="0"/>
              </a:spcBef>
              <a:spcAft>
                <a:spcPts val="0"/>
              </a:spcAft>
              <a:buClr>
                <a:schemeClr val="lt1"/>
              </a:buClr>
              <a:buSzPts val="3000"/>
              <a:buChar char="●"/>
              <a:defRPr>
                <a:solidFill>
                  <a:schemeClr val="lt1"/>
                </a:solidFill>
              </a:defRPr>
            </a:lvl1pPr>
            <a:lvl2pPr indent="-393700" lvl="1" marL="914400" rtl="0">
              <a:spcBef>
                <a:spcPts val="1800"/>
              </a:spcBef>
              <a:spcAft>
                <a:spcPts val="0"/>
              </a:spcAft>
              <a:buClr>
                <a:schemeClr val="lt1"/>
              </a:buClr>
              <a:buSzPts val="2600"/>
              <a:buChar char="○"/>
              <a:defRPr>
                <a:solidFill>
                  <a:schemeClr val="lt1"/>
                </a:solidFill>
              </a:defRPr>
            </a:lvl2pPr>
            <a:lvl3pPr indent="-381000" lvl="2" marL="1371600" rtl="0">
              <a:spcBef>
                <a:spcPts val="1800"/>
              </a:spcBef>
              <a:spcAft>
                <a:spcPts val="0"/>
              </a:spcAft>
              <a:buClr>
                <a:schemeClr val="lt1"/>
              </a:buClr>
              <a:buSzPts val="2400"/>
              <a:buChar char="■"/>
              <a:defRPr>
                <a:solidFill>
                  <a:schemeClr val="lt1"/>
                </a:solidFill>
              </a:defRPr>
            </a:lvl3pPr>
            <a:lvl4pPr indent="-368300" lvl="3" marL="1828800" rtl="0">
              <a:spcBef>
                <a:spcPts val="1800"/>
              </a:spcBef>
              <a:spcAft>
                <a:spcPts val="0"/>
              </a:spcAft>
              <a:buClr>
                <a:schemeClr val="lt1"/>
              </a:buClr>
              <a:buSzPts val="2200"/>
              <a:buChar char="●"/>
              <a:defRPr>
                <a:solidFill>
                  <a:schemeClr val="lt1"/>
                </a:solidFill>
              </a:defRPr>
            </a:lvl4pPr>
            <a:lvl5pPr indent="-355600" lvl="4" marL="2286000" rtl="0">
              <a:spcBef>
                <a:spcPts val="1800"/>
              </a:spcBef>
              <a:spcAft>
                <a:spcPts val="0"/>
              </a:spcAft>
              <a:buClr>
                <a:schemeClr val="lt1"/>
              </a:buClr>
              <a:buSzPts val="2000"/>
              <a:buChar char="○"/>
              <a:defRPr>
                <a:solidFill>
                  <a:schemeClr val="lt1"/>
                </a:solidFill>
              </a:defRPr>
            </a:lvl5pPr>
            <a:lvl6pPr indent="-342900" lvl="5" marL="2743200" rtl="0">
              <a:spcBef>
                <a:spcPts val="1800"/>
              </a:spcBef>
              <a:spcAft>
                <a:spcPts val="0"/>
              </a:spcAft>
              <a:buClr>
                <a:schemeClr val="lt1"/>
              </a:buClr>
              <a:buSzPts val="1800"/>
              <a:buChar char="■"/>
              <a:defRPr>
                <a:solidFill>
                  <a:schemeClr val="lt1"/>
                </a:solidFill>
              </a:defRPr>
            </a:lvl6pPr>
            <a:lvl7pPr indent="-342900" lvl="6" marL="3200400" rtl="0">
              <a:spcBef>
                <a:spcPts val="1800"/>
              </a:spcBef>
              <a:spcAft>
                <a:spcPts val="0"/>
              </a:spcAft>
              <a:buClr>
                <a:schemeClr val="lt1"/>
              </a:buClr>
              <a:buSzPts val="1800"/>
              <a:buChar char="●"/>
              <a:defRPr>
                <a:solidFill>
                  <a:schemeClr val="lt1"/>
                </a:solidFill>
              </a:defRPr>
            </a:lvl7pPr>
            <a:lvl8pPr indent="-342900" lvl="7" marL="3657600" rtl="0">
              <a:spcBef>
                <a:spcPts val="1800"/>
              </a:spcBef>
              <a:spcAft>
                <a:spcPts val="0"/>
              </a:spcAft>
              <a:buClr>
                <a:schemeClr val="lt1"/>
              </a:buClr>
              <a:buSzPts val="1800"/>
              <a:buChar char="○"/>
              <a:defRPr>
                <a:solidFill>
                  <a:schemeClr val="lt1"/>
                </a:solidFill>
              </a:defRPr>
            </a:lvl8pPr>
            <a:lvl9pPr indent="-342900" lvl="8" marL="4114800" rtl="0">
              <a:spcBef>
                <a:spcPts val="1800"/>
              </a:spcBef>
              <a:spcAft>
                <a:spcPts val="1800"/>
              </a:spcAft>
              <a:buClr>
                <a:schemeClr val="lt1"/>
              </a:buClr>
              <a:buSzPts val="1800"/>
              <a:buChar char="■"/>
              <a:defRPr>
                <a:solidFill>
                  <a:schemeClr val="lt1"/>
                </a:solidFill>
              </a:defRPr>
            </a:lvl9pPr>
          </a:lstStyle>
          <a:p/>
        </p:txBody>
      </p:sp>
      <p:sp>
        <p:nvSpPr>
          <p:cNvPr id="214" name="Google Shape;214;p13"/>
          <p:cNvSpPr txBox="1"/>
          <p:nvPr>
            <p:ph idx="5" type="body"/>
          </p:nvPr>
        </p:nvSpPr>
        <p:spPr>
          <a:xfrm>
            <a:off x="8507250" y="7207200"/>
            <a:ext cx="3407100" cy="2159100"/>
          </a:xfrm>
          <a:prstGeom prst="rect">
            <a:avLst/>
          </a:prstGeom>
          <a:ln>
            <a:noFill/>
          </a:ln>
        </p:spPr>
        <p:txBody>
          <a:bodyPr anchorCtr="0" anchor="t" bIns="0" lIns="0" spcFirstLastPara="1" rIns="0" wrap="square" tIns="0">
            <a:noAutofit/>
          </a:bodyPr>
          <a:lstStyle>
            <a:lvl1pPr indent="-419100" lvl="0" marL="457200" rtl="0">
              <a:spcBef>
                <a:spcPts val="0"/>
              </a:spcBef>
              <a:spcAft>
                <a:spcPts val="0"/>
              </a:spcAft>
              <a:buClr>
                <a:schemeClr val="lt1"/>
              </a:buClr>
              <a:buSzPts val="3000"/>
              <a:buChar char="●"/>
              <a:defRPr>
                <a:solidFill>
                  <a:schemeClr val="lt1"/>
                </a:solidFill>
              </a:defRPr>
            </a:lvl1pPr>
            <a:lvl2pPr indent="-393700" lvl="1" marL="914400" rtl="0">
              <a:spcBef>
                <a:spcPts val="1800"/>
              </a:spcBef>
              <a:spcAft>
                <a:spcPts val="0"/>
              </a:spcAft>
              <a:buClr>
                <a:schemeClr val="lt1"/>
              </a:buClr>
              <a:buSzPts val="2600"/>
              <a:buChar char="○"/>
              <a:defRPr>
                <a:solidFill>
                  <a:schemeClr val="lt1"/>
                </a:solidFill>
              </a:defRPr>
            </a:lvl2pPr>
            <a:lvl3pPr indent="-381000" lvl="2" marL="1371600" rtl="0">
              <a:spcBef>
                <a:spcPts val="1800"/>
              </a:spcBef>
              <a:spcAft>
                <a:spcPts val="0"/>
              </a:spcAft>
              <a:buClr>
                <a:schemeClr val="lt1"/>
              </a:buClr>
              <a:buSzPts val="2400"/>
              <a:buChar char="■"/>
              <a:defRPr>
                <a:solidFill>
                  <a:schemeClr val="lt1"/>
                </a:solidFill>
              </a:defRPr>
            </a:lvl3pPr>
            <a:lvl4pPr indent="-368300" lvl="3" marL="1828800" rtl="0">
              <a:spcBef>
                <a:spcPts val="1800"/>
              </a:spcBef>
              <a:spcAft>
                <a:spcPts val="0"/>
              </a:spcAft>
              <a:buClr>
                <a:schemeClr val="lt1"/>
              </a:buClr>
              <a:buSzPts val="2200"/>
              <a:buChar char="●"/>
              <a:defRPr>
                <a:solidFill>
                  <a:schemeClr val="lt1"/>
                </a:solidFill>
              </a:defRPr>
            </a:lvl4pPr>
            <a:lvl5pPr indent="-355600" lvl="4" marL="2286000" rtl="0">
              <a:spcBef>
                <a:spcPts val="1800"/>
              </a:spcBef>
              <a:spcAft>
                <a:spcPts val="0"/>
              </a:spcAft>
              <a:buClr>
                <a:schemeClr val="lt1"/>
              </a:buClr>
              <a:buSzPts val="2000"/>
              <a:buChar char="○"/>
              <a:defRPr>
                <a:solidFill>
                  <a:schemeClr val="lt1"/>
                </a:solidFill>
              </a:defRPr>
            </a:lvl5pPr>
            <a:lvl6pPr indent="-342900" lvl="5" marL="2743200" rtl="0">
              <a:spcBef>
                <a:spcPts val="1800"/>
              </a:spcBef>
              <a:spcAft>
                <a:spcPts val="0"/>
              </a:spcAft>
              <a:buClr>
                <a:schemeClr val="lt1"/>
              </a:buClr>
              <a:buSzPts val="1800"/>
              <a:buChar char="■"/>
              <a:defRPr>
                <a:solidFill>
                  <a:schemeClr val="lt1"/>
                </a:solidFill>
              </a:defRPr>
            </a:lvl6pPr>
            <a:lvl7pPr indent="-342900" lvl="6" marL="3200400" rtl="0">
              <a:spcBef>
                <a:spcPts val="1800"/>
              </a:spcBef>
              <a:spcAft>
                <a:spcPts val="0"/>
              </a:spcAft>
              <a:buClr>
                <a:schemeClr val="lt1"/>
              </a:buClr>
              <a:buSzPts val="1800"/>
              <a:buChar char="●"/>
              <a:defRPr>
                <a:solidFill>
                  <a:schemeClr val="lt1"/>
                </a:solidFill>
              </a:defRPr>
            </a:lvl7pPr>
            <a:lvl8pPr indent="-342900" lvl="7" marL="3657600" rtl="0">
              <a:spcBef>
                <a:spcPts val="1800"/>
              </a:spcBef>
              <a:spcAft>
                <a:spcPts val="0"/>
              </a:spcAft>
              <a:buClr>
                <a:schemeClr val="lt1"/>
              </a:buClr>
              <a:buSzPts val="1800"/>
              <a:buChar char="○"/>
              <a:defRPr>
                <a:solidFill>
                  <a:schemeClr val="lt1"/>
                </a:solidFill>
              </a:defRPr>
            </a:lvl8pPr>
            <a:lvl9pPr indent="-342900" lvl="8" marL="4114800" rtl="0">
              <a:spcBef>
                <a:spcPts val="1800"/>
              </a:spcBef>
              <a:spcAft>
                <a:spcPts val="1800"/>
              </a:spcAft>
              <a:buClr>
                <a:schemeClr val="lt1"/>
              </a:buClr>
              <a:buSzPts val="1800"/>
              <a:buChar char="■"/>
              <a:defRPr>
                <a:solidFill>
                  <a:schemeClr val="lt1"/>
                </a:solidFill>
              </a:defRPr>
            </a:lvl9pPr>
          </a:lstStyle>
          <a:p/>
        </p:txBody>
      </p:sp>
      <p:sp>
        <p:nvSpPr>
          <p:cNvPr id="215" name="Google Shape;215;p13"/>
          <p:cNvSpPr txBox="1"/>
          <p:nvPr>
            <p:ph idx="6" type="body"/>
          </p:nvPr>
        </p:nvSpPr>
        <p:spPr>
          <a:xfrm>
            <a:off x="13320550" y="7207200"/>
            <a:ext cx="3407100" cy="2159100"/>
          </a:xfrm>
          <a:prstGeom prst="rect">
            <a:avLst/>
          </a:prstGeom>
          <a:ln>
            <a:noFill/>
          </a:ln>
        </p:spPr>
        <p:txBody>
          <a:bodyPr anchorCtr="0" anchor="t" bIns="0" lIns="0" spcFirstLastPara="1" rIns="0" wrap="square" tIns="0">
            <a:noAutofit/>
          </a:bodyPr>
          <a:lstStyle>
            <a:lvl1pPr indent="-419100" lvl="0" marL="457200" rtl="0">
              <a:spcBef>
                <a:spcPts val="0"/>
              </a:spcBef>
              <a:spcAft>
                <a:spcPts val="0"/>
              </a:spcAft>
              <a:buClr>
                <a:schemeClr val="lt1"/>
              </a:buClr>
              <a:buSzPts val="3000"/>
              <a:buChar char="●"/>
              <a:defRPr>
                <a:solidFill>
                  <a:schemeClr val="lt1"/>
                </a:solidFill>
              </a:defRPr>
            </a:lvl1pPr>
            <a:lvl2pPr indent="-393700" lvl="1" marL="914400" rtl="0">
              <a:spcBef>
                <a:spcPts val="1800"/>
              </a:spcBef>
              <a:spcAft>
                <a:spcPts val="0"/>
              </a:spcAft>
              <a:buClr>
                <a:schemeClr val="lt1"/>
              </a:buClr>
              <a:buSzPts val="2600"/>
              <a:buChar char="○"/>
              <a:defRPr>
                <a:solidFill>
                  <a:schemeClr val="lt1"/>
                </a:solidFill>
              </a:defRPr>
            </a:lvl2pPr>
            <a:lvl3pPr indent="-381000" lvl="2" marL="1371600" rtl="0">
              <a:spcBef>
                <a:spcPts val="1800"/>
              </a:spcBef>
              <a:spcAft>
                <a:spcPts val="0"/>
              </a:spcAft>
              <a:buClr>
                <a:schemeClr val="lt1"/>
              </a:buClr>
              <a:buSzPts val="2400"/>
              <a:buChar char="■"/>
              <a:defRPr>
                <a:solidFill>
                  <a:schemeClr val="lt1"/>
                </a:solidFill>
              </a:defRPr>
            </a:lvl3pPr>
            <a:lvl4pPr indent="-368300" lvl="3" marL="1828800" rtl="0">
              <a:spcBef>
                <a:spcPts val="1800"/>
              </a:spcBef>
              <a:spcAft>
                <a:spcPts val="0"/>
              </a:spcAft>
              <a:buClr>
                <a:schemeClr val="lt1"/>
              </a:buClr>
              <a:buSzPts val="2200"/>
              <a:buChar char="●"/>
              <a:defRPr>
                <a:solidFill>
                  <a:schemeClr val="lt1"/>
                </a:solidFill>
              </a:defRPr>
            </a:lvl4pPr>
            <a:lvl5pPr indent="-355600" lvl="4" marL="2286000" rtl="0">
              <a:spcBef>
                <a:spcPts val="1800"/>
              </a:spcBef>
              <a:spcAft>
                <a:spcPts val="0"/>
              </a:spcAft>
              <a:buClr>
                <a:schemeClr val="lt1"/>
              </a:buClr>
              <a:buSzPts val="2000"/>
              <a:buChar char="○"/>
              <a:defRPr>
                <a:solidFill>
                  <a:schemeClr val="lt1"/>
                </a:solidFill>
              </a:defRPr>
            </a:lvl5pPr>
            <a:lvl6pPr indent="-342900" lvl="5" marL="2743200" rtl="0">
              <a:spcBef>
                <a:spcPts val="1800"/>
              </a:spcBef>
              <a:spcAft>
                <a:spcPts val="0"/>
              </a:spcAft>
              <a:buClr>
                <a:schemeClr val="lt1"/>
              </a:buClr>
              <a:buSzPts val="1800"/>
              <a:buChar char="■"/>
              <a:defRPr>
                <a:solidFill>
                  <a:schemeClr val="lt1"/>
                </a:solidFill>
              </a:defRPr>
            </a:lvl6pPr>
            <a:lvl7pPr indent="-342900" lvl="6" marL="3200400" rtl="0">
              <a:spcBef>
                <a:spcPts val="1800"/>
              </a:spcBef>
              <a:spcAft>
                <a:spcPts val="0"/>
              </a:spcAft>
              <a:buClr>
                <a:schemeClr val="lt1"/>
              </a:buClr>
              <a:buSzPts val="1800"/>
              <a:buChar char="●"/>
              <a:defRPr>
                <a:solidFill>
                  <a:schemeClr val="lt1"/>
                </a:solidFill>
              </a:defRPr>
            </a:lvl7pPr>
            <a:lvl8pPr indent="-342900" lvl="7" marL="3657600" rtl="0">
              <a:spcBef>
                <a:spcPts val="1800"/>
              </a:spcBef>
              <a:spcAft>
                <a:spcPts val="0"/>
              </a:spcAft>
              <a:buClr>
                <a:schemeClr val="lt1"/>
              </a:buClr>
              <a:buSzPts val="1800"/>
              <a:buChar char="○"/>
              <a:defRPr>
                <a:solidFill>
                  <a:schemeClr val="lt1"/>
                </a:solidFill>
              </a:defRPr>
            </a:lvl8pPr>
            <a:lvl9pPr indent="-342900" lvl="8" marL="4114800" rtl="0">
              <a:spcBef>
                <a:spcPts val="1800"/>
              </a:spcBef>
              <a:spcAft>
                <a:spcPts val="1800"/>
              </a:spcAft>
              <a:buClr>
                <a:schemeClr val="lt1"/>
              </a:buClr>
              <a:buSzPts val="1800"/>
              <a:buChar char="■"/>
              <a:defRPr>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4 Points">
  <p:cSld name="TITLE_1_1_1_1_1_1_6_1_1">
    <p:bg>
      <p:bgPr>
        <a:gradFill>
          <a:gsLst>
            <a:gs pos="0">
              <a:srgbClr val="02A0FF"/>
            </a:gs>
            <a:gs pos="100000">
              <a:srgbClr val="066AFE"/>
            </a:gs>
          </a:gsLst>
          <a:lin ang="5400012" scaled="0"/>
        </a:gradFill>
      </p:bgPr>
    </p:bg>
    <p:spTree>
      <p:nvGrpSpPr>
        <p:cNvPr id="216" name="Shape 216"/>
        <p:cNvGrpSpPr/>
        <p:nvPr/>
      </p:nvGrpSpPr>
      <p:grpSpPr>
        <a:xfrm>
          <a:off x="0" y="0"/>
          <a:ext cx="0" cy="0"/>
          <a:chOff x="0" y="0"/>
          <a:chExt cx="0" cy="0"/>
        </a:xfrm>
      </p:grpSpPr>
      <p:grpSp>
        <p:nvGrpSpPr>
          <p:cNvPr id="217" name="Google Shape;217;p14"/>
          <p:cNvGrpSpPr/>
          <p:nvPr/>
        </p:nvGrpSpPr>
        <p:grpSpPr>
          <a:xfrm>
            <a:off x="14497041" y="952412"/>
            <a:ext cx="1598127" cy="459104"/>
            <a:chOff x="5913125" y="1232600"/>
            <a:chExt cx="3443497" cy="989449"/>
          </a:xfrm>
        </p:grpSpPr>
        <p:sp>
          <p:nvSpPr>
            <p:cNvPr id="218" name="Google Shape;218;p14"/>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219" name="Google Shape;219;p14"/>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220" name="Google Shape;220;p14"/>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pic>
        <p:nvPicPr>
          <p:cNvPr id="221" name="Google Shape;221;p14" title="shadow-1.png"/>
          <p:cNvPicPr preferRelativeResize="0"/>
          <p:nvPr/>
        </p:nvPicPr>
        <p:blipFill>
          <a:blip r:embed="rId2">
            <a:alphaModFix amt="63000"/>
          </a:blip>
          <a:stretch>
            <a:fillRect/>
          </a:stretch>
        </p:blipFill>
        <p:spPr>
          <a:xfrm flipH="1">
            <a:off x="857240" y="8915388"/>
            <a:ext cx="4904771" cy="713682"/>
          </a:xfrm>
          <a:prstGeom prst="rect">
            <a:avLst/>
          </a:prstGeom>
          <a:noFill/>
          <a:ln>
            <a:noFill/>
          </a:ln>
        </p:spPr>
      </p:pic>
      <p:sp>
        <p:nvSpPr>
          <p:cNvPr id="222" name="Google Shape;222;p14"/>
          <p:cNvSpPr txBox="1"/>
          <p:nvPr/>
        </p:nvSpPr>
        <p:spPr>
          <a:xfrm>
            <a:off x="7468100" y="2831522"/>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01</a:t>
            </a:r>
            <a:endParaRPr sz="4200">
              <a:solidFill>
                <a:srgbClr val="FFFFFF"/>
              </a:solidFill>
              <a:latin typeface="Avant Garde Demi SFDC"/>
              <a:ea typeface="Avant Garde Demi SFDC"/>
              <a:cs typeface="Avant Garde Demi SFDC"/>
              <a:sym typeface="Avant Garde Demi SFDC"/>
            </a:endParaRPr>
          </a:p>
        </p:txBody>
      </p:sp>
      <p:sp>
        <p:nvSpPr>
          <p:cNvPr id="223" name="Google Shape;223;p14"/>
          <p:cNvSpPr txBox="1"/>
          <p:nvPr/>
        </p:nvSpPr>
        <p:spPr>
          <a:xfrm>
            <a:off x="12346575" y="2831522"/>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02</a:t>
            </a:r>
            <a:endParaRPr sz="4200">
              <a:solidFill>
                <a:srgbClr val="FFFFFF"/>
              </a:solidFill>
              <a:latin typeface="Avant Garde Demi SFDC"/>
              <a:ea typeface="Avant Garde Demi SFDC"/>
              <a:cs typeface="Avant Garde Demi SFDC"/>
              <a:sym typeface="Avant Garde Demi SFDC"/>
            </a:endParaRPr>
          </a:p>
        </p:txBody>
      </p:sp>
      <p:sp>
        <p:nvSpPr>
          <p:cNvPr id="224" name="Google Shape;224;p14"/>
          <p:cNvSpPr txBox="1"/>
          <p:nvPr/>
        </p:nvSpPr>
        <p:spPr>
          <a:xfrm>
            <a:off x="7468100" y="5402247"/>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03</a:t>
            </a:r>
            <a:endParaRPr sz="4200">
              <a:solidFill>
                <a:srgbClr val="FFFFFF"/>
              </a:solidFill>
              <a:latin typeface="Avant Garde Demi SFDC"/>
              <a:ea typeface="Avant Garde Demi SFDC"/>
              <a:cs typeface="Avant Garde Demi SFDC"/>
              <a:sym typeface="Avant Garde Demi SFDC"/>
            </a:endParaRPr>
          </a:p>
        </p:txBody>
      </p:sp>
      <p:sp>
        <p:nvSpPr>
          <p:cNvPr id="225" name="Google Shape;225;p14"/>
          <p:cNvSpPr txBox="1"/>
          <p:nvPr/>
        </p:nvSpPr>
        <p:spPr>
          <a:xfrm>
            <a:off x="12346575" y="5402247"/>
            <a:ext cx="839700" cy="11622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200"/>
              </a:spcAft>
              <a:buNone/>
            </a:pPr>
            <a:r>
              <a:rPr lang="en" sz="4200">
                <a:solidFill>
                  <a:srgbClr val="FFFFFF"/>
                </a:solidFill>
                <a:latin typeface="Avant Garde Demi SFDC"/>
                <a:ea typeface="Avant Garde Demi SFDC"/>
                <a:cs typeface="Avant Garde Demi SFDC"/>
                <a:sym typeface="Avant Garde Demi SFDC"/>
              </a:rPr>
              <a:t>04</a:t>
            </a:r>
            <a:endParaRPr sz="4200">
              <a:solidFill>
                <a:srgbClr val="FFFFFF"/>
              </a:solidFill>
              <a:latin typeface="Avant Garde Demi SFDC"/>
              <a:ea typeface="Avant Garde Demi SFDC"/>
              <a:cs typeface="Avant Garde Demi SFDC"/>
              <a:sym typeface="Avant Garde Demi SFDC"/>
            </a:endParaRPr>
          </a:p>
        </p:txBody>
      </p:sp>
      <p:sp>
        <p:nvSpPr>
          <p:cNvPr id="226" name="Google Shape;226;p14"/>
          <p:cNvSpPr txBox="1"/>
          <p:nvPr/>
        </p:nvSpPr>
        <p:spPr>
          <a:xfrm>
            <a:off x="857255" y="1226083"/>
            <a:ext cx="4692900" cy="312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000">
                <a:solidFill>
                  <a:srgbClr val="FFFFFF"/>
                </a:solidFill>
                <a:latin typeface="Avant Garde Demi SFDC"/>
                <a:ea typeface="Avant Garde Demi SFDC"/>
                <a:cs typeface="Avant Garde Demi SFDC"/>
                <a:sym typeface="Avant Garde Demi SFDC"/>
              </a:rPr>
              <a:t>Agenda</a:t>
            </a:r>
            <a:endParaRPr sz="7000">
              <a:solidFill>
                <a:srgbClr val="FFFFFF"/>
              </a:solidFill>
              <a:latin typeface="Avant Garde Demi SFDC"/>
              <a:ea typeface="Avant Garde Demi SFDC"/>
              <a:cs typeface="Avant Garde Demi SFDC"/>
              <a:sym typeface="Avant Garde Demi SFDC"/>
            </a:endParaRPr>
          </a:p>
        </p:txBody>
      </p:sp>
      <p:pic>
        <p:nvPicPr>
          <p:cNvPr id="227" name="Google Shape;227;p14" title="ASTRO_Tshirt_WalkRight_SFS20_sRGB.png"/>
          <p:cNvPicPr preferRelativeResize="0"/>
          <p:nvPr/>
        </p:nvPicPr>
        <p:blipFill rotWithShape="1">
          <a:blip r:embed="rId3">
            <a:alphaModFix/>
          </a:blip>
          <a:srcRect b="10" l="0" r="0" t="-10"/>
          <a:stretch/>
        </p:blipFill>
        <p:spPr>
          <a:xfrm>
            <a:off x="1619150" y="3827325"/>
            <a:ext cx="3407025" cy="5403351"/>
          </a:xfrm>
          <a:prstGeom prst="rect">
            <a:avLst/>
          </a:prstGeom>
          <a:noFill/>
          <a:ln>
            <a:noFill/>
          </a:ln>
        </p:spPr>
      </p:pic>
      <p:sp>
        <p:nvSpPr>
          <p:cNvPr id="228" name="Google Shape;228;p14"/>
          <p:cNvSpPr txBox="1"/>
          <p:nvPr>
            <p:ph idx="1" type="body"/>
          </p:nvPr>
        </p:nvSpPr>
        <p:spPr>
          <a:xfrm>
            <a:off x="8507250" y="2831528"/>
            <a:ext cx="3407100" cy="2159100"/>
          </a:xfrm>
          <a:prstGeom prst="rect">
            <a:avLst/>
          </a:prstGeom>
          <a:ln>
            <a:noFill/>
          </a:ln>
        </p:spPr>
        <p:txBody>
          <a:bodyPr anchorCtr="0" anchor="t" bIns="0" lIns="0" spcFirstLastPara="1" rIns="0" wrap="square" tIns="0">
            <a:noAutofit/>
          </a:bodyPr>
          <a:lstStyle>
            <a:lvl1pPr indent="-419100" lvl="0" marL="457200">
              <a:spcBef>
                <a:spcPts val="0"/>
              </a:spcBef>
              <a:spcAft>
                <a:spcPts val="0"/>
              </a:spcAft>
              <a:buClr>
                <a:schemeClr val="lt1"/>
              </a:buClr>
              <a:buSzPts val="3000"/>
              <a:buChar char="●"/>
              <a:defRPr>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229" name="Google Shape;229;p14"/>
          <p:cNvSpPr txBox="1"/>
          <p:nvPr>
            <p:ph idx="2" type="body"/>
          </p:nvPr>
        </p:nvSpPr>
        <p:spPr>
          <a:xfrm>
            <a:off x="13320550" y="2831528"/>
            <a:ext cx="3407100" cy="2159100"/>
          </a:xfrm>
          <a:prstGeom prst="rect">
            <a:avLst/>
          </a:prstGeom>
          <a:ln>
            <a:noFill/>
          </a:ln>
        </p:spPr>
        <p:txBody>
          <a:bodyPr anchorCtr="0" anchor="t" bIns="0" lIns="0" spcFirstLastPara="1" rIns="0" wrap="square" tIns="0">
            <a:noAutofit/>
          </a:bodyPr>
          <a:lstStyle>
            <a:lvl1pPr indent="-419100" lvl="0" marL="457200">
              <a:spcBef>
                <a:spcPts val="0"/>
              </a:spcBef>
              <a:spcAft>
                <a:spcPts val="0"/>
              </a:spcAft>
              <a:buClr>
                <a:schemeClr val="lt1"/>
              </a:buClr>
              <a:buSzPts val="3000"/>
              <a:buChar char="●"/>
              <a:defRPr>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230" name="Google Shape;230;p14"/>
          <p:cNvSpPr txBox="1"/>
          <p:nvPr>
            <p:ph idx="3" type="body"/>
          </p:nvPr>
        </p:nvSpPr>
        <p:spPr>
          <a:xfrm>
            <a:off x="8507250" y="5448778"/>
            <a:ext cx="3407100" cy="2159100"/>
          </a:xfrm>
          <a:prstGeom prst="rect">
            <a:avLst/>
          </a:prstGeom>
          <a:ln>
            <a:noFill/>
          </a:ln>
        </p:spPr>
        <p:txBody>
          <a:bodyPr anchorCtr="0" anchor="t" bIns="0" lIns="0" spcFirstLastPara="1" rIns="0" wrap="square" tIns="0">
            <a:noAutofit/>
          </a:bodyPr>
          <a:lstStyle>
            <a:lvl1pPr indent="-419100" lvl="0" marL="457200">
              <a:spcBef>
                <a:spcPts val="0"/>
              </a:spcBef>
              <a:spcAft>
                <a:spcPts val="0"/>
              </a:spcAft>
              <a:buClr>
                <a:schemeClr val="lt1"/>
              </a:buClr>
              <a:buSzPts val="3000"/>
              <a:buChar char="●"/>
              <a:defRPr>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231" name="Google Shape;231;p14"/>
          <p:cNvSpPr txBox="1"/>
          <p:nvPr>
            <p:ph idx="4" type="body"/>
          </p:nvPr>
        </p:nvSpPr>
        <p:spPr>
          <a:xfrm>
            <a:off x="13320550" y="5448778"/>
            <a:ext cx="3407100" cy="2159100"/>
          </a:xfrm>
          <a:prstGeom prst="rect">
            <a:avLst/>
          </a:prstGeom>
          <a:ln>
            <a:noFill/>
          </a:ln>
        </p:spPr>
        <p:txBody>
          <a:bodyPr anchorCtr="0" anchor="t" bIns="0" lIns="0" spcFirstLastPara="1" rIns="0" wrap="square" tIns="0">
            <a:noAutofit/>
          </a:bodyPr>
          <a:lstStyle>
            <a:lvl1pPr indent="-419100" lvl="0" marL="457200">
              <a:spcBef>
                <a:spcPts val="0"/>
              </a:spcBef>
              <a:spcAft>
                <a:spcPts val="0"/>
              </a:spcAft>
              <a:buClr>
                <a:schemeClr val="lt1"/>
              </a:buClr>
              <a:buSzPts val="3000"/>
              <a:buChar char="●"/>
              <a:defRPr>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1">
  <p:cSld name="TITLE_1_1_1_1_1_1_5">
    <p:bg>
      <p:bgPr>
        <a:solidFill>
          <a:srgbClr val="CFE9FE"/>
        </a:solidFill>
      </p:bgPr>
    </p:bg>
    <p:spTree>
      <p:nvGrpSpPr>
        <p:cNvPr id="232" name="Shape 232"/>
        <p:cNvGrpSpPr/>
        <p:nvPr/>
      </p:nvGrpSpPr>
      <p:grpSpPr>
        <a:xfrm>
          <a:off x="0" y="0"/>
          <a:ext cx="0" cy="0"/>
          <a:chOff x="0" y="0"/>
          <a:chExt cx="0" cy="0"/>
        </a:xfrm>
      </p:grpSpPr>
      <p:sp>
        <p:nvSpPr>
          <p:cNvPr id="233" name="Google Shape;233;p15"/>
          <p:cNvSpPr txBox="1"/>
          <p:nvPr>
            <p:ph type="title"/>
          </p:nvPr>
        </p:nvSpPr>
        <p:spPr>
          <a:xfrm>
            <a:off x="857250" y="838200"/>
            <a:ext cx="1337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34" name="Google Shape;234;p15"/>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35" name="Google Shape;235;p15"/>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6" name="Google Shape;236;p15"/>
          <p:cNvSpPr txBox="1"/>
          <p:nvPr>
            <p:ph idx="3"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grpSp>
        <p:nvGrpSpPr>
          <p:cNvPr id="237" name="Google Shape;237;p15"/>
          <p:cNvGrpSpPr/>
          <p:nvPr/>
        </p:nvGrpSpPr>
        <p:grpSpPr>
          <a:xfrm>
            <a:off x="14497041" y="952412"/>
            <a:ext cx="1598127" cy="459104"/>
            <a:chOff x="5913125" y="1232600"/>
            <a:chExt cx="3443497" cy="989449"/>
          </a:xfrm>
        </p:grpSpPr>
        <p:sp>
          <p:nvSpPr>
            <p:cNvPr id="238" name="Google Shape;238;p15"/>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39" name="Google Shape;239;p15"/>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240" name="Google Shape;240;p15"/>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241" name="Shape 241"/>
        <p:cNvGrpSpPr/>
        <p:nvPr/>
      </p:nvGrpSpPr>
      <p:grpSpPr>
        <a:xfrm>
          <a:off x="0" y="0"/>
          <a:ext cx="0" cy="0"/>
          <a:chOff x="0" y="0"/>
          <a:chExt cx="0" cy="0"/>
        </a:xfrm>
      </p:grpSpPr>
      <p:grpSp>
        <p:nvGrpSpPr>
          <p:cNvPr id="242" name="Google Shape;242;p16"/>
          <p:cNvGrpSpPr/>
          <p:nvPr/>
        </p:nvGrpSpPr>
        <p:grpSpPr>
          <a:xfrm>
            <a:off x="14497041" y="952412"/>
            <a:ext cx="1598127" cy="459104"/>
            <a:chOff x="5913125" y="1232600"/>
            <a:chExt cx="3443497" cy="989449"/>
          </a:xfrm>
        </p:grpSpPr>
        <p:sp>
          <p:nvSpPr>
            <p:cNvPr id="243" name="Google Shape;243;p1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44" name="Google Shape;244;p1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245" name="Google Shape;245;p1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246" name="Google Shape;246;p1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47" name="Google Shape;247;p16"/>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48" name="Google Shape;248;p16"/>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9" name="Google Shape;249;p16"/>
          <p:cNvSpPr txBox="1"/>
          <p:nvPr>
            <p:ph idx="3"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rgbClr val="CFE9FE"/>
        </a:solidFill>
      </p:bgPr>
    </p:bg>
    <p:spTree>
      <p:nvGrpSpPr>
        <p:cNvPr id="250" name="Shape 250"/>
        <p:cNvGrpSpPr/>
        <p:nvPr/>
      </p:nvGrpSpPr>
      <p:grpSpPr>
        <a:xfrm>
          <a:off x="0" y="0"/>
          <a:ext cx="0" cy="0"/>
          <a:chOff x="0" y="0"/>
          <a:chExt cx="0" cy="0"/>
        </a:xfrm>
      </p:grpSpPr>
      <p:sp>
        <p:nvSpPr>
          <p:cNvPr id="251" name="Google Shape;251;p17"/>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600"/>
              <a:buNone/>
              <a:defRPr sz="3600">
                <a:solidFill>
                  <a:schemeClr val="dk1"/>
                </a:solidFill>
              </a:defRPr>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252" name="Google Shape;252;p17"/>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5400"/>
              <a:buNone/>
              <a:defRPr sz="54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253" name="Google Shape;253;p17"/>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800"/>
              </a:spcBef>
              <a:spcAft>
                <a:spcPts val="0"/>
              </a:spcAft>
              <a:buSzPts val="1400"/>
              <a:buChar char="○"/>
              <a:defRPr sz="1400"/>
            </a:lvl2pPr>
            <a:lvl3pPr indent="-317500" lvl="2" marL="1371600" rtl="0">
              <a:spcBef>
                <a:spcPts val="1800"/>
              </a:spcBef>
              <a:spcAft>
                <a:spcPts val="0"/>
              </a:spcAft>
              <a:buSzPts val="1400"/>
              <a:buChar char="■"/>
              <a:defRPr sz="1400"/>
            </a:lvl3pPr>
            <a:lvl4pPr indent="-317500" lvl="3" marL="1828800" rtl="0">
              <a:spcBef>
                <a:spcPts val="1800"/>
              </a:spcBef>
              <a:spcAft>
                <a:spcPts val="0"/>
              </a:spcAft>
              <a:buSzPts val="1400"/>
              <a:buChar char="●"/>
              <a:defRPr sz="1400"/>
            </a:lvl4pPr>
            <a:lvl5pPr indent="-317500" lvl="4" marL="2286000" rtl="0">
              <a:spcBef>
                <a:spcPts val="1800"/>
              </a:spcBef>
              <a:spcAft>
                <a:spcPts val="0"/>
              </a:spcAft>
              <a:buSzPts val="1400"/>
              <a:buChar char="○"/>
              <a:defRPr sz="1400"/>
            </a:lvl5pPr>
            <a:lvl6pPr indent="-317500" lvl="5" marL="2743200" rtl="0">
              <a:spcBef>
                <a:spcPts val="1800"/>
              </a:spcBef>
              <a:spcAft>
                <a:spcPts val="0"/>
              </a:spcAft>
              <a:buSzPts val="1400"/>
              <a:buChar char="■"/>
              <a:defRPr sz="1400"/>
            </a:lvl6pPr>
            <a:lvl7pPr indent="-317500" lvl="6" marL="3200400" rtl="0">
              <a:spcBef>
                <a:spcPts val="1800"/>
              </a:spcBef>
              <a:spcAft>
                <a:spcPts val="0"/>
              </a:spcAft>
              <a:buSzPts val="1400"/>
              <a:buChar char="●"/>
              <a:defRPr sz="1400"/>
            </a:lvl7pPr>
            <a:lvl8pPr indent="-317500" lvl="7" marL="3657600" rtl="0">
              <a:spcBef>
                <a:spcPts val="1800"/>
              </a:spcBef>
              <a:spcAft>
                <a:spcPts val="0"/>
              </a:spcAft>
              <a:buSzPts val="1400"/>
              <a:buChar char="○"/>
              <a:defRPr sz="1400"/>
            </a:lvl8pPr>
            <a:lvl9pPr indent="-317500" lvl="8" marL="4114800" rtl="0">
              <a:spcBef>
                <a:spcPts val="1800"/>
              </a:spcBef>
              <a:spcAft>
                <a:spcPts val="1800"/>
              </a:spcAft>
              <a:buSzPts val="1400"/>
              <a:buChar char="■"/>
              <a:defRPr sz="1400"/>
            </a:lvl9pPr>
          </a:lstStyle>
          <a:p/>
        </p:txBody>
      </p:sp>
      <p:sp>
        <p:nvSpPr>
          <p:cNvPr id="254" name="Google Shape;254;p17"/>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255" name="Google Shape;255;p17"/>
          <p:cNvGrpSpPr/>
          <p:nvPr/>
        </p:nvGrpSpPr>
        <p:grpSpPr>
          <a:xfrm>
            <a:off x="14497041" y="952412"/>
            <a:ext cx="1598127" cy="459104"/>
            <a:chOff x="5913125" y="1232600"/>
            <a:chExt cx="3443497" cy="989449"/>
          </a:xfrm>
        </p:grpSpPr>
        <p:sp>
          <p:nvSpPr>
            <p:cNvPr id="256" name="Google Shape;256;p1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57" name="Google Shape;257;p1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258" name="Google Shape;258;p1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259" name="Shape 259"/>
        <p:cNvGrpSpPr/>
        <p:nvPr/>
      </p:nvGrpSpPr>
      <p:grpSpPr>
        <a:xfrm>
          <a:off x="0" y="0"/>
          <a:ext cx="0" cy="0"/>
          <a:chOff x="0" y="0"/>
          <a:chExt cx="0" cy="0"/>
        </a:xfrm>
      </p:grpSpPr>
      <p:sp>
        <p:nvSpPr>
          <p:cNvPr id="260" name="Google Shape;260;p18"/>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61" name="Google Shape;261;p18"/>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62" name="Google Shape;262;p18"/>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63" name="Google Shape;263;p18"/>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264" name="Google Shape;264;p18"/>
          <p:cNvGrpSpPr/>
          <p:nvPr/>
        </p:nvGrpSpPr>
        <p:grpSpPr>
          <a:xfrm>
            <a:off x="14497041" y="952412"/>
            <a:ext cx="1598127" cy="459104"/>
            <a:chOff x="5913125" y="1232600"/>
            <a:chExt cx="3443497" cy="989449"/>
          </a:xfrm>
        </p:grpSpPr>
        <p:sp>
          <p:nvSpPr>
            <p:cNvPr id="265" name="Google Shape;265;p1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66" name="Google Shape;266;p1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267" name="Google Shape;267;p1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rgbClr val="CFE9FE"/>
        </a:solidFill>
      </p:bgPr>
    </p:bg>
    <p:spTree>
      <p:nvGrpSpPr>
        <p:cNvPr id="268" name="Shape 268"/>
        <p:cNvGrpSpPr/>
        <p:nvPr/>
      </p:nvGrpSpPr>
      <p:grpSpPr>
        <a:xfrm>
          <a:off x="0" y="0"/>
          <a:ext cx="0" cy="0"/>
          <a:chOff x="0" y="0"/>
          <a:chExt cx="0" cy="0"/>
        </a:xfrm>
      </p:grpSpPr>
      <p:sp>
        <p:nvSpPr>
          <p:cNvPr id="269" name="Google Shape;269;p19"/>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270" name="Google Shape;270;p19"/>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271" name="Google Shape;271;p1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5400"/>
              <a:buNone/>
              <a:defRPr sz="54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272" name="Google Shape;272;p19"/>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600"/>
              <a:buNone/>
              <a:defRPr sz="3600">
                <a:solidFill>
                  <a:schemeClr val="dk1"/>
                </a:solidFill>
              </a:defRPr>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273" name="Google Shape;273;p19"/>
          <p:cNvSpPr txBox="1"/>
          <p:nvPr>
            <p:ph idx="4"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800"/>
              </a:spcBef>
              <a:spcAft>
                <a:spcPts val="0"/>
              </a:spcAft>
              <a:buSzPts val="1400"/>
              <a:buChar char="○"/>
              <a:defRPr sz="1400"/>
            </a:lvl2pPr>
            <a:lvl3pPr indent="-317500" lvl="2" marL="1371600" rtl="0">
              <a:spcBef>
                <a:spcPts val="1800"/>
              </a:spcBef>
              <a:spcAft>
                <a:spcPts val="0"/>
              </a:spcAft>
              <a:buSzPts val="1400"/>
              <a:buChar char="■"/>
              <a:defRPr sz="1400"/>
            </a:lvl3pPr>
            <a:lvl4pPr indent="-317500" lvl="3" marL="1828800" rtl="0">
              <a:spcBef>
                <a:spcPts val="1800"/>
              </a:spcBef>
              <a:spcAft>
                <a:spcPts val="0"/>
              </a:spcAft>
              <a:buSzPts val="1400"/>
              <a:buChar char="●"/>
              <a:defRPr sz="1400"/>
            </a:lvl4pPr>
            <a:lvl5pPr indent="-317500" lvl="4" marL="2286000" rtl="0">
              <a:spcBef>
                <a:spcPts val="1800"/>
              </a:spcBef>
              <a:spcAft>
                <a:spcPts val="0"/>
              </a:spcAft>
              <a:buSzPts val="1400"/>
              <a:buChar char="○"/>
              <a:defRPr sz="1400"/>
            </a:lvl5pPr>
            <a:lvl6pPr indent="-317500" lvl="5" marL="2743200" rtl="0">
              <a:spcBef>
                <a:spcPts val="1800"/>
              </a:spcBef>
              <a:spcAft>
                <a:spcPts val="0"/>
              </a:spcAft>
              <a:buSzPts val="1400"/>
              <a:buChar char="■"/>
              <a:defRPr sz="1400"/>
            </a:lvl6pPr>
            <a:lvl7pPr indent="-317500" lvl="6" marL="3200400" rtl="0">
              <a:spcBef>
                <a:spcPts val="1800"/>
              </a:spcBef>
              <a:spcAft>
                <a:spcPts val="0"/>
              </a:spcAft>
              <a:buSzPts val="1400"/>
              <a:buChar char="●"/>
              <a:defRPr sz="1400"/>
            </a:lvl7pPr>
            <a:lvl8pPr indent="-317500" lvl="7" marL="3657600" rtl="0">
              <a:spcBef>
                <a:spcPts val="1800"/>
              </a:spcBef>
              <a:spcAft>
                <a:spcPts val="0"/>
              </a:spcAft>
              <a:buSzPts val="1400"/>
              <a:buChar char="○"/>
              <a:defRPr sz="1400"/>
            </a:lvl8pPr>
            <a:lvl9pPr indent="-317500" lvl="8" marL="4114800" rtl="0">
              <a:spcBef>
                <a:spcPts val="1800"/>
              </a:spcBef>
              <a:spcAft>
                <a:spcPts val="1800"/>
              </a:spcAft>
              <a:buSzPts val="1400"/>
              <a:buChar char="■"/>
              <a:defRPr sz="1400"/>
            </a:lvl9pPr>
          </a:lstStyle>
          <a:p/>
        </p:txBody>
      </p:sp>
      <p:grpSp>
        <p:nvGrpSpPr>
          <p:cNvPr id="274" name="Google Shape;274;p19"/>
          <p:cNvGrpSpPr/>
          <p:nvPr/>
        </p:nvGrpSpPr>
        <p:grpSpPr>
          <a:xfrm>
            <a:off x="14497041" y="952412"/>
            <a:ext cx="1598127" cy="459104"/>
            <a:chOff x="5913125" y="1232600"/>
            <a:chExt cx="3443497" cy="989449"/>
          </a:xfrm>
        </p:grpSpPr>
        <p:sp>
          <p:nvSpPr>
            <p:cNvPr id="275" name="Google Shape;275;p19"/>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76" name="Google Shape;276;p19"/>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277" name="Google Shape;277;p19"/>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278" name="Shape 278"/>
        <p:cNvGrpSpPr/>
        <p:nvPr/>
      </p:nvGrpSpPr>
      <p:grpSpPr>
        <a:xfrm>
          <a:off x="0" y="0"/>
          <a:ext cx="0" cy="0"/>
          <a:chOff x="0" y="0"/>
          <a:chExt cx="0" cy="0"/>
        </a:xfrm>
      </p:grpSpPr>
      <p:sp>
        <p:nvSpPr>
          <p:cNvPr id="279" name="Google Shape;279;p20"/>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80" name="Google Shape;280;p20"/>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81" name="Google Shape;281;p2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82" name="Google Shape;282;p20"/>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83" name="Google Shape;283;p20"/>
          <p:cNvSpPr txBox="1"/>
          <p:nvPr>
            <p:ph idx="4"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grpSp>
        <p:nvGrpSpPr>
          <p:cNvPr id="284" name="Google Shape;284;p20"/>
          <p:cNvGrpSpPr/>
          <p:nvPr/>
        </p:nvGrpSpPr>
        <p:grpSpPr>
          <a:xfrm>
            <a:off x="14497041" y="952412"/>
            <a:ext cx="1598127" cy="459104"/>
            <a:chOff x="5913125" y="1232600"/>
            <a:chExt cx="3443497" cy="989449"/>
          </a:xfrm>
        </p:grpSpPr>
        <p:sp>
          <p:nvSpPr>
            <p:cNvPr id="285" name="Google Shape;285;p2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86" name="Google Shape;286;p2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287" name="Google Shape;287;p2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rgbClr val="CFE9FE"/>
        </a:solidFill>
      </p:bgPr>
    </p:bg>
    <p:spTree>
      <p:nvGrpSpPr>
        <p:cNvPr id="288" name="Shape 288"/>
        <p:cNvGrpSpPr/>
        <p:nvPr/>
      </p:nvGrpSpPr>
      <p:grpSpPr>
        <a:xfrm>
          <a:off x="0" y="0"/>
          <a:ext cx="0" cy="0"/>
          <a:chOff x="0" y="0"/>
          <a:chExt cx="0" cy="0"/>
        </a:xfrm>
      </p:grpSpPr>
      <p:sp>
        <p:nvSpPr>
          <p:cNvPr id="289" name="Google Shape;289;p21"/>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290" name="Google Shape;290;p2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5400"/>
              <a:buNone/>
              <a:defRPr sz="54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291" name="Google Shape;291;p2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600"/>
              <a:buNone/>
              <a:defRPr sz="3600">
                <a:solidFill>
                  <a:schemeClr val="dk1"/>
                </a:solidFill>
              </a:defRPr>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292" name="Google Shape;292;p21"/>
          <p:cNvSpPr txBox="1"/>
          <p:nvPr>
            <p:ph idx="3"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800"/>
              </a:spcBef>
              <a:spcAft>
                <a:spcPts val="0"/>
              </a:spcAft>
              <a:buSzPts val="1400"/>
              <a:buChar char="○"/>
              <a:defRPr sz="1400"/>
            </a:lvl2pPr>
            <a:lvl3pPr indent="-317500" lvl="2" marL="1371600" rtl="0">
              <a:spcBef>
                <a:spcPts val="1800"/>
              </a:spcBef>
              <a:spcAft>
                <a:spcPts val="0"/>
              </a:spcAft>
              <a:buSzPts val="1400"/>
              <a:buChar char="■"/>
              <a:defRPr sz="1400"/>
            </a:lvl3pPr>
            <a:lvl4pPr indent="-317500" lvl="3" marL="1828800" rtl="0">
              <a:spcBef>
                <a:spcPts val="1800"/>
              </a:spcBef>
              <a:spcAft>
                <a:spcPts val="0"/>
              </a:spcAft>
              <a:buSzPts val="1400"/>
              <a:buChar char="●"/>
              <a:defRPr sz="1400"/>
            </a:lvl4pPr>
            <a:lvl5pPr indent="-317500" lvl="4" marL="2286000" rtl="0">
              <a:spcBef>
                <a:spcPts val="1800"/>
              </a:spcBef>
              <a:spcAft>
                <a:spcPts val="0"/>
              </a:spcAft>
              <a:buSzPts val="1400"/>
              <a:buChar char="○"/>
              <a:defRPr sz="1400"/>
            </a:lvl5pPr>
            <a:lvl6pPr indent="-317500" lvl="5" marL="2743200" rtl="0">
              <a:spcBef>
                <a:spcPts val="1800"/>
              </a:spcBef>
              <a:spcAft>
                <a:spcPts val="0"/>
              </a:spcAft>
              <a:buSzPts val="1400"/>
              <a:buChar char="■"/>
              <a:defRPr sz="1400"/>
            </a:lvl6pPr>
            <a:lvl7pPr indent="-317500" lvl="6" marL="3200400" rtl="0">
              <a:spcBef>
                <a:spcPts val="1800"/>
              </a:spcBef>
              <a:spcAft>
                <a:spcPts val="0"/>
              </a:spcAft>
              <a:buSzPts val="1400"/>
              <a:buChar char="●"/>
              <a:defRPr sz="1400"/>
            </a:lvl7pPr>
            <a:lvl8pPr indent="-317500" lvl="7" marL="3657600" rtl="0">
              <a:spcBef>
                <a:spcPts val="1800"/>
              </a:spcBef>
              <a:spcAft>
                <a:spcPts val="0"/>
              </a:spcAft>
              <a:buSzPts val="1400"/>
              <a:buChar char="○"/>
              <a:defRPr sz="1400"/>
            </a:lvl8pPr>
            <a:lvl9pPr indent="-317500" lvl="8" marL="4114800" rtl="0">
              <a:spcBef>
                <a:spcPts val="1800"/>
              </a:spcBef>
              <a:spcAft>
                <a:spcPts val="1800"/>
              </a:spcAft>
              <a:buSzPts val="1400"/>
              <a:buChar char="■"/>
              <a:defRPr sz="1400"/>
            </a:lvl9pPr>
          </a:lstStyle>
          <a:p/>
        </p:txBody>
      </p:sp>
      <p:sp>
        <p:nvSpPr>
          <p:cNvPr id="293" name="Google Shape;293;p21"/>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294" name="Google Shape;294;p21"/>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grpSp>
        <p:nvGrpSpPr>
          <p:cNvPr id="295" name="Google Shape;295;p21"/>
          <p:cNvGrpSpPr/>
          <p:nvPr/>
        </p:nvGrpSpPr>
        <p:grpSpPr>
          <a:xfrm>
            <a:off x="14497041" y="952412"/>
            <a:ext cx="1598127" cy="459104"/>
            <a:chOff x="5913125" y="1232600"/>
            <a:chExt cx="3443497" cy="989449"/>
          </a:xfrm>
        </p:grpSpPr>
        <p:sp>
          <p:nvSpPr>
            <p:cNvPr id="296" name="Google Shape;296;p2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97" name="Google Shape;297;p2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298" name="Google Shape;298;p2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299" name="Shape 299"/>
        <p:cNvGrpSpPr/>
        <p:nvPr/>
      </p:nvGrpSpPr>
      <p:grpSpPr>
        <a:xfrm>
          <a:off x="0" y="0"/>
          <a:ext cx="0" cy="0"/>
          <a:chOff x="0" y="0"/>
          <a:chExt cx="0" cy="0"/>
        </a:xfrm>
      </p:grpSpPr>
      <p:sp>
        <p:nvSpPr>
          <p:cNvPr id="300" name="Google Shape;300;p22"/>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01" name="Google Shape;301;p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02" name="Google Shape;302;p22"/>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03" name="Google Shape;303;p22"/>
          <p:cNvSpPr txBox="1"/>
          <p:nvPr>
            <p:ph idx="3"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04" name="Google Shape;304;p22"/>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05" name="Google Shape;305;p22"/>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306" name="Google Shape;306;p22"/>
          <p:cNvGrpSpPr/>
          <p:nvPr/>
        </p:nvGrpSpPr>
        <p:grpSpPr>
          <a:xfrm>
            <a:off x="14497041" y="952412"/>
            <a:ext cx="1598127" cy="459104"/>
            <a:chOff x="5913125" y="1232600"/>
            <a:chExt cx="3443497" cy="989449"/>
          </a:xfrm>
        </p:grpSpPr>
        <p:sp>
          <p:nvSpPr>
            <p:cNvPr id="307" name="Google Shape;307;p2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308" name="Google Shape;308;p2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309" name="Google Shape;309;p2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rgbClr val="CFE9FE"/>
        </a:solidFill>
      </p:bgPr>
    </p:bg>
    <p:spTree>
      <p:nvGrpSpPr>
        <p:cNvPr id="310" name="Shape 310"/>
        <p:cNvGrpSpPr/>
        <p:nvPr/>
      </p:nvGrpSpPr>
      <p:grpSpPr>
        <a:xfrm>
          <a:off x="0" y="0"/>
          <a:ext cx="0" cy="0"/>
          <a:chOff x="0" y="0"/>
          <a:chExt cx="0" cy="0"/>
        </a:xfrm>
      </p:grpSpPr>
      <p:sp>
        <p:nvSpPr>
          <p:cNvPr id="311" name="Google Shape;311;p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5400"/>
              <a:buNone/>
              <a:defRPr sz="54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312" name="Google Shape;312;p23"/>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13" name="Google Shape;313;p23"/>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314" name="Google Shape;314;p23"/>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600"/>
              <a:buNone/>
              <a:defRPr sz="3600">
                <a:solidFill>
                  <a:schemeClr val="dk1"/>
                </a:solidFill>
              </a:defRPr>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315" name="Google Shape;315;p23"/>
          <p:cNvSpPr txBox="1"/>
          <p:nvPr>
            <p:ph idx="3"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800"/>
              </a:spcBef>
              <a:spcAft>
                <a:spcPts val="0"/>
              </a:spcAft>
              <a:buSzPts val="1400"/>
              <a:buChar char="○"/>
              <a:defRPr sz="1400"/>
            </a:lvl2pPr>
            <a:lvl3pPr indent="-317500" lvl="2" marL="1371600" rtl="0">
              <a:spcBef>
                <a:spcPts val="1800"/>
              </a:spcBef>
              <a:spcAft>
                <a:spcPts val="0"/>
              </a:spcAft>
              <a:buSzPts val="1400"/>
              <a:buChar char="■"/>
              <a:defRPr sz="1400"/>
            </a:lvl3pPr>
            <a:lvl4pPr indent="-317500" lvl="3" marL="1828800" rtl="0">
              <a:spcBef>
                <a:spcPts val="1800"/>
              </a:spcBef>
              <a:spcAft>
                <a:spcPts val="0"/>
              </a:spcAft>
              <a:buSzPts val="1400"/>
              <a:buChar char="●"/>
              <a:defRPr sz="1400"/>
            </a:lvl4pPr>
            <a:lvl5pPr indent="-317500" lvl="4" marL="2286000" rtl="0">
              <a:spcBef>
                <a:spcPts val="1800"/>
              </a:spcBef>
              <a:spcAft>
                <a:spcPts val="0"/>
              </a:spcAft>
              <a:buSzPts val="1400"/>
              <a:buChar char="○"/>
              <a:defRPr sz="1400"/>
            </a:lvl5pPr>
            <a:lvl6pPr indent="-317500" lvl="5" marL="2743200" rtl="0">
              <a:spcBef>
                <a:spcPts val="1800"/>
              </a:spcBef>
              <a:spcAft>
                <a:spcPts val="0"/>
              </a:spcAft>
              <a:buSzPts val="1400"/>
              <a:buChar char="■"/>
              <a:defRPr sz="1400"/>
            </a:lvl6pPr>
            <a:lvl7pPr indent="-317500" lvl="6" marL="3200400" rtl="0">
              <a:spcBef>
                <a:spcPts val="1800"/>
              </a:spcBef>
              <a:spcAft>
                <a:spcPts val="0"/>
              </a:spcAft>
              <a:buSzPts val="1400"/>
              <a:buChar char="●"/>
              <a:defRPr sz="1400"/>
            </a:lvl7pPr>
            <a:lvl8pPr indent="-317500" lvl="7" marL="3657600" rtl="0">
              <a:spcBef>
                <a:spcPts val="1800"/>
              </a:spcBef>
              <a:spcAft>
                <a:spcPts val="0"/>
              </a:spcAft>
              <a:buSzPts val="1400"/>
              <a:buChar char="○"/>
              <a:defRPr sz="1400"/>
            </a:lvl8pPr>
            <a:lvl9pPr indent="-317500" lvl="8" marL="4114800" rtl="0">
              <a:spcBef>
                <a:spcPts val="1800"/>
              </a:spcBef>
              <a:spcAft>
                <a:spcPts val="1800"/>
              </a:spcAft>
              <a:buSzPts val="1400"/>
              <a:buChar char="■"/>
              <a:defRPr sz="1400"/>
            </a:lvl9pPr>
          </a:lstStyle>
          <a:p/>
        </p:txBody>
      </p:sp>
      <p:grpSp>
        <p:nvGrpSpPr>
          <p:cNvPr id="316" name="Google Shape;316;p23"/>
          <p:cNvGrpSpPr/>
          <p:nvPr/>
        </p:nvGrpSpPr>
        <p:grpSpPr>
          <a:xfrm>
            <a:off x="14497041" y="952412"/>
            <a:ext cx="1598127" cy="459104"/>
            <a:chOff x="5913125" y="1232600"/>
            <a:chExt cx="3443497" cy="989449"/>
          </a:xfrm>
        </p:grpSpPr>
        <p:sp>
          <p:nvSpPr>
            <p:cNvPr id="317" name="Google Shape;317;p23"/>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318" name="Google Shape;318;p23"/>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319" name="Google Shape;319;p23"/>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320" name="Shape 320"/>
        <p:cNvGrpSpPr/>
        <p:nvPr/>
      </p:nvGrpSpPr>
      <p:grpSpPr>
        <a:xfrm>
          <a:off x="0" y="0"/>
          <a:ext cx="0" cy="0"/>
          <a:chOff x="0" y="0"/>
          <a:chExt cx="0" cy="0"/>
        </a:xfrm>
      </p:grpSpPr>
      <p:sp>
        <p:nvSpPr>
          <p:cNvPr id="321" name="Google Shape;321;p24"/>
          <p:cNvSpPr/>
          <p:nvPr/>
        </p:nvSpPr>
        <p:spPr>
          <a:xfrm>
            <a:off x="857250" y="2854969"/>
            <a:ext cx="16573500" cy="6288900"/>
          </a:xfrm>
          <a:prstGeom prst="roundRect">
            <a:avLst>
              <a:gd fmla="val 4544"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22" name="Google Shape;322;p24"/>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23" name="Google Shape;323;p2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24" name="Google Shape;324;p24"/>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25" name="Google Shape;325;p24"/>
          <p:cNvSpPr txBox="1"/>
          <p:nvPr>
            <p:ph idx="3"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grpSp>
        <p:nvGrpSpPr>
          <p:cNvPr id="326" name="Google Shape;326;p24"/>
          <p:cNvGrpSpPr/>
          <p:nvPr/>
        </p:nvGrpSpPr>
        <p:grpSpPr>
          <a:xfrm>
            <a:off x="14497041" y="952412"/>
            <a:ext cx="1598127" cy="459104"/>
            <a:chOff x="5913125" y="1232600"/>
            <a:chExt cx="3443497" cy="989449"/>
          </a:xfrm>
        </p:grpSpPr>
        <p:sp>
          <p:nvSpPr>
            <p:cNvPr id="327" name="Google Shape;327;p2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328" name="Google Shape;328;p2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329" name="Google Shape;329;p2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rgbClr val="CFE9FE"/>
        </a:solidFill>
      </p:bgPr>
    </p:bg>
    <p:spTree>
      <p:nvGrpSpPr>
        <p:cNvPr id="330" name="Shape 330"/>
        <p:cNvGrpSpPr/>
        <p:nvPr/>
      </p:nvGrpSpPr>
      <p:grpSpPr>
        <a:xfrm>
          <a:off x="0" y="0"/>
          <a:ext cx="0" cy="0"/>
          <a:chOff x="0" y="0"/>
          <a:chExt cx="0" cy="0"/>
        </a:xfrm>
      </p:grpSpPr>
      <p:sp>
        <p:nvSpPr>
          <p:cNvPr id="331" name="Google Shape;331;p25"/>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32" name="Google Shape;332;p25"/>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33" name="Google Shape;333;p2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5400"/>
              <a:buNone/>
              <a:defRPr sz="54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334" name="Google Shape;334;p2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600"/>
              <a:buNone/>
              <a:defRPr sz="3600">
                <a:solidFill>
                  <a:schemeClr val="dk1"/>
                </a:solidFill>
              </a:defRPr>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335" name="Google Shape;335;p25"/>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336" name="Google Shape;336;p25"/>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337" name="Google Shape;337;p25"/>
          <p:cNvSpPr txBox="1"/>
          <p:nvPr>
            <p:ph idx="4"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800"/>
              </a:spcBef>
              <a:spcAft>
                <a:spcPts val="0"/>
              </a:spcAft>
              <a:buSzPts val="1400"/>
              <a:buChar char="○"/>
              <a:defRPr sz="1400"/>
            </a:lvl2pPr>
            <a:lvl3pPr indent="-317500" lvl="2" marL="1371600" rtl="0">
              <a:spcBef>
                <a:spcPts val="1800"/>
              </a:spcBef>
              <a:spcAft>
                <a:spcPts val="0"/>
              </a:spcAft>
              <a:buSzPts val="1400"/>
              <a:buChar char="■"/>
              <a:defRPr sz="1400"/>
            </a:lvl3pPr>
            <a:lvl4pPr indent="-317500" lvl="3" marL="1828800" rtl="0">
              <a:spcBef>
                <a:spcPts val="1800"/>
              </a:spcBef>
              <a:spcAft>
                <a:spcPts val="0"/>
              </a:spcAft>
              <a:buSzPts val="1400"/>
              <a:buChar char="●"/>
              <a:defRPr sz="1400"/>
            </a:lvl4pPr>
            <a:lvl5pPr indent="-317500" lvl="4" marL="2286000" rtl="0">
              <a:spcBef>
                <a:spcPts val="1800"/>
              </a:spcBef>
              <a:spcAft>
                <a:spcPts val="0"/>
              </a:spcAft>
              <a:buSzPts val="1400"/>
              <a:buChar char="○"/>
              <a:defRPr sz="1400"/>
            </a:lvl5pPr>
            <a:lvl6pPr indent="-317500" lvl="5" marL="2743200" rtl="0">
              <a:spcBef>
                <a:spcPts val="1800"/>
              </a:spcBef>
              <a:spcAft>
                <a:spcPts val="0"/>
              </a:spcAft>
              <a:buSzPts val="1400"/>
              <a:buChar char="■"/>
              <a:defRPr sz="1400"/>
            </a:lvl6pPr>
            <a:lvl7pPr indent="-317500" lvl="6" marL="3200400" rtl="0">
              <a:spcBef>
                <a:spcPts val="1800"/>
              </a:spcBef>
              <a:spcAft>
                <a:spcPts val="0"/>
              </a:spcAft>
              <a:buSzPts val="1400"/>
              <a:buChar char="●"/>
              <a:defRPr sz="1400"/>
            </a:lvl7pPr>
            <a:lvl8pPr indent="-317500" lvl="7" marL="3657600" rtl="0">
              <a:spcBef>
                <a:spcPts val="1800"/>
              </a:spcBef>
              <a:spcAft>
                <a:spcPts val="0"/>
              </a:spcAft>
              <a:buSzPts val="1400"/>
              <a:buChar char="○"/>
              <a:defRPr sz="1400"/>
            </a:lvl8pPr>
            <a:lvl9pPr indent="-317500" lvl="8" marL="4114800" rtl="0">
              <a:spcBef>
                <a:spcPts val="1800"/>
              </a:spcBef>
              <a:spcAft>
                <a:spcPts val="1800"/>
              </a:spcAft>
              <a:buSzPts val="1400"/>
              <a:buChar char="■"/>
              <a:defRPr sz="1400"/>
            </a:lvl9pPr>
          </a:lstStyle>
          <a:p/>
        </p:txBody>
      </p:sp>
      <p:grpSp>
        <p:nvGrpSpPr>
          <p:cNvPr id="338" name="Google Shape;338;p25"/>
          <p:cNvGrpSpPr/>
          <p:nvPr/>
        </p:nvGrpSpPr>
        <p:grpSpPr>
          <a:xfrm>
            <a:off x="14497041" y="952412"/>
            <a:ext cx="1598127" cy="459104"/>
            <a:chOff x="5913125" y="1232600"/>
            <a:chExt cx="3443497" cy="989449"/>
          </a:xfrm>
        </p:grpSpPr>
        <p:sp>
          <p:nvSpPr>
            <p:cNvPr id="339" name="Google Shape;339;p25"/>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340" name="Google Shape;340;p25"/>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341" name="Google Shape;341;p25"/>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342" name="Shape 342"/>
        <p:cNvGrpSpPr/>
        <p:nvPr/>
      </p:nvGrpSpPr>
      <p:grpSpPr>
        <a:xfrm>
          <a:off x="0" y="0"/>
          <a:ext cx="0" cy="0"/>
          <a:chOff x="0" y="0"/>
          <a:chExt cx="0" cy="0"/>
        </a:xfrm>
      </p:grpSpPr>
      <p:sp>
        <p:nvSpPr>
          <p:cNvPr id="343" name="Google Shape;343;p26"/>
          <p:cNvSpPr/>
          <p:nvPr/>
        </p:nvSpPr>
        <p:spPr>
          <a:xfrm>
            <a:off x="857250" y="2854969"/>
            <a:ext cx="8001000" cy="6288900"/>
          </a:xfrm>
          <a:prstGeom prst="roundRect">
            <a:avLst>
              <a:gd fmla="val 4544"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44" name="Google Shape;344;p26"/>
          <p:cNvSpPr/>
          <p:nvPr/>
        </p:nvSpPr>
        <p:spPr>
          <a:xfrm>
            <a:off x="9425372" y="2854969"/>
            <a:ext cx="8001000" cy="6288900"/>
          </a:xfrm>
          <a:prstGeom prst="roundRect">
            <a:avLst>
              <a:gd fmla="val 4544"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45" name="Google Shape;345;p2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46" name="Google Shape;346;p2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47" name="Google Shape;347;p26"/>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48" name="Google Shape;348;p26"/>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49" name="Google Shape;349;p26"/>
          <p:cNvSpPr txBox="1"/>
          <p:nvPr>
            <p:ph idx="4"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grpSp>
        <p:nvGrpSpPr>
          <p:cNvPr id="350" name="Google Shape;350;p26"/>
          <p:cNvGrpSpPr/>
          <p:nvPr/>
        </p:nvGrpSpPr>
        <p:grpSpPr>
          <a:xfrm>
            <a:off x="14497041" y="952412"/>
            <a:ext cx="1598127" cy="459104"/>
            <a:chOff x="5913125" y="1232600"/>
            <a:chExt cx="3443497" cy="989449"/>
          </a:xfrm>
        </p:grpSpPr>
        <p:sp>
          <p:nvSpPr>
            <p:cNvPr id="351" name="Google Shape;351;p2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352" name="Google Shape;352;p2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353" name="Google Shape;353;p2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p:cSld name="TITLE_1_1_1_1_1_1_1_1_1_1_1_1_1_1_1_1_1_1_1_1_1_1">
    <p:bg>
      <p:bgPr>
        <a:solidFill>
          <a:srgbClr val="CFE9FE"/>
        </a:solidFill>
      </p:bgPr>
    </p:bg>
    <p:spTree>
      <p:nvGrpSpPr>
        <p:cNvPr id="354" name="Shape 354"/>
        <p:cNvGrpSpPr/>
        <p:nvPr/>
      </p:nvGrpSpPr>
      <p:grpSpPr>
        <a:xfrm>
          <a:off x="0" y="0"/>
          <a:ext cx="0" cy="0"/>
          <a:chOff x="0" y="0"/>
          <a:chExt cx="0" cy="0"/>
        </a:xfrm>
      </p:grpSpPr>
      <p:sp>
        <p:nvSpPr>
          <p:cNvPr id="355" name="Google Shape;355;p27"/>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56" name="Google Shape;356;p27"/>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57" name="Google Shape;357;p27"/>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58" name="Google Shape;358;p2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5400"/>
              <a:buNone/>
              <a:defRPr sz="54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359" name="Google Shape;359;p27"/>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600"/>
              <a:buNone/>
              <a:defRPr sz="3600">
                <a:solidFill>
                  <a:schemeClr val="dk1"/>
                </a:solidFill>
              </a:defRPr>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360" name="Google Shape;360;p27"/>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800"/>
              </a:spcBef>
              <a:spcAft>
                <a:spcPts val="0"/>
              </a:spcAft>
              <a:buSzPts val="1400"/>
              <a:buChar char="○"/>
              <a:defRPr sz="1400"/>
            </a:lvl2pPr>
            <a:lvl3pPr indent="-317500" lvl="2" marL="1371600" rtl="0">
              <a:spcBef>
                <a:spcPts val="1800"/>
              </a:spcBef>
              <a:spcAft>
                <a:spcPts val="0"/>
              </a:spcAft>
              <a:buSzPts val="1400"/>
              <a:buChar char="■"/>
              <a:defRPr sz="1400"/>
            </a:lvl3pPr>
            <a:lvl4pPr indent="-317500" lvl="3" marL="1828800" rtl="0">
              <a:spcBef>
                <a:spcPts val="1800"/>
              </a:spcBef>
              <a:spcAft>
                <a:spcPts val="0"/>
              </a:spcAft>
              <a:buSzPts val="1400"/>
              <a:buChar char="●"/>
              <a:defRPr sz="1400"/>
            </a:lvl4pPr>
            <a:lvl5pPr indent="-317500" lvl="4" marL="2286000" rtl="0">
              <a:spcBef>
                <a:spcPts val="1800"/>
              </a:spcBef>
              <a:spcAft>
                <a:spcPts val="0"/>
              </a:spcAft>
              <a:buSzPts val="1400"/>
              <a:buChar char="○"/>
              <a:defRPr sz="1400"/>
            </a:lvl5pPr>
            <a:lvl6pPr indent="-317500" lvl="5" marL="2743200" rtl="0">
              <a:spcBef>
                <a:spcPts val="1800"/>
              </a:spcBef>
              <a:spcAft>
                <a:spcPts val="0"/>
              </a:spcAft>
              <a:buSzPts val="1400"/>
              <a:buChar char="■"/>
              <a:defRPr sz="1400"/>
            </a:lvl6pPr>
            <a:lvl7pPr indent="-317500" lvl="6" marL="3200400" rtl="0">
              <a:spcBef>
                <a:spcPts val="1800"/>
              </a:spcBef>
              <a:spcAft>
                <a:spcPts val="0"/>
              </a:spcAft>
              <a:buSzPts val="1400"/>
              <a:buChar char="●"/>
              <a:defRPr sz="1400"/>
            </a:lvl7pPr>
            <a:lvl8pPr indent="-317500" lvl="7" marL="3657600" rtl="0">
              <a:spcBef>
                <a:spcPts val="1800"/>
              </a:spcBef>
              <a:spcAft>
                <a:spcPts val="0"/>
              </a:spcAft>
              <a:buSzPts val="1400"/>
              <a:buChar char="○"/>
              <a:defRPr sz="1400"/>
            </a:lvl8pPr>
            <a:lvl9pPr indent="-317500" lvl="8" marL="4114800" rtl="0">
              <a:spcBef>
                <a:spcPts val="1800"/>
              </a:spcBef>
              <a:spcAft>
                <a:spcPts val="1800"/>
              </a:spcAft>
              <a:buSzPts val="1400"/>
              <a:buChar char="■"/>
              <a:defRPr sz="1400"/>
            </a:lvl9pPr>
          </a:lstStyle>
          <a:p/>
        </p:txBody>
      </p:sp>
      <p:sp>
        <p:nvSpPr>
          <p:cNvPr id="361" name="Google Shape;361;p27"/>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362" name="Google Shape;362;p27"/>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363" name="Google Shape;363;p27"/>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sz="3000"/>
            </a:lvl1pPr>
            <a:lvl2pPr indent="-393700" lvl="1" marL="914400" rtl="0">
              <a:spcBef>
                <a:spcPts val="1800"/>
              </a:spcBef>
              <a:spcAft>
                <a:spcPts val="0"/>
              </a:spcAft>
              <a:buSzPts val="2600"/>
              <a:buChar char="○"/>
              <a:defRPr sz="2600"/>
            </a:lvl2pPr>
            <a:lvl3pPr indent="-381000" lvl="2" marL="1371600" rtl="0">
              <a:spcBef>
                <a:spcPts val="1800"/>
              </a:spcBef>
              <a:spcAft>
                <a:spcPts val="0"/>
              </a:spcAft>
              <a:buSzPts val="2400"/>
              <a:buChar char="■"/>
              <a:defRPr sz="2400"/>
            </a:lvl3pPr>
            <a:lvl4pPr indent="-368300" lvl="3" marL="1828800" rtl="0">
              <a:spcBef>
                <a:spcPts val="1800"/>
              </a:spcBef>
              <a:spcAft>
                <a:spcPts val="0"/>
              </a:spcAft>
              <a:buSzPts val="2200"/>
              <a:buChar char="●"/>
              <a:defRPr sz="2200"/>
            </a:lvl4pPr>
            <a:lvl5pPr indent="-355600" lvl="4" marL="2286000" rtl="0">
              <a:spcBef>
                <a:spcPts val="1800"/>
              </a:spcBef>
              <a:spcAft>
                <a:spcPts val="0"/>
              </a:spcAft>
              <a:buSzPts val="2000"/>
              <a:buChar char="○"/>
              <a:defRPr sz="20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grpSp>
        <p:nvGrpSpPr>
          <p:cNvPr id="364" name="Google Shape;364;p27"/>
          <p:cNvGrpSpPr/>
          <p:nvPr/>
        </p:nvGrpSpPr>
        <p:grpSpPr>
          <a:xfrm>
            <a:off x="14497041" y="952412"/>
            <a:ext cx="1598127" cy="459104"/>
            <a:chOff x="5913125" y="1232600"/>
            <a:chExt cx="3443497" cy="989449"/>
          </a:xfrm>
        </p:grpSpPr>
        <p:sp>
          <p:nvSpPr>
            <p:cNvPr id="365" name="Google Shape;365;p2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366" name="Google Shape;366;p2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367" name="Google Shape;367;p2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1">
  <p:cSld name="TITLE_1_1_1_1_1_1_1_1_1_1_1_1_1_1_1_1_1_1_1_1_1_1_2">
    <p:bg>
      <p:bgPr>
        <a:solidFill>
          <a:schemeClr val="lt1"/>
        </a:solidFill>
      </p:bgPr>
    </p:bg>
    <p:spTree>
      <p:nvGrpSpPr>
        <p:cNvPr id="368" name="Shape 368"/>
        <p:cNvGrpSpPr/>
        <p:nvPr/>
      </p:nvGrpSpPr>
      <p:grpSpPr>
        <a:xfrm>
          <a:off x="0" y="0"/>
          <a:ext cx="0" cy="0"/>
          <a:chOff x="0" y="0"/>
          <a:chExt cx="0" cy="0"/>
        </a:xfrm>
      </p:grpSpPr>
      <p:sp>
        <p:nvSpPr>
          <p:cNvPr id="369" name="Google Shape;369;p28"/>
          <p:cNvSpPr/>
          <p:nvPr/>
        </p:nvSpPr>
        <p:spPr>
          <a:xfrm>
            <a:off x="857250" y="2854382"/>
            <a:ext cx="5143500" cy="6288900"/>
          </a:xfrm>
          <a:prstGeom prst="roundRect">
            <a:avLst>
              <a:gd fmla="val 5556"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0" name="Google Shape;370;p28"/>
          <p:cNvSpPr/>
          <p:nvPr/>
        </p:nvSpPr>
        <p:spPr>
          <a:xfrm>
            <a:off x="6572250" y="2854382"/>
            <a:ext cx="5143500" cy="6288900"/>
          </a:xfrm>
          <a:prstGeom prst="roundRect">
            <a:avLst>
              <a:gd fmla="val 5556"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1" name="Google Shape;371;p28"/>
          <p:cNvSpPr/>
          <p:nvPr/>
        </p:nvSpPr>
        <p:spPr>
          <a:xfrm>
            <a:off x="12287250" y="2854382"/>
            <a:ext cx="5143500" cy="6288900"/>
          </a:xfrm>
          <a:prstGeom prst="roundRect">
            <a:avLst>
              <a:gd fmla="val 5556"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2" name="Google Shape;372;p2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 name="Google Shape;373;p2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4" name="Google Shape;374;p28"/>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5" name="Google Shape;375;p28"/>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 name="Google Shape;376;p28"/>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 name="Google Shape;377;p28"/>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378" name="Google Shape;378;p28"/>
          <p:cNvGrpSpPr/>
          <p:nvPr/>
        </p:nvGrpSpPr>
        <p:grpSpPr>
          <a:xfrm>
            <a:off x="14497041" y="952412"/>
            <a:ext cx="1598127" cy="459104"/>
            <a:chOff x="5913125" y="1232600"/>
            <a:chExt cx="3443497" cy="989449"/>
          </a:xfrm>
        </p:grpSpPr>
        <p:sp>
          <p:nvSpPr>
            <p:cNvPr id="379" name="Google Shape;379;p2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380" name="Google Shape;380;p2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381" name="Google Shape;381;p2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rgbClr val="CFE9FE"/>
        </a:solidFill>
      </p:bgPr>
    </p:bg>
    <p:spTree>
      <p:nvGrpSpPr>
        <p:cNvPr id="382" name="Shape 382"/>
        <p:cNvGrpSpPr/>
        <p:nvPr/>
      </p:nvGrpSpPr>
      <p:grpSpPr>
        <a:xfrm>
          <a:off x="0" y="0"/>
          <a:ext cx="0" cy="0"/>
          <a:chOff x="0" y="0"/>
          <a:chExt cx="0" cy="0"/>
        </a:xfrm>
      </p:grpSpPr>
      <p:sp>
        <p:nvSpPr>
          <p:cNvPr id="383" name="Google Shape;383;p2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5400"/>
              <a:buNone/>
              <a:defRPr sz="54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384" name="Google Shape;384;p29"/>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5" name="Google Shape;385;p29"/>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6" name="Google Shape;386;p29"/>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7" name="Google Shape;387;p29"/>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8" name="Google Shape;388;p2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600"/>
              <a:buNone/>
              <a:defRPr sz="3600">
                <a:solidFill>
                  <a:schemeClr val="dk1"/>
                </a:solidFill>
              </a:defRPr>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389" name="Google Shape;389;p29"/>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800"/>
              </a:spcBef>
              <a:spcAft>
                <a:spcPts val="0"/>
              </a:spcAft>
              <a:buSzPts val="1400"/>
              <a:buChar char="○"/>
              <a:defRPr sz="1400"/>
            </a:lvl2pPr>
            <a:lvl3pPr indent="-317500" lvl="2" marL="1371600" rtl="0">
              <a:spcBef>
                <a:spcPts val="1800"/>
              </a:spcBef>
              <a:spcAft>
                <a:spcPts val="0"/>
              </a:spcAft>
              <a:buSzPts val="1400"/>
              <a:buChar char="■"/>
              <a:defRPr sz="1400"/>
            </a:lvl3pPr>
            <a:lvl4pPr indent="-317500" lvl="3" marL="1828800" rtl="0">
              <a:spcBef>
                <a:spcPts val="1800"/>
              </a:spcBef>
              <a:spcAft>
                <a:spcPts val="0"/>
              </a:spcAft>
              <a:buSzPts val="1400"/>
              <a:buChar char="●"/>
              <a:defRPr sz="1400"/>
            </a:lvl4pPr>
            <a:lvl5pPr indent="-317500" lvl="4" marL="2286000" rtl="0">
              <a:spcBef>
                <a:spcPts val="1800"/>
              </a:spcBef>
              <a:spcAft>
                <a:spcPts val="0"/>
              </a:spcAft>
              <a:buSzPts val="1400"/>
              <a:buChar char="○"/>
              <a:defRPr sz="1400"/>
            </a:lvl5pPr>
            <a:lvl6pPr indent="-317500" lvl="5" marL="2743200" rtl="0">
              <a:spcBef>
                <a:spcPts val="1800"/>
              </a:spcBef>
              <a:spcAft>
                <a:spcPts val="0"/>
              </a:spcAft>
              <a:buSzPts val="1400"/>
              <a:buChar char="■"/>
              <a:defRPr sz="1400"/>
            </a:lvl6pPr>
            <a:lvl7pPr indent="-317500" lvl="6" marL="3200400" rtl="0">
              <a:spcBef>
                <a:spcPts val="1800"/>
              </a:spcBef>
              <a:spcAft>
                <a:spcPts val="0"/>
              </a:spcAft>
              <a:buSzPts val="1400"/>
              <a:buChar char="●"/>
              <a:defRPr sz="1400"/>
            </a:lvl7pPr>
            <a:lvl8pPr indent="-317500" lvl="7" marL="3657600" rtl="0">
              <a:spcBef>
                <a:spcPts val="1800"/>
              </a:spcBef>
              <a:spcAft>
                <a:spcPts val="0"/>
              </a:spcAft>
              <a:buSzPts val="1400"/>
              <a:buChar char="○"/>
              <a:defRPr sz="1400"/>
            </a:lvl8pPr>
            <a:lvl9pPr indent="-317500" lvl="8" marL="4114800" rtl="0">
              <a:spcBef>
                <a:spcPts val="1800"/>
              </a:spcBef>
              <a:spcAft>
                <a:spcPts val="1800"/>
              </a:spcAft>
              <a:buSzPts val="1400"/>
              <a:buChar char="■"/>
              <a:defRPr sz="1400"/>
            </a:lvl9pPr>
          </a:lstStyle>
          <a:p/>
        </p:txBody>
      </p:sp>
      <p:sp>
        <p:nvSpPr>
          <p:cNvPr id="390" name="Google Shape;390;p29"/>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rtl="0">
              <a:spcBef>
                <a:spcPts val="0"/>
              </a:spcBef>
              <a:spcAft>
                <a:spcPts val="0"/>
              </a:spcAft>
              <a:buSzPts val="2600"/>
              <a:buChar char="●"/>
              <a:defRPr sz="2600"/>
            </a:lvl1pPr>
            <a:lvl2pPr indent="-381000" lvl="1" marL="914400" rtl="0">
              <a:spcBef>
                <a:spcPts val="1800"/>
              </a:spcBef>
              <a:spcAft>
                <a:spcPts val="0"/>
              </a:spcAft>
              <a:buSzPts val="2400"/>
              <a:buChar char="○"/>
              <a:defRPr sz="2400"/>
            </a:lvl2pPr>
            <a:lvl3pPr indent="-368300" lvl="2" marL="1371600" rtl="0">
              <a:spcBef>
                <a:spcPts val="1800"/>
              </a:spcBef>
              <a:spcAft>
                <a:spcPts val="0"/>
              </a:spcAft>
              <a:buSzPts val="2200"/>
              <a:buChar char="■"/>
              <a:defRPr sz="2200"/>
            </a:lvl3pPr>
            <a:lvl4pPr indent="-355600" lvl="3" marL="1828800" rtl="0">
              <a:spcBef>
                <a:spcPts val="1800"/>
              </a:spcBef>
              <a:spcAft>
                <a:spcPts val="0"/>
              </a:spcAft>
              <a:buSzPts val="2000"/>
              <a:buChar char="●"/>
              <a:defRPr sz="2000"/>
            </a:lvl4pPr>
            <a:lvl5pPr indent="-342900" lvl="4" marL="2286000" rtl="0">
              <a:spcBef>
                <a:spcPts val="1800"/>
              </a:spcBef>
              <a:spcAft>
                <a:spcPts val="0"/>
              </a:spcAft>
              <a:buSzPts val="1800"/>
              <a:buChar char="○"/>
              <a:defRPr sz="18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391" name="Google Shape;391;p29"/>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rtl="0">
              <a:spcBef>
                <a:spcPts val="0"/>
              </a:spcBef>
              <a:spcAft>
                <a:spcPts val="0"/>
              </a:spcAft>
              <a:buSzPts val="2600"/>
              <a:buChar char="●"/>
              <a:defRPr sz="2600"/>
            </a:lvl1pPr>
            <a:lvl2pPr indent="-381000" lvl="1" marL="914400" rtl="0">
              <a:spcBef>
                <a:spcPts val="1800"/>
              </a:spcBef>
              <a:spcAft>
                <a:spcPts val="0"/>
              </a:spcAft>
              <a:buSzPts val="2400"/>
              <a:buChar char="○"/>
              <a:defRPr sz="2400"/>
            </a:lvl2pPr>
            <a:lvl3pPr indent="-368300" lvl="2" marL="1371600" rtl="0">
              <a:spcBef>
                <a:spcPts val="1800"/>
              </a:spcBef>
              <a:spcAft>
                <a:spcPts val="0"/>
              </a:spcAft>
              <a:buSzPts val="2200"/>
              <a:buChar char="■"/>
              <a:defRPr sz="2200"/>
            </a:lvl3pPr>
            <a:lvl4pPr indent="-355600" lvl="3" marL="1828800" rtl="0">
              <a:spcBef>
                <a:spcPts val="1800"/>
              </a:spcBef>
              <a:spcAft>
                <a:spcPts val="0"/>
              </a:spcAft>
              <a:buSzPts val="2000"/>
              <a:buChar char="●"/>
              <a:defRPr sz="2000"/>
            </a:lvl4pPr>
            <a:lvl5pPr indent="-342900" lvl="4" marL="2286000" rtl="0">
              <a:spcBef>
                <a:spcPts val="1800"/>
              </a:spcBef>
              <a:spcAft>
                <a:spcPts val="0"/>
              </a:spcAft>
              <a:buSzPts val="1800"/>
              <a:buChar char="○"/>
              <a:defRPr sz="18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392" name="Google Shape;392;p29"/>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rtl="0">
              <a:spcBef>
                <a:spcPts val="0"/>
              </a:spcBef>
              <a:spcAft>
                <a:spcPts val="0"/>
              </a:spcAft>
              <a:buSzPts val="2600"/>
              <a:buChar char="●"/>
              <a:defRPr sz="2600"/>
            </a:lvl1pPr>
            <a:lvl2pPr indent="-381000" lvl="1" marL="914400" rtl="0">
              <a:spcBef>
                <a:spcPts val="1800"/>
              </a:spcBef>
              <a:spcAft>
                <a:spcPts val="0"/>
              </a:spcAft>
              <a:buSzPts val="2400"/>
              <a:buChar char="○"/>
              <a:defRPr sz="2400"/>
            </a:lvl2pPr>
            <a:lvl3pPr indent="-368300" lvl="2" marL="1371600" rtl="0">
              <a:spcBef>
                <a:spcPts val="1800"/>
              </a:spcBef>
              <a:spcAft>
                <a:spcPts val="0"/>
              </a:spcAft>
              <a:buSzPts val="2200"/>
              <a:buChar char="■"/>
              <a:defRPr sz="2200"/>
            </a:lvl3pPr>
            <a:lvl4pPr indent="-355600" lvl="3" marL="1828800" rtl="0">
              <a:spcBef>
                <a:spcPts val="1800"/>
              </a:spcBef>
              <a:spcAft>
                <a:spcPts val="0"/>
              </a:spcAft>
              <a:buSzPts val="2000"/>
              <a:buChar char="●"/>
              <a:defRPr sz="2000"/>
            </a:lvl4pPr>
            <a:lvl5pPr indent="-342900" lvl="4" marL="2286000" rtl="0">
              <a:spcBef>
                <a:spcPts val="1800"/>
              </a:spcBef>
              <a:spcAft>
                <a:spcPts val="0"/>
              </a:spcAft>
              <a:buSzPts val="1800"/>
              <a:buChar char="○"/>
              <a:defRPr sz="18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sp>
        <p:nvSpPr>
          <p:cNvPr id="393" name="Google Shape;393;p29"/>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rtl="0">
              <a:spcBef>
                <a:spcPts val="0"/>
              </a:spcBef>
              <a:spcAft>
                <a:spcPts val="0"/>
              </a:spcAft>
              <a:buSzPts val="2600"/>
              <a:buChar char="●"/>
              <a:defRPr sz="2600"/>
            </a:lvl1pPr>
            <a:lvl2pPr indent="-381000" lvl="1" marL="914400" rtl="0">
              <a:spcBef>
                <a:spcPts val="1800"/>
              </a:spcBef>
              <a:spcAft>
                <a:spcPts val="0"/>
              </a:spcAft>
              <a:buSzPts val="2400"/>
              <a:buChar char="○"/>
              <a:defRPr sz="2400"/>
            </a:lvl2pPr>
            <a:lvl3pPr indent="-368300" lvl="2" marL="1371600" rtl="0">
              <a:spcBef>
                <a:spcPts val="1800"/>
              </a:spcBef>
              <a:spcAft>
                <a:spcPts val="0"/>
              </a:spcAft>
              <a:buSzPts val="2200"/>
              <a:buChar char="■"/>
              <a:defRPr sz="2200"/>
            </a:lvl3pPr>
            <a:lvl4pPr indent="-355600" lvl="3" marL="1828800" rtl="0">
              <a:spcBef>
                <a:spcPts val="1800"/>
              </a:spcBef>
              <a:spcAft>
                <a:spcPts val="0"/>
              </a:spcAft>
              <a:buSzPts val="2000"/>
              <a:buChar char="●"/>
              <a:defRPr sz="2000"/>
            </a:lvl4pPr>
            <a:lvl5pPr indent="-342900" lvl="4" marL="2286000" rtl="0">
              <a:spcBef>
                <a:spcPts val="1800"/>
              </a:spcBef>
              <a:spcAft>
                <a:spcPts val="0"/>
              </a:spcAft>
              <a:buSzPts val="1800"/>
              <a:buChar char="○"/>
              <a:defRPr sz="1800"/>
            </a:lvl5pPr>
            <a:lvl6pPr indent="-342900" lvl="5" marL="2743200" rtl="0">
              <a:spcBef>
                <a:spcPts val="1800"/>
              </a:spcBef>
              <a:spcAft>
                <a:spcPts val="0"/>
              </a:spcAft>
              <a:buSzPts val="1800"/>
              <a:buChar char="■"/>
              <a:defRPr sz="1800"/>
            </a:lvl6pPr>
            <a:lvl7pPr indent="-342900" lvl="6" marL="3200400" rtl="0">
              <a:spcBef>
                <a:spcPts val="1800"/>
              </a:spcBef>
              <a:spcAft>
                <a:spcPts val="0"/>
              </a:spcAft>
              <a:buSzPts val="1800"/>
              <a:buChar char="●"/>
              <a:defRPr sz="1800"/>
            </a:lvl7pPr>
            <a:lvl8pPr indent="-342900" lvl="7" marL="3657600" rtl="0">
              <a:spcBef>
                <a:spcPts val="1800"/>
              </a:spcBef>
              <a:spcAft>
                <a:spcPts val="0"/>
              </a:spcAft>
              <a:buSzPts val="1800"/>
              <a:buChar char="○"/>
              <a:defRPr sz="1800"/>
            </a:lvl8pPr>
            <a:lvl9pPr indent="-342900" lvl="8" marL="4114800" rtl="0">
              <a:spcBef>
                <a:spcPts val="1800"/>
              </a:spcBef>
              <a:spcAft>
                <a:spcPts val="1800"/>
              </a:spcAft>
              <a:buSzPts val="1800"/>
              <a:buChar char="■"/>
              <a:defRPr sz="1800"/>
            </a:lvl9pPr>
          </a:lstStyle>
          <a:p/>
        </p:txBody>
      </p:sp>
      <p:grpSp>
        <p:nvGrpSpPr>
          <p:cNvPr id="394" name="Google Shape;394;p29"/>
          <p:cNvGrpSpPr/>
          <p:nvPr/>
        </p:nvGrpSpPr>
        <p:grpSpPr>
          <a:xfrm>
            <a:off x="14497041" y="952412"/>
            <a:ext cx="1598127" cy="459104"/>
            <a:chOff x="5913125" y="1232600"/>
            <a:chExt cx="3443497" cy="989449"/>
          </a:xfrm>
        </p:grpSpPr>
        <p:sp>
          <p:nvSpPr>
            <p:cNvPr id="395" name="Google Shape;395;p29"/>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396" name="Google Shape;396;p29"/>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397" name="Google Shape;397;p29"/>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398" name="Shape 398"/>
        <p:cNvGrpSpPr/>
        <p:nvPr/>
      </p:nvGrpSpPr>
      <p:grpSpPr>
        <a:xfrm>
          <a:off x="0" y="0"/>
          <a:ext cx="0" cy="0"/>
          <a:chOff x="0" y="0"/>
          <a:chExt cx="0" cy="0"/>
        </a:xfrm>
      </p:grpSpPr>
      <p:sp>
        <p:nvSpPr>
          <p:cNvPr id="399" name="Google Shape;399;p30"/>
          <p:cNvSpPr/>
          <p:nvPr/>
        </p:nvSpPr>
        <p:spPr>
          <a:xfrm>
            <a:off x="857250" y="2854969"/>
            <a:ext cx="3711900" cy="6288900"/>
          </a:xfrm>
          <a:prstGeom prst="roundRect">
            <a:avLst>
              <a:gd fmla="val 7699"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00" name="Google Shape;400;p30"/>
          <p:cNvSpPr/>
          <p:nvPr/>
        </p:nvSpPr>
        <p:spPr>
          <a:xfrm>
            <a:off x="5145917" y="2854969"/>
            <a:ext cx="3711900" cy="6288900"/>
          </a:xfrm>
          <a:prstGeom prst="roundRect">
            <a:avLst>
              <a:gd fmla="val 7699"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01" name="Google Shape;401;p30"/>
          <p:cNvSpPr/>
          <p:nvPr/>
        </p:nvSpPr>
        <p:spPr>
          <a:xfrm>
            <a:off x="9434585" y="2854969"/>
            <a:ext cx="3711900" cy="6288900"/>
          </a:xfrm>
          <a:prstGeom prst="roundRect">
            <a:avLst>
              <a:gd fmla="val 7699"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02" name="Google Shape;402;p30"/>
          <p:cNvSpPr/>
          <p:nvPr/>
        </p:nvSpPr>
        <p:spPr>
          <a:xfrm>
            <a:off x="13716000" y="2854969"/>
            <a:ext cx="3711900" cy="6288900"/>
          </a:xfrm>
          <a:prstGeom prst="roundRect">
            <a:avLst>
              <a:gd fmla="val 7699" name="adj"/>
            </a:avLst>
          </a:prstGeom>
          <a:solidFill>
            <a:schemeClr val="accent6"/>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03" name="Google Shape;403;p3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404" name="Google Shape;404;p30"/>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05" name="Google Shape;405;p30"/>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406" name="Google Shape;406;p30"/>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407" name="Google Shape;407;p30"/>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408" name="Google Shape;408;p30"/>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409" name="Google Shape;409;p30"/>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410" name="Google Shape;410;p30"/>
          <p:cNvGrpSpPr/>
          <p:nvPr/>
        </p:nvGrpSpPr>
        <p:grpSpPr>
          <a:xfrm>
            <a:off x="14497041" y="952412"/>
            <a:ext cx="1598127" cy="459104"/>
            <a:chOff x="5913125" y="1232600"/>
            <a:chExt cx="3443497" cy="989449"/>
          </a:xfrm>
        </p:grpSpPr>
        <p:sp>
          <p:nvSpPr>
            <p:cNvPr id="411" name="Google Shape;411;p3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412" name="Google Shape;412;p3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413" name="Google Shape;413;p3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rgbClr val="CFE9FE"/>
        </a:solidFill>
      </p:bgPr>
    </p:bg>
    <p:spTree>
      <p:nvGrpSpPr>
        <p:cNvPr id="414" name="Shape 414"/>
        <p:cNvGrpSpPr/>
        <p:nvPr/>
      </p:nvGrpSpPr>
      <p:grpSpPr>
        <a:xfrm>
          <a:off x="0" y="0"/>
          <a:ext cx="0" cy="0"/>
          <a:chOff x="0" y="0"/>
          <a:chExt cx="0" cy="0"/>
        </a:xfrm>
      </p:grpSpPr>
      <p:sp>
        <p:nvSpPr>
          <p:cNvPr id="415" name="Google Shape;415;p31"/>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16" name="Google Shape;416;p31"/>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17" name="Google Shape;417;p31"/>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18" name="Google Shape;418;p31"/>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19" name="Google Shape;419;p31"/>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20" name="Google Shape;420;p3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1" name="Google Shape;421;p3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422" name="Google Shape;422;p31"/>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423" name="Google Shape;423;p31"/>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24" name="Google Shape;424;p31"/>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25" name="Google Shape;425;p31"/>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26" name="Google Shape;426;p31"/>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27" name="Google Shape;427;p31"/>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grpSp>
        <p:nvGrpSpPr>
          <p:cNvPr id="428" name="Google Shape;428;p31"/>
          <p:cNvGrpSpPr/>
          <p:nvPr/>
        </p:nvGrpSpPr>
        <p:grpSpPr>
          <a:xfrm>
            <a:off x="14497041" y="952412"/>
            <a:ext cx="1598127" cy="459104"/>
            <a:chOff x="5913125" y="1232600"/>
            <a:chExt cx="3443497" cy="989449"/>
          </a:xfrm>
        </p:grpSpPr>
        <p:sp>
          <p:nvSpPr>
            <p:cNvPr id="429" name="Google Shape;429;p3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430" name="Google Shape;430;p3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431" name="Google Shape;431;p3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432" name="Shape 432"/>
        <p:cNvGrpSpPr/>
        <p:nvPr/>
      </p:nvGrpSpPr>
      <p:grpSpPr>
        <a:xfrm>
          <a:off x="0" y="0"/>
          <a:ext cx="0" cy="0"/>
          <a:chOff x="0" y="0"/>
          <a:chExt cx="0" cy="0"/>
        </a:xfrm>
      </p:grpSpPr>
      <p:sp>
        <p:nvSpPr>
          <p:cNvPr id="433" name="Google Shape;433;p32"/>
          <p:cNvSpPr/>
          <p:nvPr/>
        </p:nvSpPr>
        <p:spPr>
          <a:xfrm>
            <a:off x="7641721" y="2852566"/>
            <a:ext cx="3077400" cy="6288900"/>
          </a:xfrm>
          <a:prstGeom prst="roundRect">
            <a:avLst>
              <a:gd fmla="val 6092" name="adj"/>
            </a:avLst>
          </a:prstGeom>
          <a:solidFill>
            <a:schemeClr val="accent6"/>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34" name="Google Shape;434;p32"/>
          <p:cNvSpPr/>
          <p:nvPr/>
        </p:nvSpPr>
        <p:spPr>
          <a:xfrm>
            <a:off x="4249485" y="2852566"/>
            <a:ext cx="3077400" cy="6288900"/>
          </a:xfrm>
          <a:prstGeom prst="roundRect">
            <a:avLst>
              <a:gd fmla="val 6092" name="adj"/>
            </a:avLst>
          </a:prstGeom>
          <a:solidFill>
            <a:schemeClr val="accent6"/>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35" name="Google Shape;435;p32"/>
          <p:cNvSpPr/>
          <p:nvPr/>
        </p:nvSpPr>
        <p:spPr>
          <a:xfrm>
            <a:off x="11033956" y="2852566"/>
            <a:ext cx="3077400" cy="6288900"/>
          </a:xfrm>
          <a:prstGeom prst="roundRect">
            <a:avLst>
              <a:gd fmla="val 6092" name="adj"/>
            </a:avLst>
          </a:prstGeom>
          <a:solidFill>
            <a:schemeClr val="accent6"/>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36" name="Google Shape;436;p32"/>
          <p:cNvSpPr/>
          <p:nvPr/>
        </p:nvSpPr>
        <p:spPr>
          <a:xfrm>
            <a:off x="857250" y="2852566"/>
            <a:ext cx="3077400" cy="6288900"/>
          </a:xfrm>
          <a:prstGeom prst="roundRect">
            <a:avLst>
              <a:gd fmla="val 6092" name="adj"/>
            </a:avLst>
          </a:prstGeom>
          <a:solidFill>
            <a:schemeClr val="accent6"/>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37" name="Google Shape;437;p32"/>
          <p:cNvSpPr/>
          <p:nvPr/>
        </p:nvSpPr>
        <p:spPr>
          <a:xfrm>
            <a:off x="14426175" y="2852550"/>
            <a:ext cx="3077400" cy="6288900"/>
          </a:xfrm>
          <a:prstGeom prst="roundRect">
            <a:avLst>
              <a:gd fmla="val 6092" name="adj"/>
            </a:avLst>
          </a:prstGeom>
          <a:solidFill>
            <a:schemeClr val="accent6"/>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38" name="Google Shape;438;p3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39" name="Google Shape;439;p3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440" name="Google Shape;440;p32"/>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441" name="Google Shape;441;p32"/>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42" name="Google Shape;442;p32"/>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43" name="Google Shape;443;p32"/>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44" name="Google Shape;444;p32"/>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45" name="Google Shape;445;p32"/>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grpSp>
        <p:nvGrpSpPr>
          <p:cNvPr id="446" name="Google Shape;446;p32"/>
          <p:cNvGrpSpPr/>
          <p:nvPr/>
        </p:nvGrpSpPr>
        <p:grpSpPr>
          <a:xfrm>
            <a:off x="14497041" y="952412"/>
            <a:ext cx="1598127" cy="459104"/>
            <a:chOff x="5913125" y="1232600"/>
            <a:chExt cx="3443497" cy="989449"/>
          </a:xfrm>
        </p:grpSpPr>
        <p:sp>
          <p:nvSpPr>
            <p:cNvPr id="447" name="Google Shape;447;p3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448" name="Google Shape;448;p3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449" name="Google Shape;449;p3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1">
  <p:cSld name="TITLE_1_1_1_1_1_1_1_1_1_1_1_1_1_1_1_1_1_1_1_1_1_1_1_1_1">
    <p:bg>
      <p:bgPr>
        <a:solidFill>
          <a:srgbClr val="CFE9FE"/>
        </a:solidFill>
      </p:bgPr>
    </p:bg>
    <p:spTree>
      <p:nvGrpSpPr>
        <p:cNvPr id="450" name="Shape 450"/>
        <p:cNvGrpSpPr/>
        <p:nvPr/>
      </p:nvGrpSpPr>
      <p:grpSpPr>
        <a:xfrm>
          <a:off x="0" y="0"/>
          <a:ext cx="0" cy="0"/>
          <a:chOff x="0" y="0"/>
          <a:chExt cx="0" cy="0"/>
        </a:xfrm>
      </p:grpSpPr>
      <p:sp>
        <p:nvSpPr>
          <p:cNvPr id="451" name="Google Shape;451;p33"/>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52" name="Google Shape;452;p33"/>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53" name="Google Shape;453;p33"/>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54" name="Google Shape;454;p33"/>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55" name="Google Shape;455;p33"/>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56" name="Google Shape;456;p3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57" name="Google Shape;457;p3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458" name="Google Shape;458;p33"/>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459" name="Google Shape;459;p33"/>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60" name="Google Shape;460;p33"/>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61" name="Google Shape;461;p33"/>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62" name="Google Shape;462;p33"/>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63" name="Google Shape;463;p33"/>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grpSp>
        <p:nvGrpSpPr>
          <p:cNvPr id="464" name="Google Shape;464;p33"/>
          <p:cNvGrpSpPr/>
          <p:nvPr/>
        </p:nvGrpSpPr>
        <p:grpSpPr>
          <a:xfrm>
            <a:off x="14497041" y="952412"/>
            <a:ext cx="1598127" cy="459104"/>
            <a:chOff x="5913125" y="1232600"/>
            <a:chExt cx="3443497" cy="989449"/>
          </a:xfrm>
        </p:grpSpPr>
        <p:sp>
          <p:nvSpPr>
            <p:cNvPr id="465" name="Google Shape;465;p33"/>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466" name="Google Shape;466;p33"/>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467" name="Google Shape;467;p33"/>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1">
  <p:cSld name="TITLE_1_1_1_1_1_1_1_1_1_1_1_1_1_1_1_1_1_1_1_1_1_1_1_1_2_1_1">
    <p:bg>
      <p:bgPr>
        <a:solidFill>
          <a:srgbClr val="FFFEFE"/>
        </a:solidFill>
      </p:bgPr>
    </p:bg>
    <p:spTree>
      <p:nvGrpSpPr>
        <p:cNvPr id="468" name="Shape 468"/>
        <p:cNvGrpSpPr/>
        <p:nvPr/>
      </p:nvGrpSpPr>
      <p:grpSpPr>
        <a:xfrm>
          <a:off x="0" y="0"/>
          <a:ext cx="0" cy="0"/>
          <a:chOff x="0" y="0"/>
          <a:chExt cx="0" cy="0"/>
        </a:xfrm>
      </p:grpSpPr>
      <p:sp>
        <p:nvSpPr>
          <p:cNvPr id="469" name="Google Shape;469;p34"/>
          <p:cNvSpPr/>
          <p:nvPr/>
        </p:nvSpPr>
        <p:spPr>
          <a:xfrm>
            <a:off x="7641734" y="2852575"/>
            <a:ext cx="9861900" cy="6288900"/>
          </a:xfrm>
          <a:prstGeom prst="roundRect">
            <a:avLst>
              <a:gd fmla="val 4986" name="adj"/>
            </a:avLst>
          </a:prstGeom>
          <a:solidFill>
            <a:schemeClr val="accent6"/>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70" name="Google Shape;470;p3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71" name="Google Shape;471;p3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472" name="Google Shape;472;p34"/>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473" name="Google Shape;473;p34"/>
          <p:cNvSpPr txBox="1"/>
          <p:nvPr>
            <p:ph idx="3" type="body"/>
          </p:nvPr>
        </p:nvSpPr>
        <p:spPr>
          <a:xfrm>
            <a:off x="857250" y="3113725"/>
            <a:ext cx="62172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74" name="Google Shape;474;p34"/>
          <p:cNvSpPr txBox="1"/>
          <p:nvPr>
            <p:ph idx="4" type="body"/>
          </p:nvPr>
        </p:nvSpPr>
        <p:spPr>
          <a:xfrm>
            <a:off x="7894450" y="3113725"/>
            <a:ext cx="93564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grpSp>
        <p:nvGrpSpPr>
          <p:cNvPr id="475" name="Google Shape;475;p34"/>
          <p:cNvGrpSpPr/>
          <p:nvPr/>
        </p:nvGrpSpPr>
        <p:grpSpPr>
          <a:xfrm>
            <a:off x="14497041" y="952412"/>
            <a:ext cx="1598127" cy="459104"/>
            <a:chOff x="5913125" y="1232600"/>
            <a:chExt cx="3443497" cy="989449"/>
          </a:xfrm>
        </p:grpSpPr>
        <p:sp>
          <p:nvSpPr>
            <p:cNvPr id="476" name="Google Shape;476;p3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477" name="Google Shape;477;p3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478" name="Google Shape;478;p3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1 1">
  <p:cSld name="TITLE_1_1_1_1_1_1_1_1_1_1_1_1_1_1_1_1_1_1_1_1_1_1_1_1_2_1_1_1">
    <p:bg>
      <p:bgPr>
        <a:solidFill>
          <a:srgbClr val="CFE9FE"/>
        </a:solidFill>
      </p:bgPr>
    </p:bg>
    <p:spTree>
      <p:nvGrpSpPr>
        <p:cNvPr id="479" name="Shape 479"/>
        <p:cNvGrpSpPr/>
        <p:nvPr/>
      </p:nvGrpSpPr>
      <p:grpSpPr>
        <a:xfrm>
          <a:off x="0" y="0"/>
          <a:ext cx="0" cy="0"/>
          <a:chOff x="0" y="0"/>
          <a:chExt cx="0" cy="0"/>
        </a:xfrm>
      </p:grpSpPr>
      <p:sp>
        <p:nvSpPr>
          <p:cNvPr id="480" name="Google Shape;480;p35"/>
          <p:cNvSpPr/>
          <p:nvPr/>
        </p:nvSpPr>
        <p:spPr>
          <a:xfrm>
            <a:off x="7641734" y="2852575"/>
            <a:ext cx="9861900" cy="6288900"/>
          </a:xfrm>
          <a:prstGeom prst="roundRect">
            <a:avLst>
              <a:gd fmla="val 4986" name="adj"/>
            </a:avLst>
          </a:prstGeom>
          <a:solidFill>
            <a:schemeClr val="lt1"/>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81" name="Google Shape;481;p3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82" name="Google Shape;482;p3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483" name="Google Shape;483;p35"/>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484" name="Google Shape;484;p35"/>
          <p:cNvSpPr txBox="1"/>
          <p:nvPr>
            <p:ph idx="3" type="body"/>
          </p:nvPr>
        </p:nvSpPr>
        <p:spPr>
          <a:xfrm>
            <a:off x="857250" y="3113725"/>
            <a:ext cx="62172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485" name="Google Shape;485;p35"/>
          <p:cNvSpPr txBox="1"/>
          <p:nvPr>
            <p:ph idx="4" type="body"/>
          </p:nvPr>
        </p:nvSpPr>
        <p:spPr>
          <a:xfrm>
            <a:off x="7894450" y="3113725"/>
            <a:ext cx="93564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grpSp>
        <p:nvGrpSpPr>
          <p:cNvPr id="486" name="Google Shape;486;p35"/>
          <p:cNvGrpSpPr/>
          <p:nvPr/>
        </p:nvGrpSpPr>
        <p:grpSpPr>
          <a:xfrm>
            <a:off x="14497041" y="952412"/>
            <a:ext cx="1598127" cy="459104"/>
            <a:chOff x="5913125" y="1232600"/>
            <a:chExt cx="3443497" cy="989449"/>
          </a:xfrm>
        </p:grpSpPr>
        <p:sp>
          <p:nvSpPr>
            <p:cNvPr id="487" name="Google Shape;487;p35"/>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488" name="Google Shape;488;p35"/>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489" name="Google Shape;489;p35"/>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 and Badge Card">
  <p:cSld name="TITLE_1_1_1_1_1_1_1_1_1_1_1_1_1_1_1_1_1_1_1_1_1_1_1_1_2_1_1_1_1">
    <p:bg>
      <p:bgPr>
        <a:solidFill>
          <a:srgbClr val="CFE9FE"/>
        </a:solidFill>
      </p:bgPr>
    </p:bg>
    <p:spTree>
      <p:nvGrpSpPr>
        <p:cNvPr id="490" name="Shape 490"/>
        <p:cNvGrpSpPr/>
        <p:nvPr/>
      </p:nvGrpSpPr>
      <p:grpSpPr>
        <a:xfrm>
          <a:off x="0" y="0"/>
          <a:ext cx="0" cy="0"/>
          <a:chOff x="0" y="0"/>
          <a:chExt cx="0" cy="0"/>
        </a:xfrm>
      </p:grpSpPr>
      <p:sp>
        <p:nvSpPr>
          <p:cNvPr id="491" name="Google Shape;491;p36"/>
          <p:cNvSpPr/>
          <p:nvPr/>
        </p:nvSpPr>
        <p:spPr>
          <a:xfrm>
            <a:off x="857250" y="2852575"/>
            <a:ext cx="10361100" cy="6288900"/>
          </a:xfrm>
          <a:prstGeom prst="roundRect">
            <a:avLst>
              <a:gd fmla="val 4986" name="adj"/>
            </a:avLst>
          </a:prstGeom>
          <a:solidFill>
            <a:schemeClr val="lt1"/>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492" name="Google Shape;492;p3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93" name="Google Shape;493;p3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494" name="Google Shape;494;p36"/>
          <p:cNvSpPr txBox="1"/>
          <p:nvPr>
            <p:ph idx="2" type="body"/>
          </p:nvPr>
        </p:nvSpPr>
        <p:spPr>
          <a:xfrm>
            <a:off x="857250" y="9610725"/>
            <a:ext cx="16573500" cy="428700"/>
          </a:xfrm>
          <a:prstGeom prst="rect">
            <a:avLst/>
          </a:prstGeom>
          <a:ln>
            <a:noFill/>
          </a:ln>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495" name="Google Shape;495;p36"/>
          <p:cNvSpPr txBox="1"/>
          <p:nvPr>
            <p:ph idx="3" type="body"/>
          </p:nvPr>
        </p:nvSpPr>
        <p:spPr>
          <a:xfrm>
            <a:off x="1122757" y="3113725"/>
            <a:ext cx="98301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grpSp>
        <p:nvGrpSpPr>
          <p:cNvPr id="496" name="Google Shape;496;p36"/>
          <p:cNvGrpSpPr/>
          <p:nvPr/>
        </p:nvGrpSpPr>
        <p:grpSpPr>
          <a:xfrm>
            <a:off x="14497041" y="952412"/>
            <a:ext cx="1598127" cy="459104"/>
            <a:chOff x="5913125" y="1232600"/>
            <a:chExt cx="3443497" cy="989449"/>
          </a:xfrm>
        </p:grpSpPr>
        <p:sp>
          <p:nvSpPr>
            <p:cNvPr id="497" name="Google Shape;497;p3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498" name="Google Shape;498;p3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499" name="Google Shape;499;p3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pic>
        <p:nvPicPr>
          <p:cNvPr id="500" name="Google Shape;500;p36" title="Shape.png"/>
          <p:cNvPicPr preferRelativeResize="0"/>
          <p:nvPr/>
        </p:nvPicPr>
        <p:blipFill>
          <a:blip r:embed="rId2">
            <a:alphaModFix/>
          </a:blip>
          <a:stretch>
            <a:fillRect/>
          </a:stretch>
        </p:blipFill>
        <p:spPr>
          <a:xfrm>
            <a:off x="12059312" y="2852575"/>
            <a:ext cx="5238789" cy="6540112"/>
          </a:xfrm>
          <a:prstGeom prst="rect">
            <a:avLst/>
          </a:prstGeom>
          <a:noFill/>
          <a:ln>
            <a:noFill/>
          </a:ln>
        </p:spPr>
      </p:pic>
      <p:sp>
        <p:nvSpPr>
          <p:cNvPr id="501" name="Google Shape;501;p36"/>
          <p:cNvSpPr txBox="1"/>
          <p:nvPr>
            <p:ph idx="4" type="title"/>
          </p:nvPr>
        </p:nvSpPr>
        <p:spPr>
          <a:xfrm>
            <a:off x="12657675" y="3556000"/>
            <a:ext cx="4085100" cy="15453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02" name="Google Shape;502;p36"/>
          <p:cNvSpPr txBox="1"/>
          <p:nvPr>
            <p:ph idx="5" type="subTitle"/>
          </p:nvPr>
        </p:nvSpPr>
        <p:spPr>
          <a:xfrm>
            <a:off x="12657675" y="5465225"/>
            <a:ext cx="4085100" cy="2672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600"/>
              <a:buNone/>
              <a:defRPr sz="3600">
                <a:solidFill>
                  <a:schemeClr val="dk1"/>
                </a:solidFill>
              </a:defRPr>
            </a:lvl1pPr>
            <a:lvl2pPr lvl="1" rtl="0">
              <a:spcBef>
                <a:spcPts val="0"/>
              </a:spcBef>
              <a:spcAft>
                <a:spcPts val="0"/>
              </a:spcAft>
              <a:buSzPts val="2600"/>
              <a:buNone/>
              <a:defRPr/>
            </a:lvl2pPr>
            <a:lvl3pPr lvl="2" rtl="0">
              <a:spcBef>
                <a:spcPts val="0"/>
              </a:spcBef>
              <a:spcAft>
                <a:spcPts val="0"/>
              </a:spcAft>
              <a:buSzPts val="2400"/>
              <a:buNone/>
              <a:defRPr/>
            </a:lvl3pPr>
            <a:lvl4pPr lvl="3" rtl="0">
              <a:spcBef>
                <a:spcPts val="0"/>
              </a:spcBef>
              <a:spcAft>
                <a:spcPts val="0"/>
              </a:spcAft>
              <a:buSzPts val="2200"/>
              <a:buNone/>
              <a:defRPr/>
            </a:lvl4pPr>
            <a:lvl5pPr lvl="4" rtl="0">
              <a:spcBef>
                <a:spcPts val="0"/>
              </a:spcBef>
              <a:spcAft>
                <a:spcPts val="0"/>
              </a:spcAft>
              <a:buSzPts val="20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1">
  <p:cSld name="TITLE_1_1_1_1_1_1_1_1_1_1_1_1_1_1_1_1_1_1_1_1_1_2">
    <p:bg>
      <p:bgPr>
        <a:solidFill>
          <a:srgbClr val="CFE9FE"/>
        </a:solidFill>
      </p:bgPr>
    </p:bg>
    <p:spTree>
      <p:nvGrpSpPr>
        <p:cNvPr id="503" name="Shape 503"/>
        <p:cNvGrpSpPr/>
        <p:nvPr/>
      </p:nvGrpSpPr>
      <p:grpSpPr>
        <a:xfrm>
          <a:off x="0" y="0"/>
          <a:ext cx="0" cy="0"/>
          <a:chOff x="0" y="0"/>
          <a:chExt cx="0" cy="0"/>
        </a:xfrm>
      </p:grpSpPr>
      <p:sp>
        <p:nvSpPr>
          <p:cNvPr id="504" name="Google Shape;504;p37"/>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05" name="Google Shape;505;p37"/>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06" name="Google Shape;506;p3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07" name="Google Shape;507;p37"/>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508" name="Google Shape;508;p37"/>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09" name="Google Shape;509;p37"/>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10" name="Google Shape;510;p37"/>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grpSp>
        <p:nvGrpSpPr>
          <p:cNvPr id="511" name="Google Shape;511;p37"/>
          <p:cNvGrpSpPr/>
          <p:nvPr/>
        </p:nvGrpSpPr>
        <p:grpSpPr>
          <a:xfrm>
            <a:off x="14497041" y="952412"/>
            <a:ext cx="1598127" cy="459104"/>
            <a:chOff x="5913125" y="1232600"/>
            <a:chExt cx="3443497" cy="989449"/>
          </a:xfrm>
        </p:grpSpPr>
        <p:sp>
          <p:nvSpPr>
            <p:cNvPr id="512" name="Google Shape;512;p3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513" name="Google Shape;513;p3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514" name="Google Shape;514;p3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1">
  <p:cSld name="TITLE_1_1_1_1_1_1_1_1_1_1_1_1_1_1_1_1_1_1_1_1_1_2_1_1">
    <p:bg>
      <p:bgPr>
        <a:solidFill>
          <a:srgbClr val="FFFEFE"/>
        </a:solidFill>
      </p:bgPr>
    </p:bg>
    <p:spTree>
      <p:nvGrpSpPr>
        <p:cNvPr id="515" name="Shape 515"/>
        <p:cNvGrpSpPr/>
        <p:nvPr/>
      </p:nvGrpSpPr>
      <p:grpSpPr>
        <a:xfrm>
          <a:off x="0" y="0"/>
          <a:ext cx="0" cy="0"/>
          <a:chOff x="0" y="0"/>
          <a:chExt cx="0" cy="0"/>
        </a:xfrm>
      </p:grpSpPr>
      <p:sp>
        <p:nvSpPr>
          <p:cNvPr id="516" name="Google Shape;516;p38"/>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17" name="Google Shape;517;p38"/>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18" name="Google Shape;518;p3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19" name="Google Shape;519;p3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520" name="Google Shape;520;p38"/>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21" name="Google Shape;521;p38"/>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22" name="Google Shape;522;p38"/>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grpSp>
        <p:nvGrpSpPr>
          <p:cNvPr id="523" name="Google Shape;523;p38"/>
          <p:cNvGrpSpPr/>
          <p:nvPr/>
        </p:nvGrpSpPr>
        <p:grpSpPr>
          <a:xfrm>
            <a:off x="14497041" y="952412"/>
            <a:ext cx="1598127" cy="459104"/>
            <a:chOff x="5913125" y="1232600"/>
            <a:chExt cx="3443497" cy="989449"/>
          </a:xfrm>
        </p:grpSpPr>
        <p:sp>
          <p:nvSpPr>
            <p:cNvPr id="524" name="Google Shape;524;p3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525" name="Google Shape;525;p3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526" name="Google Shape;526;p3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2">
  <p:cSld name="TITLE_1_1_1_1_1_1_1_1_1_1_1_1_1_1_1_1_1_1_1_1_1_1_3">
    <p:bg>
      <p:bgPr>
        <a:solidFill>
          <a:srgbClr val="CFE9FE"/>
        </a:solidFill>
      </p:bgPr>
    </p:bg>
    <p:spTree>
      <p:nvGrpSpPr>
        <p:cNvPr id="527" name="Shape 527"/>
        <p:cNvGrpSpPr/>
        <p:nvPr/>
      </p:nvGrpSpPr>
      <p:grpSpPr>
        <a:xfrm>
          <a:off x="0" y="0"/>
          <a:ext cx="0" cy="0"/>
          <a:chOff x="0" y="0"/>
          <a:chExt cx="0" cy="0"/>
        </a:xfrm>
      </p:grpSpPr>
      <p:sp>
        <p:nvSpPr>
          <p:cNvPr id="528" name="Google Shape;528;p39"/>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29" name="Google Shape;529;p39"/>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30" name="Google Shape;530;p39"/>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31" name="Google Shape;531;p3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32" name="Google Shape;532;p3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533" name="Google Shape;533;p3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534" name="Google Shape;534;p39"/>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35" name="Google Shape;535;p39"/>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36" name="Google Shape;536;p39"/>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537" name="Google Shape;537;p39"/>
          <p:cNvGrpSpPr/>
          <p:nvPr/>
        </p:nvGrpSpPr>
        <p:grpSpPr>
          <a:xfrm>
            <a:off x="14497041" y="952412"/>
            <a:ext cx="1598127" cy="459104"/>
            <a:chOff x="5913125" y="1232600"/>
            <a:chExt cx="3443497" cy="989449"/>
          </a:xfrm>
        </p:grpSpPr>
        <p:sp>
          <p:nvSpPr>
            <p:cNvPr id="538" name="Google Shape;538;p39"/>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539" name="Google Shape;539;p39"/>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540" name="Google Shape;540;p39"/>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TITLE_1_1_1_1_1_1_1_1_1_1_1_1_1_1_1_1_1_1_1_1_1_1_3_1">
    <p:bg>
      <p:bgPr>
        <a:solidFill>
          <a:srgbClr val="CFE9FE"/>
        </a:solidFill>
      </p:bgPr>
    </p:bg>
    <p:spTree>
      <p:nvGrpSpPr>
        <p:cNvPr id="541" name="Shape 541"/>
        <p:cNvGrpSpPr/>
        <p:nvPr/>
      </p:nvGrpSpPr>
      <p:grpSpPr>
        <a:xfrm>
          <a:off x="0" y="0"/>
          <a:ext cx="0" cy="0"/>
          <a:chOff x="0" y="0"/>
          <a:chExt cx="0" cy="0"/>
        </a:xfrm>
      </p:grpSpPr>
      <p:sp>
        <p:nvSpPr>
          <p:cNvPr id="542" name="Google Shape;542;p40"/>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43" name="Google Shape;543;p40"/>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44" name="Google Shape;544;p40"/>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45" name="Google Shape;545;p4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46" name="Google Shape;546;p40"/>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547" name="Google Shape;547;p4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548" name="Google Shape;548;p40"/>
          <p:cNvSpPr txBox="1"/>
          <p:nvPr>
            <p:ph idx="3" type="body"/>
          </p:nvPr>
        </p:nvSpPr>
        <p:spPr>
          <a:xfrm>
            <a:off x="1143000" y="4528749"/>
            <a:ext cx="4572000" cy="42999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49" name="Google Shape;549;p40"/>
          <p:cNvSpPr txBox="1"/>
          <p:nvPr>
            <p:ph idx="4" type="body"/>
          </p:nvPr>
        </p:nvSpPr>
        <p:spPr>
          <a:xfrm>
            <a:off x="6858004" y="4528749"/>
            <a:ext cx="4572000" cy="42999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50" name="Google Shape;550;p40"/>
          <p:cNvSpPr txBox="1"/>
          <p:nvPr>
            <p:ph idx="5" type="body"/>
          </p:nvPr>
        </p:nvSpPr>
        <p:spPr>
          <a:xfrm>
            <a:off x="12568246" y="4528749"/>
            <a:ext cx="4581600" cy="42999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551" name="Google Shape;551;p40"/>
          <p:cNvGrpSpPr/>
          <p:nvPr/>
        </p:nvGrpSpPr>
        <p:grpSpPr>
          <a:xfrm>
            <a:off x="14497041" y="952412"/>
            <a:ext cx="1598127" cy="459104"/>
            <a:chOff x="5913125" y="1232600"/>
            <a:chExt cx="3443497" cy="989449"/>
          </a:xfrm>
        </p:grpSpPr>
        <p:sp>
          <p:nvSpPr>
            <p:cNvPr id="552" name="Google Shape;552;p4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553" name="Google Shape;553;p4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554" name="Google Shape;554;p4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555" name="Google Shape;555;p40"/>
          <p:cNvSpPr/>
          <p:nvPr/>
        </p:nvSpPr>
        <p:spPr>
          <a:xfrm>
            <a:off x="857250" y="2831225"/>
            <a:ext cx="5143500" cy="1296300"/>
          </a:xfrm>
          <a:prstGeom prst="round2SameRect">
            <a:avLst>
              <a:gd fmla="val 18707" name="adj1"/>
              <a:gd fmla="val 0" name="adj2"/>
            </a:avLst>
          </a:prstGeom>
          <a:solidFill>
            <a:srgbClr val="00B3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900">
              <a:solidFill>
                <a:srgbClr val="FFFFFF"/>
              </a:solidFill>
              <a:latin typeface="Avant Garde Demi SFDC"/>
              <a:ea typeface="Avant Garde Demi SFDC"/>
              <a:cs typeface="Avant Garde Demi SFDC"/>
              <a:sym typeface="Avant Garde Demi SFDC"/>
            </a:endParaRPr>
          </a:p>
        </p:txBody>
      </p:sp>
      <p:sp>
        <p:nvSpPr>
          <p:cNvPr id="556" name="Google Shape;556;p40"/>
          <p:cNvSpPr/>
          <p:nvPr/>
        </p:nvSpPr>
        <p:spPr>
          <a:xfrm>
            <a:off x="6569875" y="2831225"/>
            <a:ext cx="5143500" cy="1296300"/>
          </a:xfrm>
          <a:prstGeom prst="round2SameRect">
            <a:avLst>
              <a:gd fmla="val 21509" name="adj1"/>
              <a:gd fmla="val 0" name="adj2"/>
            </a:avLst>
          </a:prstGeom>
          <a:solidFill>
            <a:srgbClr val="066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900">
              <a:solidFill>
                <a:srgbClr val="FFFFFF"/>
              </a:solidFill>
              <a:latin typeface="Avant Garde Demi SFDC"/>
              <a:ea typeface="Avant Garde Demi SFDC"/>
              <a:cs typeface="Avant Garde Demi SFDC"/>
              <a:sym typeface="Avant Garde Demi SFDC"/>
            </a:endParaRPr>
          </a:p>
        </p:txBody>
      </p:sp>
      <p:sp>
        <p:nvSpPr>
          <p:cNvPr id="557" name="Google Shape;557;p40"/>
          <p:cNvSpPr/>
          <p:nvPr/>
        </p:nvSpPr>
        <p:spPr>
          <a:xfrm>
            <a:off x="12282500" y="2831225"/>
            <a:ext cx="5143500" cy="1296300"/>
          </a:xfrm>
          <a:prstGeom prst="round2SameRect">
            <a:avLst>
              <a:gd fmla="val 22730" name="adj1"/>
              <a:gd fmla="val 0" name="adj2"/>
            </a:avLst>
          </a:prstGeom>
          <a:solidFill>
            <a:srgbClr val="001E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900">
              <a:solidFill>
                <a:srgbClr val="FFFFFF"/>
              </a:solidFill>
              <a:latin typeface="Avant Garde Demi SFDC"/>
              <a:ea typeface="Avant Garde Demi SFDC"/>
              <a:cs typeface="Avant Garde Demi SFDC"/>
              <a:sym typeface="Avant Garde Demi SFDC"/>
            </a:endParaRPr>
          </a:p>
        </p:txBody>
      </p:sp>
      <p:sp>
        <p:nvSpPr>
          <p:cNvPr id="558" name="Google Shape;558;p40"/>
          <p:cNvSpPr txBox="1"/>
          <p:nvPr>
            <p:ph idx="6" type="title"/>
          </p:nvPr>
        </p:nvSpPr>
        <p:spPr>
          <a:xfrm>
            <a:off x="1388400" y="3096370"/>
            <a:ext cx="4081200" cy="857400"/>
          </a:xfrm>
          <a:prstGeom prst="rect">
            <a:avLst/>
          </a:prstGeom>
        </p:spPr>
        <p:txBody>
          <a:bodyPr anchorCtr="0" anchor="b" bIns="0" lIns="0" spcFirstLastPara="1" rIns="0" wrap="square" tIns="0">
            <a:noAutofit/>
          </a:bodyPr>
          <a:lstStyle>
            <a:lvl1pPr lvl="0" rtl="0" algn="ctr">
              <a:lnSpc>
                <a:spcPct val="90000"/>
              </a:lnSpc>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p:txBody>
      </p:sp>
      <p:sp>
        <p:nvSpPr>
          <p:cNvPr id="559" name="Google Shape;559;p40"/>
          <p:cNvSpPr txBox="1"/>
          <p:nvPr>
            <p:ph idx="7" type="title"/>
          </p:nvPr>
        </p:nvSpPr>
        <p:spPr>
          <a:xfrm>
            <a:off x="7101025" y="3096370"/>
            <a:ext cx="4081200" cy="857400"/>
          </a:xfrm>
          <a:prstGeom prst="rect">
            <a:avLst/>
          </a:prstGeom>
        </p:spPr>
        <p:txBody>
          <a:bodyPr anchorCtr="0" anchor="b" bIns="0" lIns="0" spcFirstLastPara="1" rIns="0" wrap="square" tIns="0">
            <a:noAutofit/>
          </a:bodyPr>
          <a:lstStyle>
            <a:lvl1pPr lvl="0" rtl="0" algn="ctr">
              <a:lnSpc>
                <a:spcPct val="90000"/>
              </a:lnSpc>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p:txBody>
      </p:sp>
      <p:sp>
        <p:nvSpPr>
          <p:cNvPr id="560" name="Google Shape;560;p40"/>
          <p:cNvSpPr txBox="1"/>
          <p:nvPr>
            <p:ph idx="8" type="title"/>
          </p:nvPr>
        </p:nvSpPr>
        <p:spPr>
          <a:xfrm>
            <a:off x="12818400" y="3096370"/>
            <a:ext cx="4081200" cy="857400"/>
          </a:xfrm>
          <a:prstGeom prst="rect">
            <a:avLst/>
          </a:prstGeom>
        </p:spPr>
        <p:txBody>
          <a:bodyPr anchorCtr="0" anchor="b" bIns="0" lIns="0" spcFirstLastPara="1" rIns="0" wrap="square" tIns="0">
            <a:noAutofit/>
          </a:bodyPr>
          <a:lstStyle>
            <a:lvl1pPr lvl="0" rtl="0" algn="ctr">
              <a:lnSpc>
                <a:spcPct val="90000"/>
              </a:lnSpc>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1">
  <p:cSld name="TITLE_1_1_1_1_1_1_1_1_1_1_1_1_1_1_1_1_1_1_1_1_1_1_1_2">
    <p:bg>
      <p:bgPr>
        <a:solidFill>
          <a:srgbClr val="CFE9FE"/>
        </a:solidFill>
      </p:bgPr>
    </p:bg>
    <p:spTree>
      <p:nvGrpSpPr>
        <p:cNvPr id="561" name="Shape 561"/>
        <p:cNvGrpSpPr/>
        <p:nvPr/>
      </p:nvGrpSpPr>
      <p:grpSpPr>
        <a:xfrm>
          <a:off x="0" y="0"/>
          <a:ext cx="0" cy="0"/>
          <a:chOff x="0" y="0"/>
          <a:chExt cx="0" cy="0"/>
        </a:xfrm>
      </p:grpSpPr>
      <p:sp>
        <p:nvSpPr>
          <p:cNvPr id="562" name="Google Shape;562;p41"/>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63" name="Google Shape;563;p41"/>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64" name="Google Shape;564;p41"/>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65" name="Google Shape;565;p41"/>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66" name="Google Shape;566;p4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67" name="Google Shape;567;p4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568" name="Google Shape;568;p41"/>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569" name="Google Shape;569;p41"/>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70" name="Google Shape;570;p41"/>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71" name="Google Shape;571;p41"/>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72" name="Google Shape;572;p41"/>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573" name="Google Shape;573;p41"/>
          <p:cNvGrpSpPr/>
          <p:nvPr/>
        </p:nvGrpSpPr>
        <p:grpSpPr>
          <a:xfrm>
            <a:off x="14497041" y="952412"/>
            <a:ext cx="1598127" cy="459104"/>
            <a:chOff x="5913125" y="1232600"/>
            <a:chExt cx="3443497" cy="989449"/>
          </a:xfrm>
        </p:grpSpPr>
        <p:sp>
          <p:nvSpPr>
            <p:cNvPr id="574" name="Google Shape;574;p4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575" name="Google Shape;575;p4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576" name="Google Shape;576;p4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1">
  <p:cSld name="TITLE_1_1_1_1_1_1_1_1_1_1_1_1_1_1_1_1_1_1_1_1_1_1_1_2_1_1">
    <p:bg>
      <p:bgPr>
        <a:solidFill>
          <a:srgbClr val="FFFEFE"/>
        </a:solidFill>
      </p:bgPr>
    </p:bg>
    <p:spTree>
      <p:nvGrpSpPr>
        <p:cNvPr id="577" name="Shape 577"/>
        <p:cNvGrpSpPr/>
        <p:nvPr/>
      </p:nvGrpSpPr>
      <p:grpSpPr>
        <a:xfrm>
          <a:off x="0" y="0"/>
          <a:ext cx="0" cy="0"/>
          <a:chOff x="0" y="0"/>
          <a:chExt cx="0" cy="0"/>
        </a:xfrm>
      </p:grpSpPr>
      <p:sp>
        <p:nvSpPr>
          <p:cNvPr id="578" name="Google Shape;578;p42"/>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79" name="Google Shape;579;p42"/>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80" name="Google Shape;580;p42"/>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81" name="Google Shape;581;p42"/>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82" name="Google Shape;582;p4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583" name="Google Shape;583;p4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584" name="Google Shape;584;p4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585" name="Google Shape;585;p42"/>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86" name="Google Shape;586;p42"/>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87" name="Google Shape;587;p42"/>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588" name="Google Shape;588;p42"/>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589" name="Google Shape;589;p42"/>
          <p:cNvGrpSpPr/>
          <p:nvPr/>
        </p:nvGrpSpPr>
        <p:grpSpPr>
          <a:xfrm>
            <a:off x="14497041" y="952412"/>
            <a:ext cx="1598127" cy="459104"/>
            <a:chOff x="5913125" y="1232600"/>
            <a:chExt cx="3443497" cy="989449"/>
          </a:xfrm>
        </p:grpSpPr>
        <p:sp>
          <p:nvSpPr>
            <p:cNvPr id="590" name="Google Shape;590;p4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591" name="Google Shape;591;p4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592" name="Google Shape;592;p4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rgbClr val="CFE9FE"/>
        </a:solidFill>
      </p:bgPr>
    </p:bg>
    <p:spTree>
      <p:nvGrpSpPr>
        <p:cNvPr id="593" name="Shape 593"/>
        <p:cNvGrpSpPr/>
        <p:nvPr/>
      </p:nvGrpSpPr>
      <p:grpSpPr>
        <a:xfrm>
          <a:off x="0" y="0"/>
          <a:ext cx="0" cy="0"/>
          <a:chOff x="0" y="0"/>
          <a:chExt cx="0" cy="0"/>
        </a:xfrm>
      </p:grpSpPr>
      <p:sp>
        <p:nvSpPr>
          <p:cNvPr id="594" name="Google Shape;594;p43"/>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595" name="Google Shape;595;p43"/>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descr="alt=&quot;&quot;" id="596" name="Google Shape;596;p43"/>
          <p:cNvPicPr preferRelativeResize="0"/>
          <p:nvPr/>
        </p:nvPicPr>
        <p:blipFill>
          <a:blip r:embed="rId2">
            <a:alphaModFix amt="60000"/>
          </a:blip>
          <a:stretch>
            <a:fillRect/>
          </a:stretch>
        </p:blipFill>
        <p:spPr>
          <a:xfrm>
            <a:off x="852140" y="8019375"/>
            <a:ext cx="3396895" cy="1981876"/>
          </a:xfrm>
          <a:prstGeom prst="rect">
            <a:avLst/>
          </a:prstGeom>
          <a:noFill/>
          <a:ln>
            <a:noFill/>
          </a:ln>
        </p:spPr>
      </p:pic>
      <p:pic>
        <p:nvPicPr>
          <p:cNvPr descr="alt=&quot;&quot;" id="597" name="Google Shape;597;p43"/>
          <p:cNvPicPr preferRelativeResize="0"/>
          <p:nvPr/>
        </p:nvPicPr>
        <p:blipFill>
          <a:blip r:embed="rId2">
            <a:alphaModFix amt="60000"/>
          </a:blip>
          <a:stretch>
            <a:fillRect/>
          </a:stretch>
        </p:blipFill>
        <p:spPr>
          <a:xfrm>
            <a:off x="4544131" y="8019375"/>
            <a:ext cx="3396895" cy="1981876"/>
          </a:xfrm>
          <a:prstGeom prst="rect">
            <a:avLst/>
          </a:prstGeom>
          <a:noFill/>
          <a:ln>
            <a:noFill/>
          </a:ln>
        </p:spPr>
      </p:pic>
      <p:pic>
        <p:nvPicPr>
          <p:cNvPr descr="alt=&quot;&quot;" id="598" name="Google Shape;598;p43"/>
          <p:cNvPicPr preferRelativeResize="0"/>
          <p:nvPr/>
        </p:nvPicPr>
        <p:blipFill>
          <a:blip r:embed="rId2">
            <a:alphaModFix amt="60000"/>
          </a:blip>
          <a:stretch>
            <a:fillRect/>
          </a:stretch>
        </p:blipFill>
        <p:spPr>
          <a:xfrm>
            <a:off x="8245862" y="8019375"/>
            <a:ext cx="3396895" cy="1981876"/>
          </a:xfrm>
          <a:prstGeom prst="rect">
            <a:avLst/>
          </a:prstGeom>
          <a:noFill/>
          <a:ln>
            <a:noFill/>
          </a:ln>
        </p:spPr>
      </p:pic>
      <p:pic>
        <p:nvPicPr>
          <p:cNvPr descr="alt=&quot;&quot;" id="599" name="Google Shape;599;p43"/>
          <p:cNvPicPr preferRelativeResize="0"/>
          <p:nvPr/>
        </p:nvPicPr>
        <p:blipFill>
          <a:blip r:embed="rId2">
            <a:alphaModFix amt="60000"/>
          </a:blip>
          <a:stretch>
            <a:fillRect/>
          </a:stretch>
        </p:blipFill>
        <p:spPr>
          <a:xfrm>
            <a:off x="11964528" y="8019375"/>
            <a:ext cx="3396895" cy="1981876"/>
          </a:xfrm>
          <a:prstGeom prst="rect">
            <a:avLst/>
          </a:prstGeom>
          <a:noFill/>
          <a:ln>
            <a:noFill/>
          </a:ln>
        </p:spPr>
      </p:pic>
      <p:sp>
        <p:nvSpPr>
          <p:cNvPr id="600" name="Google Shape;600;p43"/>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601" name="Google Shape;601;p43"/>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602" name="Google Shape;602;p43"/>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603" name="Google Shape;603;p43"/>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604" name="Google Shape;604;p43"/>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605" name="Google Shape;605;p43"/>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606" name="Google Shape;606;p43"/>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607" name="Google Shape;607;p43"/>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sp>
        <p:nvSpPr>
          <p:cNvPr id="608" name="Google Shape;608;p43"/>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609" name="Google Shape;609;p43"/>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610" name="Google Shape;610;p43"/>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611" name="Google Shape;611;p43"/>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612" name="Google Shape;612;p43"/>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613" name="Google Shape;613;p43"/>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614" name="Google Shape;614;p43"/>
          <p:cNvPicPr preferRelativeResize="0"/>
          <p:nvPr/>
        </p:nvPicPr>
        <p:blipFill>
          <a:blip r:embed="rId2">
            <a:alphaModFix amt="60000"/>
          </a:blip>
          <a:stretch>
            <a:fillRect/>
          </a:stretch>
        </p:blipFill>
        <p:spPr>
          <a:xfrm>
            <a:off x="14354899" y="8743727"/>
            <a:ext cx="2857498" cy="1667169"/>
          </a:xfrm>
          <a:prstGeom prst="rect">
            <a:avLst/>
          </a:prstGeom>
          <a:noFill/>
          <a:ln>
            <a:noFill/>
          </a:ln>
        </p:spPr>
      </p:pic>
      <p:sp>
        <p:nvSpPr>
          <p:cNvPr id="615" name="Google Shape;615;p43"/>
          <p:cNvSpPr txBox="1"/>
          <p:nvPr>
            <p:ph idx="8"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16" name="Google Shape;616;p43"/>
          <p:cNvSpPr txBox="1"/>
          <p:nvPr>
            <p:ph idx="9"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617" name="Google Shape;617;p43"/>
          <p:cNvSpPr txBox="1"/>
          <p:nvPr>
            <p:ph idx="13"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618" name="Google Shape;618;p43"/>
          <p:cNvGrpSpPr/>
          <p:nvPr/>
        </p:nvGrpSpPr>
        <p:grpSpPr>
          <a:xfrm>
            <a:off x="14497041" y="952412"/>
            <a:ext cx="1598127" cy="459104"/>
            <a:chOff x="5913125" y="1232600"/>
            <a:chExt cx="3443497" cy="989449"/>
          </a:xfrm>
        </p:grpSpPr>
        <p:sp>
          <p:nvSpPr>
            <p:cNvPr id="619" name="Google Shape;619;p43"/>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620" name="Google Shape;620;p43"/>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621" name="Google Shape;621;p43"/>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pic>
        <p:nvPicPr>
          <p:cNvPr descr="HDD_ATH_SALESFORCE_ICON_AGENTFORCE_V3_R2 3.png" id="622" name="Google Shape;622;p43"/>
          <p:cNvPicPr preferRelativeResize="0"/>
          <p:nvPr/>
        </p:nvPicPr>
        <p:blipFill rotWithShape="1">
          <a:blip r:embed="rId3">
            <a:alphaModFix/>
          </a:blip>
          <a:srcRect b="10962" l="13938" r="12705" t="15221"/>
          <a:stretch/>
        </p:blipFill>
        <p:spPr>
          <a:xfrm rot="560907">
            <a:off x="15132373" y="6791206"/>
            <a:ext cx="2458700" cy="2454867"/>
          </a:xfrm>
          <a:prstGeom prst="rect">
            <a:avLst/>
          </a:prstGeom>
          <a:noFill/>
          <a:ln>
            <a:noFill/>
          </a:ln>
        </p:spPr>
      </p:pic>
      <p:pic>
        <p:nvPicPr>
          <p:cNvPr id="623" name="Google Shape;623;p43" title="Sparkle-3D-Storytelling-Icon-Yellow-Straight-RGB.png"/>
          <p:cNvPicPr preferRelativeResize="0"/>
          <p:nvPr/>
        </p:nvPicPr>
        <p:blipFill>
          <a:blip r:embed="rId4">
            <a:alphaModFix/>
          </a:blip>
          <a:stretch>
            <a:fillRect/>
          </a:stretch>
        </p:blipFill>
        <p:spPr>
          <a:xfrm>
            <a:off x="16002149" y="5384037"/>
            <a:ext cx="1000450" cy="1000450"/>
          </a:xfrm>
          <a:prstGeom prst="rect">
            <a:avLst/>
          </a:prstGeom>
          <a:noFill/>
          <a:ln>
            <a:noFill/>
          </a:ln>
        </p:spPr>
      </p:pic>
      <p:pic>
        <p:nvPicPr>
          <p:cNvPr id="624" name="Google Shape;624;p43" title="Sparkle-3D-Storytelling-Icon-Yellow-Straight-RGB.png"/>
          <p:cNvPicPr preferRelativeResize="0"/>
          <p:nvPr/>
        </p:nvPicPr>
        <p:blipFill>
          <a:blip r:embed="rId4">
            <a:alphaModFix/>
          </a:blip>
          <a:stretch>
            <a:fillRect/>
          </a:stretch>
        </p:blipFill>
        <p:spPr>
          <a:xfrm>
            <a:off x="17002600" y="6198262"/>
            <a:ext cx="501900" cy="501900"/>
          </a:xfrm>
          <a:prstGeom prst="rect">
            <a:avLst/>
          </a:prstGeom>
          <a:noFill/>
          <a:ln>
            <a:noFill/>
          </a:ln>
        </p:spPr>
      </p:pic>
      <p:pic>
        <p:nvPicPr>
          <p:cNvPr id="625" name="Google Shape;625;p43" title="Sparkle-3D-Storytelling-Icon-Yellow-Straight-RGB.png"/>
          <p:cNvPicPr preferRelativeResize="0"/>
          <p:nvPr/>
        </p:nvPicPr>
        <p:blipFill>
          <a:blip r:embed="rId4">
            <a:alphaModFix/>
          </a:blip>
          <a:stretch>
            <a:fillRect/>
          </a:stretch>
        </p:blipFill>
        <p:spPr>
          <a:xfrm>
            <a:off x="367875" y="2466978"/>
            <a:ext cx="716526" cy="716526"/>
          </a:xfrm>
          <a:prstGeom prst="rect">
            <a:avLst/>
          </a:prstGeom>
          <a:noFill/>
          <a:ln>
            <a:noFill/>
          </a:ln>
        </p:spPr>
      </p:pic>
      <p:pic>
        <p:nvPicPr>
          <p:cNvPr id="626" name="Google Shape;626;p43" title="Sparkle-3D-Storytelling-Icon-Yellow-Straight-RGB.png"/>
          <p:cNvPicPr preferRelativeResize="0"/>
          <p:nvPr/>
        </p:nvPicPr>
        <p:blipFill>
          <a:blip r:embed="rId4">
            <a:alphaModFix/>
          </a:blip>
          <a:stretch>
            <a:fillRect/>
          </a:stretch>
        </p:blipFill>
        <p:spPr>
          <a:xfrm>
            <a:off x="1123075" y="2959952"/>
            <a:ext cx="428701" cy="428701"/>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rgbClr val="CFE9FE"/>
        </a:solidFill>
      </p:bgPr>
    </p:bg>
    <p:spTree>
      <p:nvGrpSpPr>
        <p:cNvPr id="627" name="Shape 627"/>
        <p:cNvGrpSpPr/>
        <p:nvPr/>
      </p:nvGrpSpPr>
      <p:grpSpPr>
        <a:xfrm>
          <a:off x="0" y="0"/>
          <a:ext cx="0" cy="0"/>
          <a:chOff x="0" y="0"/>
          <a:chExt cx="0" cy="0"/>
        </a:xfrm>
      </p:grpSpPr>
      <p:sp>
        <p:nvSpPr>
          <p:cNvPr id="628" name="Google Shape;628;p44"/>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629" name="Google Shape;629;p44"/>
          <p:cNvSpPr/>
          <p:nvPr/>
        </p:nvSpPr>
        <p:spPr>
          <a:xfrm>
            <a:off x="12237751" y="2024225"/>
            <a:ext cx="51573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30" name="Google Shape;630;p44"/>
          <p:cNvSpPr/>
          <p:nvPr/>
        </p:nvSpPr>
        <p:spPr>
          <a:xfrm>
            <a:off x="6552376" y="2024225"/>
            <a:ext cx="51573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31" name="Google Shape;631;p44"/>
          <p:cNvSpPr/>
          <p:nvPr/>
        </p:nvSpPr>
        <p:spPr>
          <a:xfrm>
            <a:off x="867000" y="2024225"/>
            <a:ext cx="51573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32" name="Google Shape;632;p44"/>
          <p:cNvSpPr/>
          <p:nvPr/>
        </p:nvSpPr>
        <p:spPr>
          <a:xfrm>
            <a:off x="864375" y="1993025"/>
            <a:ext cx="5157300" cy="1296300"/>
          </a:xfrm>
          <a:prstGeom prst="round2SameRect">
            <a:avLst>
              <a:gd fmla="val 18707" name="adj1"/>
              <a:gd fmla="val 0" name="adj2"/>
            </a:avLst>
          </a:prstGeom>
          <a:solidFill>
            <a:srgbClr val="00B3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900">
              <a:solidFill>
                <a:srgbClr val="FFFFFF"/>
              </a:solidFill>
              <a:latin typeface="Avant Garde Demi SFDC"/>
              <a:ea typeface="Avant Garde Demi SFDC"/>
              <a:cs typeface="Avant Garde Demi SFDC"/>
              <a:sym typeface="Avant Garde Demi SFDC"/>
            </a:endParaRPr>
          </a:p>
        </p:txBody>
      </p:sp>
      <p:sp>
        <p:nvSpPr>
          <p:cNvPr id="633" name="Google Shape;633;p44"/>
          <p:cNvSpPr/>
          <p:nvPr/>
        </p:nvSpPr>
        <p:spPr>
          <a:xfrm>
            <a:off x="6548950" y="1993025"/>
            <a:ext cx="5157300" cy="1296300"/>
          </a:xfrm>
          <a:prstGeom prst="round2SameRect">
            <a:avLst>
              <a:gd fmla="val 21509" name="adj1"/>
              <a:gd fmla="val 0" name="adj2"/>
            </a:avLst>
          </a:prstGeom>
          <a:solidFill>
            <a:srgbClr val="066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900">
              <a:solidFill>
                <a:srgbClr val="FFFFFF"/>
              </a:solidFill>
              <a:latin typeface="Avant Garde Demi SFDC"/>
              <a:ea typeface="Avant Garde Demi SFDC"/>
              <a:cs typeface="Avant Garde Demi SFDC"/>
              <a:sym typeface="Avant Garde Demi SFDC"/>
            </a:endParaRPr>
          </a:p>
        </p:txBody>
      </p:sp>
      <p:sp>
        <p:nvSpPr>
          <p:cNvPr id="634" name="Google Shape;634;p44"/>
          <p:cNvSpPr/>
          <p:nvPr/>
        </p:nvSpPr>
        <p:spPr>
          <a:xfrm>
            <a:off x="12237750" y="1993025"/>
            <a:ext cx="5157300" cy="1296300"/>
          </a:xfrm>
          <a:prstGeom prst="round2SameRect">
            <a:avLst>
              <a:gd fmla="val 22730" name="adj1"/>
              <a:gd fmla="val 0" name="adj2"/>
            </a:avLst>
          </a:prstGeom>
          <a:solidFill>
            <a:srgbClr val="001E5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900">
              <a:solidFill>
                <a:srgbClr val="FFFFFF"/>
              </a:solidFill>
              <a:latin typeface="Avant Garde Demi SFDC"/>
              <a:ea typeface="Avant Garde Demi SFDC"/>
              <a:cs typeface="Avant Garde Demi SFDC"/>
              <a:sym typeface="Avant Garde Demi SFDC"/>
            </a:endParaRPr>
          </a:p>
        </p:txBody>
      </p:sp>
      <p:sp>
        <p:nvSpPr>
          <p:cNvPr id="635" name="Google Shape;635;p44"/>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36" name="Google Shape;636;p44"/>
          <p:cNvSpPr txBox="1"/>
          <p:nvPr>
            <p:ph type="title"/>
          </p:nvPr>
        </p:nvSpPr>
        <p:spPr>
          <a:xfrm>
            <a:off x="1230435" y="2267888"/>
            <a:ext cx="44421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000"/>
              <a:buNone/>
              <a:defRPr sz="3000">
                <a:solidFill>
                  <a:schemeClr val="lt1"/>
                </a:solidFill>
              </a:defRPr>
            </a:lvl1pPr>
            <a:lvl2pPr lvl="1">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2pPr>
            <a:lvl3pPr lvl="2">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3pPr>
            <a:lvl4pPr lvl="3">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4pPr>
            <a:lvl5pPr lvl="4">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5pPr>
            <a:lvl6pPr lvl="5">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6pPr>
            <a:lvl7pPr lvl="6">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7pPr>
            <a:lvl8pPr lvl="7">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8pPr>
            <a:lvl9pPr lvl="8">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9pPr>
          </a:lstStyle>
          <a:p/>
        </p:txBody>
      </p:sp>
      <p:sp>
        <p:nvSpPr>
          <p:cNvPr id="637" name="Google Shape;637;p44"/>
          <p:cNvSpPr txBox="1"/>
          <p:nvPr>
            <p:ph idx="2" type="body"/>
          </p:nvPr>
        </p:nvSpPr>
        <p:spPr>
          <a:xfrm>
            <a:off x="1230435" y="2983188"/>
            <a:ext cx="44421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38" name="Google Shape;638;p44"/>
          <p:cNvSpPr txBox="1"/>
          <p:nvPr>
            <p:ph idx="3" type="title"/>
          </p:nvPr>
        </p:nvSpPr>
        <p:spPr>
          <a:xfrm>
            <a:off x="6915838" y="2267888"/>
            <a:ext cx="44421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000"/>
              <a:buNone/>
              <a:defRPr sz="3000">
                <a:solidFill>
                  <a:schemeClr val="lt1"/>
                </a:solidFill>
              </a:defRPr>
            </a:lvl1pPr>
            <a:lvl2pPr lvl="1">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2pPr>
            <a:lvl3pPr lvl="2">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3pPr>
            <a:lvl4pPr lvl="3">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4pPr>
            <a:lvl5pPr lvl="4">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5pPr>
            <a:lvl6pPr lvl="5">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6pPr>
            <a:lvl7pPr lvl="6">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7pPr>
            <a:lvl8pPr lvl="7">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8pPr>
            <a:lvl9pPr lvl="8">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9pPr>
          </a:lstStyle>
          <a:p/>
        </p:txBody>
      </p:sp>
      <p:sp>
        <p:nvSpPr>
          <p:cNvPr id="639" name="Google Shape;639;p44"/>
          <p:cNvSpPr txBox="1"/>
          <p:nvPr>
            <p:ph idx="4" type="body"/>
          </p:nvPr>
        </p:nvSpPr>
        <p:spPr>
          <a:xfrm>
            <a:off x="6903853" y="2983188"/>
            <a:ext cx="44421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40" name="Google Shape;640;p44"/>
          <p:cNvSpPr txBox="1"/>
          <p:nvPr>
            <p:ph idx="5" type="title"/>
          </p:nvPr>
        </p:nvSpPr>
        <p:spPr>
          <a:xfrm>
            <a:off x="12601225" y="2267888"/>
            <a:ext cx="44421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000"/>
              <a:buNone/>
              <a:defRPr sz="3000">
                <a:solidFill>
                  <a:schemeClr val="lt1"/>
                </a:solidFill>
              </a:defRPr>
            </a:lvl1pPr>
            <a:lvl2pPr lvl="1">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2pPr>
            <a:lvl3pPr lvl="2">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3pPr>
            <a:lvl4pPr lvl="3">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4pPr>
            <a:lvl5pPr lvl="4">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5pPr>
            <a:lvl6pPr lvl="5">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6pPr>
            <a:lvl7pPr lvl="6">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7pPr>
            <a:lvl8pPr lvl="7">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8pPr>
            <a:lvl9pPr lvl="8">
              <a:lnSpc>
                <a:spcPct val="90000"/>
              </a:lnSpc>
              <a:spcBef>
                <a:spcPts val="0"/>
              </a:spcBef>
              <a:spcAft>
                <a:spcPts val="0"/>
              </a:spcAft>
              <a:buClr>
                <a:schemeClr val="lt1"/>
              </a:buClr>
              <a:buSzPts val="5600"/>
              <a:buNone/>
              <a:defRPr>
                <a:solidFill>
                  <a:schemeClr val="lt1"/>
                </a:solidFill>
                <a:latin typeface="Salesforce Sans"/>
                <a:ea typeface="Salesforce Sans"/>
                <a:cs typeface="Salesforce Sans"/>
                <a:sym typeface="Salesforce Sans"/>
              </a:defRPr>
            </a:lvl9pPr>
          </a:lstStyle>
          <a:p/>
        </p:txBody>
      </p:sp>
      <p:sp>
        <p:nvSpPr>
          <p:cNvPr id="641" name="Google Shape;641;p44"/>
          <p:cNvSpPr txBox="1"/>
          <p:nvPr>
            <p:ph idx="6" type="body"/>
          </p:nvPr>
        </p:nvSpPr>
        <p:spPr>
          <a:xfrm>
            <a:off x="12589239" y="2983188"/>
            <a:ext cx="44421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42" name="Google Shape;642;p44"/>
          <p:cNvSpPr txBox="1"/>
          <p:nvPr>
            <p:ph idx="7"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43" name="Google Shape;643;p44"/>
          <p:cNvSpPr txBox="1"/>
          <p:nvPr>
            <p:ph idx="8"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44" name="Google Shape;644;p44"/>
          <p:cNvSpPr txBox="1"/>
          <p:nvPr>
            <p:ph idx="9"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645" name="Google Shape;645;p44"/>
          <p:cNvGrpSpPr/>
          <p:nvPr/>
        </p:nvGrpSpPr>
        <p:grpSpPr>
          <a:xfrm>
            <a:off x="14497041" y="952412"/>
            <a:ext cx="1598127" cy="459104"/>
            <a:chOff x="5913125" y="1232600"/>
            <a:chExt cx="3443497" cy="989449"/>
          </a:xfrm>
        </p:grpSpPr>
        <p:sp>
          <p:nvSpPr>
            <p:cNvPr id="646" name="Google Shape;646;p4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647" name="Google Shape;647;p4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648" name="Google Shape;648;p4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2">
  <p:cSld name="Basic_4_1_3_1_1_1_1_1_1_1_1_1_1_1_1_1_1_1_3_2_1_1_1_2_2">
    <p:bg>
      <p:bgPr>
        <a:solidFill>
          <a:srgbClr val="CFE9FE"/>
        </a:solidFill>
      </p:bgPr>
    </p:bg>
    <p:spTree>
      <p:nvGrpSpPr>
        <p:cNvPr id="649" name="Shape 649"/>
        <p:cNvGrpSpPr/>
        <p:nvPr/>
      </p:nvGrpSpPr>
      <p:grpSpPr>
        <a:xfrm>
          <a:off x="0" y="0"/>
          <a:ext cx="0" cy="0"/>
          <a:chOff x="0" y="0"/>
          <a:chExt cx="0" cy="0"/>
        </a:xfrm>
      </p:grpSpPr>
      <p:sp>
        <p:nvSpPr>
          <p:cNvPr id="650" name="Google Shape;650;p45"/>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651" name="Google Shape;651;p45"/>
          <p:cNvSpPr/>
          <p:nvPr/>
        </p:nvSpPr>
        <p:spPr>
          <a:xfrm>
            <a:off x="12237751" y="2024225"/>
            <a:ext cx="51573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52" name="Google Shape;652;p45"/>
          <p:cNvSpPr/>
          <p:nvPr/>
        </p:nvSpPr>
        <p:spPr>
          <a:xfrm>
            <a:off x="6552376" y="2024225"/>
            <a:ext cx="51573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53" name="Google Shape;653;p45"/>
          <p:cNvSpPr/>
          <p:nvPr/>
        </p:nvSpPr>
        <p:spPr>
          <a:xfrm>
            <a:off x="867000" y="2024225"/>
            <a:ext cx="51573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54" name="Google Shape;654;p45"/>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55" name="Google Shape;655;p45"/>
          <p:cNvSpPr txBox="1"/>
          <p:nvPr>
            <p:ph type="title"/>
          </p:nvPr>
        </p:nvSpPr>
        <p:spPr>
          <a:xfrm>
            <a:off x="1230435" y="2267888"/>
            <a:ext cx="44421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56" name="Google Shape;656;p45"/>
          <p:cNvSpPr txBox="1"/>
          <p:nvPr>
            <p:ph idx="2" type="body"/>
          </p:nvPr>
        </p:nvSpPr>
        <p:spPr>
          <a:xfrm>
            <a:off x="1230435" y="2983188"/>
            <a:ext cx="44421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57" name="Google Shape;657;p45"/>
          <p:cNvSpPr txBox="1"/>
          <p:nvPr>
            <p:ph idx="3" type="title"/>
          </p:nvPr>
        </p:nvSpPr>
        <p:spPr>
          <a:xfrm>
            <a:off x="6915838" y="2267888"/>
            <a:ext cx="44421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58" name="Google Shape;658;p45"/>
          <p:cNvSpPr txBox="1"/>
          <p:nvPr>
            <p:ph idx="4" type="body"/>
          </p:nvPr>
        </p:nvSpPr>
        <p:spPr>
          <a:xfrm>
            <a:off x="6903853" y="2983188"/>
            <a:ext cx="44421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59" name="Google Shape;659;p45"/>
          <p:cNvSpPr txBox="1"/>
          <p:nvPr>
            <p:ph idx="5" type="title"/>
          </p:nvPr>
        </p:nvSpPr>
        <p:spPr>
          <a:xfrm>
            <a:off x="12601225" y="2267888"/>
            <a:ext cx="44421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60" name="Google Shape;660;p45"/>
          <p:cNvSpPr txBox="1"/>
          <p:nvPr>
            <p:ph idx="6" type="body"/>
          </p:nvPr>
        </p:nvSpPr>
        <p:spPr>
          <a:xfrm>
            <a:off x="12589239" y="2983188"/>
            <a:ext cx="44421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61" name="Google Shape;661;p45"/>
          <p:cNvSpPr txBox="1"/>
          <p:nvPr>
            <p:ph idx="7"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62" name="Google Shape;662;p45"/>
          <p:cNvSpPr txBox="1"/>
          <p:nvPr>
            <p:ph idx="8"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63" name="Google Shape;663;p45"/>
          <p:cNvSpPr txBox="1"/>
          <p:nvPr>
            <p:ph idx="9"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664" name="Google Shape;664;p45"/>
          <p:cNvGrpSpPr/>
          <p:nvPr/>
        </p:nvGrpSpPr>
        <p:grpSpPr>
          <a:xfrm>
            <a:off x="14497041" y="952412"/>
            <a:ext cx="1598127" cy="459104"/>
            <a:chOff x="5913125" y="1232600"/>
            <a:chExt cx="3443497" cy="989449"/>
          </a:xfrm>
        </p:grpSpPr>
        <p:sp>
          <p:nvSpPr>
            <p:cNvPr id="665" name="Google Shape;665;p45"/>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666" name="Google Shape;666;p45"/>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667" name="Google Shape;667;p45"/>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1">
  <p:cSld name="Basic_4_1_3_1_1_1_1_1_1_1_1_1_1_1_1_1_1_1_3_2_1_1_1_2_1">
    <p:bg>
      <p:bgPr>
        <a:solidFill>
          <a:srgbClr val="CFE9FE"/>
        </a:solidFill>
      </p:bgPr>
    </p:bg>
    <p:spTree>
      <p:nvGrpSpPr>
        <p:cNvPr id="668" name="Shape 668"/>
        <p:cNvGrpSpPr/>
        <p:nvPr/>
      </p:nvGrpSpPr>
      <p:grpSpPr>
        <a:xfrm>
          <a:off x="0" y="0"/>
          <a:ext cx="0" cy="0"/>
          <a:chOff x="0" y="0"/>
          <a:chExt cx="0" cy="0"/>
        </a:xfrm>
      </p:grpSpPr>
      <p:sp>
        <p:nvSpPr>
          <p:cNvPr id="669" name="Google Shape;669;p46"/>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670" name="Google Shape;670;p46"/>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71" name="Google Shape;671;p46"/>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72" name="Google Shape;672;p46"/>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73" name="Google Shape;673;p46"/>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74" name="Google Shape;674;p46"/>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675" name="Google Shape;675;p46"/>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76" name="Google Shape;676;p46"/>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77" name="Google Shape;677;p46"/>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78" name="Google Shape;678;p46"/>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79" name="Google Shape;679;p46"/>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80" name="Google Shape;680;p46"/>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81" name="Google Shape;681;p46"/>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82" name="Google Shape;682;p46"/>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83" name="Google Shape;683;p46"/>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84" name="Google Shape;684;p46"/>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85" name="Google Shape;685;p46"/>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686" name="Google Shape;686;p46"/>
          <p:cNvGrpSpPr/>
          <p:nvPr/>
        </p:nvGrpSpPr>
        <p:grpSpPr>
          <a:xfrm>
            <a:off x="14497041" y="952412"/>
            <a:ext cx="1598127" cy="459104"/>
            <a:chOff x="5913125" y="1232600"/>
            <a:chExt cx="3443497" cy="989449"/>
          </a:xfrm>
        </p:grpSpPr>
        <p:sp>
          <p:nvSpPr>
            <p:cNvPr id="687" name="Google Shape;687;p4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688" name="Google Shape;688;p4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689" name="Google Shape;689;p4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7">
    <p:bg>
      <p:bgPr>
        <a:solidFill>
          <a:srgbClr val="CFE9FE"/>
        </a:solidFill>
      </p:bgPr>
    </p:bg>
    <p:spTree>
      <p:nvGrpSpPr>
        <p:cNvPr id="690" name="Shape 690"/>
        <p:cNvGrpSpPr/>
        <p:nvPr/>
      </p:nvGrpSpPr>
      <p:grpSpPr>
        <a:xfrm>
          <a:off x="0" y="0"/>
          <a:ext cx="0" cy="0"/>
          <a:chOff x="0" y="0"/>
          <a:chExt cx="0" cy="0"/>
        </a:xfrm>
      </p:grpSpPr>
      <p:sp>
        <p:nvSpPr>
          <p:cNvPr id="691" name="Google Shape;691;p47"/>
          <p:cNvSpPr/>
          <p:nvPr/>
        </p:nvSpPr>
        <p:spPr>
          <a:xfrm>
            <a:off x="857250" y="6050400"/>
            <a:ext cx="8058300" cy="3246000"/>
          </a:xfrm>
          <a:prstGeom prst="roundRect">
            <a:avLst>
              <a:gd fmla="val 7327" name="adj"/>
            </a:avLst>
          </a:prstGeom>
          <a:solidFill>
            <a:srgbClr val="FFFFFF"/>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692" name="Google Shape;692;p47"/>
          <p:cNvSpPr txBox="1"/>
          <p:nvPr>
            <p:ph type="title"/>
          </p:nvPr>
        </p:nvSpPr>
        <p:spPr>
          <a:xfrm>
            <a:off x="2668050" y="6478000"/>
            <a:ext cx="4436700" cy="667500"/>
          </a:xfrm>
          <a:prstGeom prst="rect">
            <a:avLst/>
          </a:prstGeom>
        </p:spPr>
        <p:txBody>
          <a:bodyPr anchorCtr="0" anchor="t" bIns="0" lIns="0" spcFirstLastPara="1" rIns="0" wrap="square" tIns="0">
            <a:noAutofit/>
          </a:bodyPr>
          <a:lstStyle>
            <a:lvl1pPr lvl="0" rtl="0" algn="ctr">
              <a:lnSpc>
                <a:spcPct val="90000"/>
              </a:lnSpc>
              <a:spcBef>
                <a:spcPts val="0"/>
              </a:spcBef>
              <a:spcAft>
                <a:spcPts val="0"/>
              </a:spcAft>
              <a:buSzPts val="3600"/>
              <a:buNone/>
              <a:defRPr sz="3600"/>
            </a:lvl1pPr>
            <a:lvl2pPr lvl="1" rtl="0">
              <a:lnSpc>
                <a:spcPct val="90000"/>
              </a:lnSpc>
              <a:spcBef>
                <a:spcPts val="0"/>
              </a:spcBef>
              <a:spcAft>
                <a:spcPts val="0"/>
              </a:spcAft>
              <a:buSzPts val="5600"/>
              <a:buNone/>
              <a:defRPr>
                <a:latin typeface="Salesforce Sans"/>
                <a:ea typeface="Salesforce Sans"/>
                <a:cs typeface="Salesforce Sans"/>
                <a:sym typeface="Salesforce Sans"/>
              </a:defRPr>
            </a:lvl2pPr>
            <a:lvl3pPr lvl="2" rtl="0">
              <a:lnSpc>
                <a:spcPct val="90000"/>
              </a:lnSpc>
              <a:spcBef>
                <a:spcPts val="0"/>
              </a:spcBef>
              <a:spcAft>
                <a:spcPts val="0"/>
              </a:spcAft>
              <a:buSzPts val="5600"/>
              <a:buNone/>
              <a:defRPr>
                <a:latin typeface="Salesforce Sans"/>
                <a:ea typeface="Salesforce Sans"/>
                <a:cs typeface="Salesforce Sans"/>
                <a:sym typeface="Salesforce Sans"/>
              </a:defRPr>
            </a:lvl3pPr>
            <a:lvl4pPr lvl="3" rtl="0">
              <a:lnSpc>
                <a:spcPct val="90000"/>
              </a:lnSpc>
              <a:spcBef>
                <a:spcPts val="0"/>
              </a:spcBef>
              <a:spcAft>
                <a:spcPts val="0"/>
              </a:spcAft>
              <a:buSzPts val="5600"/>
              <a:buNone/>
              <a:defRPr>
                <a:latin typeface="Salesforce Sans"/>
                <a:ea typeface="Salesforce Sans"/>
                <a:cs typeface="Salesforce Sans"/>
                <a:sym typeface="Salesforce Sans"/>
              </a:defRPr>
            </a:lvl4pPr>
            <a:lvl5pPr lvl="4" rtl="0">
              <a:lnSpc>
                <a:spcPct val="90000"/>
              </a:lnSpc>
              <a:spcBef>
                <a:spcPts val="0"/>
              </a:spcBef>
              <a:spcAft>
                <a:spcPts val="0"/>
              </a:spcAft>
              <a:buSzPts val="5600"/>
              <a:buNone/>
              <a:defRPr>
                <a:latin typeface="Salesforce Sans"/>
                <a:ea typeface="Salesforce Sans"/>
                <a:cs typeface="Salesforce Sans"/>
                <a:sym typeface="Salesforce Sans"/>
              </a:defRPr>
            </a:lvl5pPr>
            <a:lvl6pPr lvl="5" rtl="0">
              <a:lnSpc>
                <a:spcPct val="90000"/>
              </a:lnSpc>
              <a:spcBef>
                <a:spcPts val="0"/>
              </a:spcBef>
              <a:spcAft>
                <a:spcPts val="0"/>
              </a:spcAft>
              <a:buSzPts val="5600"/>
              <a:buNone/>
              <a:defRPr>
                <a:latin typeface="Salesforce Sans"/>
                <a:ea typeface="Salesforce Sans"/>
                <a:cs typeface="Salesforce Sans"/>
                <a:sym typeface="Salesforce Sans"/>
              </a:defRPr>
            </a:lvl6pPr>
            <a:lvl7pPr lvl="6" rtl="0">
              <a:lnSpc>
                <a:spcPct val="90000"/>
              </a:lnSpc>
              <a:spcBef>
                <a:spcPts val="0"/>
              </a:spcBef>
              <a:spcAft>
                <a:spcPts val="0"/>
              </a:spcAft>
              <a:buSzPts val="5600"/>
              <a:buNone/>
              <a:defRPr>
                <a:latin typeface="Salesforce Sans"/>
                <a:ea typeface="Salesforce Sans"/>
                <a:cs typeface="Salesforce Sans"/>
                <a:sym typeface="Salesforce Sans"/>
              </a:defRPr>
            </a:lvl7pPr>
            <a:lvl8pPr lvl="7" rtl="0">
              <a:lnSpc>
                <a:spcPct val="90000"/>
              </a:lnSpc>
              <a:spcBef>
                <a:spcPts val="0"/>
              </a:spcBef>
              <a:spcAft>
                <a:spcPts val="0"/>
              </a:spcAft>
              <a:buSzPts val="5600"/>
              <a:buNone/>
              <a:defRPr>
                <a:latin typeface="Salesforce Sans"/>
                <a:ea typeface="Salesforce Sans"/>
                <a:cs typeface="Salesforce Sans"/>
                <a:sym typeface="Salesforce Sans"/>
              </a:defRPr>
            </a:lvl8pPr>
            <a:lvl9pPr lvl="8" rtl="0">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93" name="Google Shape;693;p47"/>
          <p:cNvSpPr txBox="1"/>
          <p:nvPr>
            <p:ph idx="1" type="body"/>
          </p:nvPr>
        </p:nvSpPr>
        <p:spPr>
          <a:xfrm>
            <a:off x="2191200" y="7193300"/>
            <a:ext cx="5390400" cy="1675500"/>
          </a:xfrm>
          <a:prstGeom prst="rect">
            <a:avLst/>
          </a:prstGeom>
          <a:noFill/>
          <a:ln>
            <a:noFill/>
          </a:ln>
        </p:spPr>
        <p:txBody>
          <a:bodyPr anchorCtr="0" anchor="t" bIns="0" lIns="0" spcFirstLastPara="1" rIns="0" wrap="square" tIns="0">
            <a:noAutofit/>
          </a:bodyPr>
          <a:lstStyle>
            <a:lvl1pPr indent="-419100" lvl="0" marL="457200" marR="0" rtl="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rtl="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rtl="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rtl="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rtl="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94" name="Google Shape;694;p47"/>
          <p:cNvSpPr/>
          <p:nvPr/>
        </p:nvSpPr>
        <p:spPr>
          <a:xfrm>
            <a:off x="9420150" y="6050400"/>
            <a:ext cx="8058300" cy="3246000"/>
          </a:xfrm>
          <a:prstGeom prst="roundRect">
            <a:avLst>
              <a:gd fmla="val 7327" name="adj"/>
            </a:avLst>
          </a:prstGeom>
          <a:solidFill>
            <a:srgbClr val="FFFFFF"/>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695" name="Google Shape;695;p47"/>
          <p:cNvSpPr txBox="1"/>
          <p:nvPr>
            <p:ph idx="2" type="title"/>
          </p:nvPr>
        </p:nvSpPr>
        <p:spPr>
          <a:xfrm>
            <a:off x="11230950" y="6478000"/>
            <a:ext cx="4436700" cy="667500"/>
          </a:xfrm>
          <a:prstGeom prst="rect">
            <a:avLst/>
          </a:prstGeom>
        </p:spPr>
        <p:txBody>
          <a:bodyPr anchorCtr="0" anchor="t" bIns="0" lIns="0" spcFirstLastPara="1" rIns="0" wrap="square" tIns="0">
            <a:noAutofit/>
          </a:bodyPr>
          <a:lstStyle>
            <a:lvl1pPr lvl="0" rtl="0" algn="ctr">
              <a:lnSpc>
                <a:spcPct val="90000"/>
              </a:lnSpc>
              <a:spcBef>
                <a:spcPts val="0"/>
              </a:spcBef>
              <a:spcAft>
                <a:spcPts val="0"/>
              </a:spcAft>
              <a:buSzPts val="3600"/>
              <a:buNone/>
              <a:defRPr sz="3600"/>
            </a:lvl1pPr>
            <a:lvl2pPr lvl="1" rtl="0">
              <a:lnSpc>
                <a:spcPct val="90000"/>
              </a:lnSpc>
              <a:spcBef>
                <a:spcPts val="0"/>
              </a:spcBef>
              <a:spcAft>
                <a:spcPts val="0"/>
              </a:spcAft>
              <a:buSzPts val="5600"/>
              <a:buNone/>
              <a:defRPr>
                <a:latin typeface="Salesforce Sans"/>
                <a:ea typeface="Salesforce Sans"/>
                <a:cs typeface="Salesforce Sans"/>
                <a:sym typeface="Salesforce Sans"/>
              </a:defRPr>
            </a:lvl2pPr>
            <a:lvl3pPr lvl="2" rtl="0">
              <a:lnSpc>
                <a:spcPct val="90000"/>
              </a:lnSpc>
              <a:spcBef>
                <a:spcPts val="0"/>
              </a:spcBef>
              <a:spcAft>
                <a:spcPts val="0"/>
              </a:spcAft>
              <a:buSzPts val="5600"/>
              <a:buNone/>
              <a:defRPr>
                <a:latin typeface="Salesforce Sans"/>
                <a:ea typeface="Salesforce Sans"/>
                <a:cs typeface="Salesforce Sans"/>
                <a:sym typeface="Salesforce Sans"/>
              </a:defRPr>
            </a:lvl3pPr>
            <a:lvl4pPr lvl="3" rtl="0">
              <a:lnSpc>
                <a:spcPct val="90000"/>
              </a:lnSpc>
              <a:spcBef>
                <a:spcPts val="0"/>
              </a:spcBef>
              <a:spcAft>
                <a:spcPts val="0"/>
              </a:spcAft>
              <a:buSzPts val="5600"/>
              <a:buNone/>
              <a:defRPr>
                <a:latin typeface="Salesforce Sans"/>
                <a:ea typeface="Salesforce Sans"/>
                <a:cs typeface="Salesforce Sans"/>
                <a:sym typeface="Salesforce Sans"/>
              </a:defRPr>
            </a:lvl4pPr>
            <a:lvl5pPr lvl="4" rtl="0">
              <a:lnSpc>
                <a:spcPct val="90000"/>
              </a:lnSpc>
              <a:spcBef>
                <a:spcPts val="0"/>
              </a:spcBef>
              <a:spcAft>
                <a:spcPts val="0"/>
              </a:spcAft>
              <a:buSzPts val="5600"/>
              <a:buNone/>
              <a:defRPr>
                <a:latin typeface="Salesforce Sans"/>
                <a:ea typeface="Salesforce Sans"/>
                <a:cs typeface="Salesforce Sans"/>
                <a:sym typeface="Salesforce Sans"/>
              </a:defRPr>
            </a:lvl5pPr>
            <a:lvl6pPr lvl="5" rtl="0">
              <a:lnSpc>
                <a:spcPct val="90000"/>
              </a:lnSpc>
              <a:spcBef>
                <a:spcPts val="0"/>
              </a:spcBef>
              <a:spcAft>
                <a:spcPts val="0"/>
              </a:spcAft>
              <a:buSzPts val="5600"/>
              <a:buNone/>
              <a:defRPr>
                <a:latin typeface="Salesforce Sans"/>
                <a:ea typeface="Salesforce Sans"/>
                <a:cs typeface="Salesforce Sans"/>
                <a:sym typeface="Salesforce Sans"/>
              </a:defRPr>
            </a:lvl6pPr>
            <a:lvl7pPr lvl="6" rtl="0">
              <a:lnSpc>
                <a:spcPct val="90000"/>
              </a:lnSpc>
              <a:spcBef>
                <a:spcPts val="0"/>
              </a:spcBef>
              <a:spcAft>
                <a:spcPts val="0"/>
              </a:spcAft>
              <a:buSzPts val="5600"/>
              <a:buNone/>
              <a:defRPr>
                <a:latin typeface="Salesforce Sans"/>
                <a:ea typeface="Salesforce Sans"/>
                <a:cs typeface="Salesforce Sans"/>
                <a:sym typeface="Salesforce Sans"/>
              </a:defRPr>
            </a:lvl7pPr>
            <a:lvl8pPr lvl="7" rtl="0">
              <a:lnSpc>
                <a:spcPct val="90000"/>
              </a:lnSpc>
              <a:spcBef>
                <a:spcPts val="0"/>
              </a:spcBef>
              <a:spcAft>
                <a:spcPts val="0"/>
              </a:spcAft>
              <a:buSzPts val="5600"/>
              <a:buNone/>
              <a:defRPr>
                <a:latin typeface="Salesforce Sans"/>
                <a:ea typeface="Salesforce Sans"/>
                <a:cs typeface="Salesforce Sans"/>
                <a:sym typeface="Salesforce Sans"/>
              </a:defRPr>
            </a:lvl8pPr>
            <a:lvl9pPr lvl="8" rtl="0">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696" name="Google Shape;696;p47"/>
          <p:cNvSpPr txBox="1"/>
          <p:nvPr>
            <p:ph idx="3" type="body"/>
          </p:nvPr>
        </p:nvSpPr>
        <p:spPr>
          <a:xfrm>
            <a:off x="10754100" y="7193300"/>
            <a:ext cx="5390400" cy="1675500"/>
          </a:xfrm>
          <a:prstGeom prst="rect">
            <a:avLst/>
          </a:prstGeom>
          <a:noFill/>
          <a:ln>
            <a:noFill/>
          </a:ln>
        </p:spPr>
        <p:txBody>
          <a:bodyPr anchorCtr="0" anchor="t" bIns="0" lIns="0" spcFirstLastPara="1" rIns="0" wrap="square" tIns="0">
            <a:noAutofit/>
          </a:bodyPr>
          <a:lstStyle>
            <a:lvl1pPr indent="-419100" lvl="0" marL="457200" marR="0" rtl="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rtl="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rtl="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rtl="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rtl="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697" name="Google Shape;697;p47"/>
          <p:cNvSpPr txBox="1"/>
          <p:nvPr>
            <p:ph idx="4"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98" name="Google Shape;698;p47"/>
          <p:cNvSpPr/>
          <p:nvPr/>
        </p:nvSpPr>
        <p:spPr>
          <a:xfrm>
            <a:off x="857250" y="2359850"/>
            <a:ext cx="8058300" cy="3246000"/>
          </a:xfrm>
          <a:prstGeom prst="roundRect">
            <a:avLst>
              <a:gd fmla="val 7327" name="adj"/>
            </a:avLst>
          </a:prstGeom>
          <a:solidFill>
            <a:srgbClr val="FFFFFF"/>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699" name="Google Shape;699;p47"/>
          <p:cNvSpPr txBox="1"/>
          <p:nvPr>
            <p:ph idx="5" type="title"/>
          </p:nvPr>
        </p:nvSpPr>
        <p:spPr>
          <a:xfrm>
            <a:off x="2668050" y="278745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00" name="Google Shape;700;p47"/>
          <p:cNvSpPr txBox="1"/>
          <p:nvPr>
            <p:ph idx="6" type="body"/>
          </p:nvPr>
        </p:nvSpPr>
        <p:spPr>
          <a:xfrm>
            <a:off x="2191200" y="350275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01" name="Google Shape;701;p47"/>
          <p:cNvSpPr/>
          <p:nvPr/>
        </p:nvSpPr>
        <p:spPr>
          <a:xfrm>
            <a:off x="9420150" y="2359850"/>
            <a:ext cx="8058300" cy="3246000"/>
          </a:xfrm>
          <a:prstGeom prst="roundRect">
            <a:avLst>
              <a:gd fmla="val 7327" name="adj"/>
            </a:avLst>
          </a:prstGeom>
          <a:solidFill>
            <a:srgbClr val="FFFFFF"/>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02" name="Google Shape;702;p47"/>
          <p:cNvSpPr txBox="1"/>
          <p:nvPr>
            <p:ph idx="7" type="title"/>
          </p:nvPr>
        </p:nvSpPr>
        <p:spPr>
          <a:xfrm>
            <a:off x="11078550" y="2787450"/>
            <a:ext cx="4436700" cy="667500"/>
          </a:xfrm>
          <a:prstGeom prst="rect">
            <a:avLst/>
          </a:prstGeom>
        </p:spPr>
        <p:txBody>
          <a:bodyPr anchorCtr="0" anchor="t" bIns="0" lIns="0" spcFirstLastPara="1" rIns="0" wrap="square" tIns="0">
            <a:noAutofit/>
          </a:bodyPr>
          <a:lstStyle>
            <a:lvl1pPr lvl="0" rtl="0" algn="ctr">
              <a:lnSpc>
                <a:spcPct val="90000"/>
              </a:lnSpc>
              <a:spcBef>
                <a:spcPts val="0"/>
              </a:spcBef>
              <a:spcAft>
                <a:spcPts val="0"/>
              </a:spcAft>
              <a:buSzPts val="3600"/>
              <a:buNone/>
              <a:defRPr sz="3600"/>
            </a:lvl1pPr>
            <a:lvl2pPr lvl="1" rtl="0">
              <a:lnSpc>
                <a:spcPct val="90000"/>
              </a:lnSpc>
              <a:spcBef>
                <a:spcPts val="0"/>
              </a:spcBef>
              <a:spcAft>
                <a:spcPts val="0"/>
              </a:spcAft>
              <a:buSzPts val="5600"/>
              <a:buNone/>
              <a:defRPr>
                <a:latin typeface="Salesforce Sans"/>
                <a:ea typeface="Salesforce Sans"/>
                <a:cs typeface="Salesforce Sans"/>
                <a:sym typeface="Salesforce Sans"/>
              </a:defRPr>
            </a:lvl2pPr>
            <a:lvl3pPr lvl="2" rtl="0">
              <a:lnSpc>
                <a:spcPct val="90000"/>
              </a:lnSpc>
              <a:spcBef>
                <a:spcPts val="0"/>
              </a:spcBef>
              <a:spcAft>
                <a:spcPts val="0"/>
              </a:spcAft>
              <a:buSzPts val="5600"/>
              <a:buNone/>
              <a:defRPr>
                <a:latin typeface="Salesforce Sans"/>
                <a:ea typeface="Salesforce Sans"/>
                <a:cs typeface="Salesforce Sans"/>
                <a:sym typeface="Salesforce Sans"/>
              </a:defRPr>
            </a:lvl3pPr>
            <a:lvl4pPr lvl="3" rtl="0">
              <a:lnSpc>
                <a:spcPct val="90000"/>
              </a:lnSpc>
              <a:spcBef>
                <a:spcPts val="0"/>
              </a:spcBef>
              <a:spcAft>
                <a:spcPts val="0"/>
              </a:spcAft>
              <a:buSzPts val="5600"/>
              <a:buNone/>
              <a:defRPr>
                <a:latin typeface="Salesforce Sans"/>
                <a:ea typeface="Salesforce Sans"/>
                <a:cs typeface="Salesforce Sans"/>
                <a:sym typeface="Salesforce Sans"/>
              </a:defRPr>
            </a:lvl4pPr>
            <a:lvl5pPr lvl="4" rtl="0">
              <a:lnSpc>
                <a:spcPct val="90000"/>
              </a:lnSpc>
              <a:spcBef>
                <a:spcPts val="0"/>
              </a:spcBef>
              <a:spcAft>
                <a:spcPts val="0"/>
              </a:spcAft>
              <a:buSzPts val="5600"/>
              <a:buNone/>
              <a:defRPr>
                <a:latin typeface="Salesforce Sans"/>
                <a:ea typeface="Salesforce Sans"/>
                <a:cs typeface="Salesforce Sans"/>
                <a:sym typeface="Salesforce Sans"/>
              </a:defRPr>
            </a:lvl5pPr>
            <a:lvl6pPr lvl="5" rtl="0">
              <a:lnSpc>
                <a:spcPct val="90000"/>
              </a:lnSpc>
              <a:spcBef>
                <a:spcPts val="0"/>
              </a:spcBef>
              <a:spcAft>
                <a:spcPts val="0"/>
              </a:spcAft>
              <a:buSzPts val="5600"/>
              <a:buNone/>
              <a:defRPr>
                <a:latin typeface="Salesforce Sans"/>
                <a:ea typeface="Salesforce Sans"/>
                <a:cs typeface="Salesforce Sans"/>
                <a:sym typeface="Salesforce Sans"/>
              </a:defRPr>
            </a:lvl6pPr>
            <a:lvl7pPr lvl="6" rtl="0">
              <a:lnSpc>
                <a:spcPct val="90000"/>
              </a:lnSpc>
              <a:spcBef>
                <a:spcPts val="0"/>
              </a:spcBef>
              <a:spcAft>
                <a:spcPts val="0"/>
              </a:spcAft>
              <a:buSzPts val="5600"/>
              <a:buNone/>
              <a:defRPr>
                <a:latin typeface="Salesforce Sans"/>
                <a:ea typeface="Salesforce Sans"/>
                <a:cs typeface="Salesforce Sans"/>
                <a:sym typeface="Salesforce Sans"/>
              </a:defRPr>
            </a:lvl7pPr>
            <a:lvl8pPr lvl="7" rtl="0">
              <a:lnSpc>
                <a:spcPct val="90000"/>
              </a:lnSpc>
              <a:spcBef>
                <a:spcPts val="0"/>
              </a:spcBef>
              <a:spcAft>
                <a:spcPts val="0"/>
              </a:spcAft>
              <a:buSzPts val="5600"/>
              <a:buNone/>
              <a:defRPr>
                <a:latin typeface="Salesforce Sans"/>
                <a:ea typeface="Salesforce Sans"/>
                <a:cs typeface="Salesforce Sans"/>
                <a:sym typeface="Salesforce Sans"/>
              </a:defRPr>
            </a:lvl8pPr>
            <a:lvl9pPr lvl="8" rtl="0">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03" name="Google Shape;703;p47"/>
          <p:cNvSpPr txBox="1"/>
          <p:nvPr>
            <p:ph idx="8" type="body"/>
          </p:nvPr>
        </p:nvSpPr>
        <p:spPr>
          <a:xfrm>
            <a:off x="10754100" y="3502750"/>
            <a:ext cx="5390400" cy="1675500"/>
          </a:xfrm>
          <a:prstGeom prst="rect">
            <a:avLst/>
          </a:prstGeom>
          <a:noFill/>
          <a:ln>
            <a:noFill/>
          </a:ln>
        </p:spPr>
        <p:txBody>
          <a:bodyPr anchorCtr="0" anchor="t" bIns="0" lIns="0" spcFirstLastPara="1" rIns="0" wrap="square" tIns="0">
            <a:noAutofit/>
          </a:bodyPr>
          <a:lstStyle>
            <a:lvl1pPr indent="-419100" lvl="0" marL="457200" marR="0" rtl="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rtl="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rtl="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rtl="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rtl="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rtl="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7_2">
    <p:spTree>
      <p:nvGrpSpPr>
        <p:cNvPr id="704" name="Shape 704"/>
        <p:cNvGrpSpPr/>
        <p:nvPr/>
      </p:nvGrpSpPr>
      <p:grpSpPr>
        <a:xfrm>
          <a:off x="0" y="0"/>
          <a:ext cx="0" cy="0"/>
          <a:chOff x="0" y="0"/>
          <a:chExt cx="0" cy="0"/>
        </a:xfrm>
      </p:grpSpPr>
      <p:sp>
        <p:nvSpPr>
          <p:cNvPr id="705" name="Google Shape;705;p48"/>
          <p:cNvSpPr/>
          <p:nvPr/>
        </p:nvSpPr>
        <p:spPr>
          <a:xfrm>
            <a:off x="857250" y="6050400"/>
            <a:ext cx="8058300" cy="3246000"/>
          </a:xfrm>
          <a:prstGeom prst="roundRect">
            <a:avLst>
              <a:gd fmla="val 7327" name="adj"/>
            </a:avLst>
          </a:prstGeom>
          <a:solidFill>
            <a:schemeClr val="accent6"/>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06" name="Google Shape;706;p48"/>
          <p:cNvSpPr txBox="1"/>
          <p:nvPr>
            <p:ph type="title"/>
          </p:nvPr>
        </p:nvSpPr>
        <p:spPr>
          <a:xfrm>
            <a:off x="2668050" y="647800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07" name="Google Shape;707;p48"/>
          <p:cNvSpPr txBox="1"/>
          <p:nvPr>
            <p:ph idx="1" type="body"/>
          </p:nvPr>
        </p:nvSpPr>
        <p:spPr>
          <a:xfrm>
            <a:off x="2191200" y="719330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08" name="Google Shape;708;p48"/>
          <p:cNvSpPr/>
          <p:nvPr/>
        </p:nvSpPr>
        <p:spPr>
          <a:xfrm>
            <a:off x="9420150" y="6050400"/>
            <a:ext cx="8058300" cy="3246000"/>
          </a:xfrm>
          <a:prstGeom prst="roundRect">
            <a:avLst>
              <a:gd fmla="val 7327" name="adj"/>
            </a:avLst>
          </a:prstGeom>
          <a:solidFill>
            <a:schemeClr val="accent6"/>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09" name="Google Shape;709;p48"/>
          <p:cNvSpPr txBox="1"/>
          <p:nvPr>
            <p:ph idx="2" type="title"/>
          </p:nvPr>
        </p:nvSpPr>
        <p:spPr>
          <a:xfrm>
            <a:off x="11230950" y="647800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10" name="Google Shape;710;p48"/>
          <p:cNvSpPr txBox="1"/>
          <p:nvPr>
            <p:ph idx="3" type="body"/>
          </p:nvPr>
        </p:nvSpPr>
        <p:spPr>
          <a:xfrm>
            <a:off x="10754100" y="719330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11" name="Google Shape;711;p48"/>
          <p:cNvSpPr txBox="1"/>
          <p:nvPr>
            <p:ph idx="4"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12" name="Google Shape;712;p48"/>
          <p:cNvSpPr/>
          <p:nvPr/>
        </p:nvSpPr>
        <p:spPr>
          <a:xfrm>
            <a:off x="857250" y="2359850"/>
            <a:ext cx="8058300" cy="3246000"/>
          </a:xfrm>
          <a:prstGeom prst="roundRect">
            <a:avLst>
              <a:gd fmla="val 7327" name="adj"/>
            </a:avLst>
          </a:prstGeom>
          <a:solidFill>
            <a:schemeClr val="accent6"/>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13" name="Google Shape;713;p48"/>
          <p:cNvSpPr txBox="1"/>
          <p:nvPr>
            <p:ph idx="5" type="title"/>
          </p:nvPr>
        </p:nvSpPr>
        <p:spPr>
          <a:xfrm>
            <a:off x="2668050" y="278745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14" name="Google Shape;714;p48"/>
          <p:cNvSpPr txBox="1"/>
          <p:nvPr>
            <p:ph idx="6" type="body"/>
          </p:nvPr>
        </p:nvSpPr>
        <p:spPr>
          <a:xfrm>
            <a:off x="2191200" y="350275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15" name="Google Shape;715;p48"/>
          <p:cNvSpPr/>
          <p:nvPr/>
        </p:nvSpPr>
        <p:spPr>
          <a:xfrm>
            <a:off x="9420150" y="2359850"/>
            <a:ext cx="8058300" cy="3246000"/>
          </a:xfrm>
          <a:prstGeom prst="roundRect">
            <a:avLst>
              <a:gd fmla="val 7327" name="adj"/>
            </a:avLst>
          </a:prstGeom>
          <a:solidFill>
            <a:schemeClr val="accent6"/>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16" name="Google Shape;716;p48"/>
          <p:cNvSpPr txBox="1"/>
          <p:nvPr>
            <p:ph idx="7" type="title"/>
          </p:nvPr>
        </p:nvSpPr>
        <p:spPr>
          <a:xfrm>
            <a:off x="11078550" y="278745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17" name="Google Shape;717;p48"/>
          <p:cNvSpPr txBox="1"/>
          <p:nvPr>
            <p:ph idx="8" type="body"/>
          </p:nvPr>
        </p:nvSpPr>
        <p:spPr>
          <a:xfrm>
            <a:off x="10754100" y="350275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1">
  <p:cSld name="CUSTOM_7_2_1">
    <p:spTree>
      <p:nvGrpSpPr>
        <p:cNvPr id="718" name="Shape 718"/>
        <p:cNvGrpSpPr/>
        <p:nvPr/>
      </p:nvGrpSpPr>
      <p:grpSpPr>
        <a:xfrm>
          <a:off x="0" y="0"/>
          <a:ext cx="0" cy="0"/>
          <a:chOff x="0" y="0"/>
          <a:chExt cx="0" cy="0"/>
        </a:xfrm>
      </p:grpSpPr>
      <p:pic>
        <p:nvPicPr>
          <p:cNvPr id="719" name="Google Shape;719;p4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720" name="Google Shape;720;p49"/>
          <p:cNvSpPr/>
          <p:nvPr/>
        </p:nvSpPr>
        <p:spPr>
          <a:xfrm>
            <a:off x="857250" y="6050400"/>
            <a:ext cx="8058300" cy="3246000"/>
          </a:xfrm>
          <a:prstGeom prst="roundRect">
            <a:avLst>
              <a:gd fmla="val 7327" name="adj"/>
            </a:avLst>
          </a:prstGeom>
          <a:solidFill>
            <a:schemeClr val="lt1"/>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21" name="Google Shape;721;p49"/>
          <p:cNvSpPr txBox="1"/>
          <p:nvPr>
            <p:ph type="title"/>
          </p:nvPr>
        </p:nvSpPr>
        <p:spPr>
          <a:xfrm>
            <a:off x="2668050" y="647800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22" name="Google Shape;722;p49"/>
          <p:cNvSpPr txBox="1"/>
          <p:nvPr>
            <p:ph idx="1" type="body"/>
          </p:nvPr>
        </p:nvSpPr>
        <p:spPr>
          <a:xfrm>
            <a:off x="2191200" y="719330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23" name="Google Shape;723;p49"/>
          <p:cNvSpPr/>
          <p:nvPr/>
        </p:nvSpPr>
        <p:spPr>
          <a:xfrm>
            <a:off x="9420150" y="6050400"/>
            <a:ext cx="8058300" cy="3246000"/>
          </a:xfrm>
          <a:prstGeom prst="roundRect">
            <a:avLst>
              <a:gd fmla="val 7327" name="adj"/>
            </a:avLst>
          </a:prstGeom>
          <a:solidFill>
            <a:schemeClr val="lt1"/>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24" name="Google Shape;724;p49"/>
          <p:cNvSpPr txBox="1"/>
          <p:nvPr>
            <p:ph idx="2" type="title"/>
          </p:nvPr>
        </p:nvSpPr>
        <p:spPr>
          <a:xfrm>
            <a:off x="11230950" y="647800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25" name="Google Shape;725;p49"/>
          <p:cNvSpPr txBox="1"/>
          <p:nvPr>
            <p:ph idx="3" type="body"/>
          </p:nvPr>
        </p:nvSpPr>
        <p:spPr>
          <a:xfrm>
            <a:off x="10754100" y="719330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26" name="Google Shape;726;p49"/>
          <p:cNvSpPr txBox="1"/>
          <p:nvPr>
            <p:ph idx="4"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27" name="Google Shape;727;p49"/>
          <p:cNvSpPr/>
          <p:nvPr/>
        </p:nvSpPr>
        <p:spPr>
          <a:xfrm>
            <a:off x="857250" y="2359850"/>
            <a:ext cx="8058300" cy="3246000"/>
          </a:xfrm>
          <a:prstGeom prst="roundRect">
            <a:avLst>
              <a:gd fmla="val 7327" name="adj"/>
            </a:avLst>
          </a:prstGeom>
          <a:solidFill>
            <a:schemeClr val="lt1"/>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28" name="Google Shape;728;p49"/>
          <p:cNvSpPr txBox="1"/>
          <p:nvPr>
            <p:ph idx="5" type="title"/>
          </p:nvPr>
        </p:nvSpPr>
        <p:spPr>
          <a:xfrm>
            <a:off x="2668050" y="278745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29" name="Google Shape;729;p49"/>
          <p:cNvSpPr txBox="1"/>
          <p:nvPr>
            <p:ph idx="6" type="body"/>
          </p:nvPr>
        </p:nvSpPr>
        <p:spPr>
          <a:xfrm>
            <a:off x="2191200" y="350275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30" name="Google Shape;730;p49"/>
          <p:cNvSpPr/>
          <p:nvPr/>
        </p:nvSpPr>
        <p:spPr>
          <a:xfrm>
            <a:off x="9420150" y="2359850"/>
            <a:ext cx="8058300" cy="3246000"/>
          </a:xfrm>
          <a:prstGeom prst="roundRect">
            <a:avLst>
              <a:gd fmla="val 7327" name="adj"/>
            </a:avLst>
          </a:prstGeom>
          <a:solidFill>
            <a:schemeClr val="lt1"/>
          </a:solidFill>
          <a:ln>
            <a:noFill/>
          </a:ln>
        </p:spPr>
        <p:txBody>
          <a:bodyPr anchorCtr="0" anchor="ctr" bIns="228600" lIns="457200" spcFirstLastPara="1" rIns="457200" wrap="square" tIns="228600">
            <a:noAutofit/>
          </a:bodyPr>
          <a:lstStyle/>
          <a:p>
            <a:pPr indent="0" lvl="0" marL="0" rtl="0" algn="ctr">
              <a:lnSpc>
                <a:spcPct val="10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731" name="Google Shape;731;p49"/>
          <p:cNvSpPr txBox="1"/>
          <p:nvPr>
            <p:ph idx="7" type="title"/>
          </p:nvPr>
        </p:nvSpPr>
        <p:spPr>
          <a:xfrm>
            <a:off x="11078550" y="2787450"/>
            <a:ext cx="4436700" cy="667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32" name="Google Shape;732;p49"/>
          <p:cNvSpPr txBox="1"/>
          <p:nvPr>
            <p:ph idx="8" type="body"/>
          </p:nvPr>
        </p:nvSpPr>
        <p:spPr>
          <a:xfrm>
            <a:off x="10754100" y="3502750"/>
            <a:ext cx="5390400" cy="1675500"/>
          </a:xfrm>
          <a:prstGeom prst="rect">
            <a:avLst/>
          </a:prstGeom>
          <a:noFill/>
          <a:ln>
            <a:noFill/>
          </a:ln>
        </p:spPr>
        <p:txBody>
          <a:bodyPr anchorCtr="0" anchor="t" bIns="0" lIns="0" spcFirstLastPara="1" rIns="0" wrap="square" tIns="0">
            <a:noAutofit/>
          </a:bodyPr>
          <a:lstStyle>
            <a:lvl1pPr indent="-419100" lvl="0" marL="457200" marR="0" algn="ctr">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ctr">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ctr">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ctr">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ctr">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ctr">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grpSp>
        <p:nvGrpSpPr>
          <p:cNvPr id="733" name="Google Shape;733;p49"/>
          <p:cNvGrpSpPr/>
          <p:nvPr/>
        </p:nvGrpSpPr>
        <p:grpSpPr>
          <a:xfrm>
            <a:off x="14497041" y="952412"/>
            <a:ext cx="1598127" cy="459104"/>
            <a:chOff x="5913125" y="1232600"/>
            <a:chExt cx="3443497" cy="989449"/>
          </a:xfrm>
        </p:grpSpPr>
        <p:sp>
          <p:nvSpPr>
            <p:cNvPr id="734" name="Google Shape;734;p49"/>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735" name="Google Shape;735;p49"/>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736" name="Google Shape;736;p49"/>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rgbClr val="CFE9FE"/>
        </a:solidFill>
      </p:bgPr>
    </p:bg>
    <p:spTree>
      <p:nvGrpSpPr>
        <p:cNvPr id="737" name="Shape 737"/>
        <p:cNvGrpSpPr/>
        <p:nvPr/>
      </p:nvGrpSpPr>
      <p:grpSpPr>
        <a:xfrm>
          <a:off x="0" y="0"/>
          <a:ext cx="0" cy="0"/>
          <a:chOff x="0" y="0"/>
          <a:chExt cx="0" cy="0"/>
        </a:xfrm>
      </p:grpSpPr>
      <p:sp>
        <p:nvSpPr>
          <p:cNvPr id="738" name="Google Shape;738;p50"/>
          <p:cNvSpPr/>
          <p:nvPr/>
        </p:nvSpPr>
        <p:spPr>
          <a:xfrm>
            <a:off x="64885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39" name="Google Shape;739;p50"/>
          <p:cNvSpPr/>
          <p:nvPr/>
        </p:nvSpPr>
        <p:spPr>
          <a:xfrm>
            <a:off x="121127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40" name="Google Shape;740;p50"/>
          <p:cNvSpPr/>
          <p:nvPr/>
        </p:nvSpPr>
        <p:spPr>
          <a:xfrm>
            <a:off x="3718300" y="58927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41" name="Google Shape;741;p50"/>
          <p:cNvSpPr/>
          <p:nvPr/>
        </p:nvSpPr>
        <p:spPr>
          <a:xfrm>
            <a:off x="9342500" y="58927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42" name="Google Shape;742;p50"/>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743" name="Google Shape;743;p50"/>
          <p:cNvSpPr/>
          <p:nvPr/>
        </p:nvSpPr>
        <p:spPr>
          <a:xfrm>
            <a:off x="8643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44" name="Google Shape;744;p50"/>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45" name="Google Shape;745;p50"/>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46" name="Google Shape;746;p50"/>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47" name="Google Shape;747;p50"/>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48" name="Google Shape;748;p50"/>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49" name="Google Shape;749;p50"/>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50" name="Google Shape;750;p50"/>
          <p:cNvSpPr txBox="1"/>
          <p:nvPr>
            <p:ph idx="7" type="title"/>
          </p:nvPr>
        </p:nvSpPr>
        <p:spPr>
          <a:xfrm>
            <a:off x="4144362" y="6105267"/>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51" name="Google Shape;751;p50"/>
          <p:cNvSpPr txBox="1"/>
          <p:nvPr>
            <p:ph idx="8" type="body"/>
          </p:nvPr>
        </p:nvSpPr>
        <p:spPr>
          <a:xfrm>
            <a:off x="4144362" y="6820567"/>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52" name="Google Shape;752;p50"/>
          <p:cNvSpPr txBox="1"/>
          <p:nvPr>
            <p:ph idx="9" type="title"/>
          </p:nvPr>
        </p:nvSpPr>
        <p:spPr>
          <a:xfrm>
            <a:off x="9780453" y="6105267"/>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53" name="Google Shape;753;p50"/>
          <p:cNvSpPr txBox="1"/>
          <p:nvPr>
            <p:ph idx="13" type="body"/>
          </p:nvPr>
        </p:nvSpPr>
        <p:spPr>
          <a:xfrm>
            <a:off x="9780453" y="6820567"/>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54" name="Google Shape;754;p50"/>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755" name="Google Shape;755;p50"/>
          <p:cNvGrpSpPr/>
          <p:nvPr/>
        </p:nvGrpSpPr>
        <p:grpSpPr>
          <a:xfrm>
            <a:off x="14497041" y="952412"/>
            <a:ext cx="1598127" cy="459104"/>
            <a:chOff x="5913125" y="1232600"/>
            <a:chExt cx="3443497" cy="989449"/>
          </a:xfrm>
        </p:grpSpPr>
        <p:sp>
          <p:nvSpPr>
            <p:cNvPr id="756" name="Google Shape;756;p5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757" name="Google Shape;757;p5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758" name="Google Shape;758;p5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3">
  <p:cSld name="Basic_4_1_3_1_1_1_1_1_1_1_1_1_1_1_1_1_1_1_3_2_1_1_1_1_1_3">
    <p:spTree>
      <p:nvGrpSpPr>
        <p:cNvPr id="759" name="Shape 759"/>
        <p:cNvGrpSpPr/>
        <p:nvPr/>
      </p:nvGrpSpPr>
      <p:grpSpPr>
        <a:xfrm>
          <a:off x="0" y="0"/>
          <a:ext cx="0" cy="0"/>
          <a:chOff x="0" y="0"/>
          <a:chExt cx="0" cy="0"/>
        </a:xfrm>
      </p:grpSpPr>
      <p:sp>
        <p:nvSpPr>
          <p:cNvPr id="760" name="Google Shape;760;p51"/>
          <p:cNvSpPr/>
          <p:nvPr/>
        </p:nvSpPr>
        <p:spPr>
          <a:xfrm>
            <a:off x="64885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61" name="Google Shape;761;p51"/>
          <p:cNvSpPr/>
          <p:nvPr/>
        </p:nvSpPr>
        <p:spPr>
          <a:xfrm>
            <a:off x="121127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62" name="Google Shape;762;p51"/>
          <p:cNvSpPr/>
          <p:nvPr/>
        </p:nvSpPr>
        <p:spPr>
          <a:xfrm>
            <a:off x="3718300" y="58927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63" name="Google Shape;763;p51"/>
          <p:cNvSpPr/>
          <p:nvPr/>
        </p:nvSpPr>
        <p:spPr>
          <a:xfrm>
            <a:off x="9342500" y="58927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64" name="Google Shape;764;p51"/>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765" name="Google Shape;765;p51"/>
          <p:cNvSpPr/>
          <p:nvPr/>
        </p:nvSpPr>
        <p:spPr>
          <a:xfrm>
            <a:off x="8643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66" name="Google Shape;766;p51"/>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67" name="Google Shape;767;p51"/>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68" name="Google Shape;768;p51"/>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69" name="Google Shape;769;p51"/>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70" name="Google Shape;770;p51"/>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71" name="Google Shape;771;p51"/>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72" name="Google Shape;772;p51"/>
          <p:cNvSpPr txBox="1"/>
          <p:nvPr>
            <p:ph idx="7" type="title"/>
          </p:nvPr>
        </p:nvSpPr>
        <p:spPr>
          <a:xfrm>
            <a:off x="4144362" y="6136150"/>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73" name="Google Shape;773;p51"/>
          <p:cNvSpPr txBox="1"/>
          <p:nvPr>
            <p:ph idx="8" type="body"/>
          </p:nvPr>
        </p:nvSpPr>
        <p:spPr>
          <a:xfrm>
            <a:off x="4144362" y="6851450"/>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74" name="Google Shape;774;p51"/>
          <p:cNvSpPr txBox="1"/>
          <p:nvPr>
            <p:ph idx="9" type="title"/>
          </p:nvPr>
        </p:nvSpPr>
        <p:spPr>
          <a:xfrm>
            <a:off x="9780453" y="6136150"/>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75" name="Google Shape;775;p51"/>
          <p:cNvSpPr txBox="1"/>
          <p:nvPr>
            <p:ph idx="13" type="body"/>
          </p:nvPr>
        </p:nvSpPr>
        <p:spPr>
          <a:xfrm>
            <a:off x="9780453" y="6851450"/>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76" name="Google Shape;776;p51"/>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777" name="Google Shape;777;p51"/>
          <p:cNvGrpSpPr/>
          <p:nvPr/>
        </p:nvGrpSpPr>
        <p:grpSpPr>
          <a:xfrm>
            <a:off x="14497041" y="952412"/>
            <a:ext cx="1598127" cy="459104"/>
            <a:chOff x="5913125" y="1232600"/>
            <a:chExt cx="3443497" cy="989449"/>
          </a:xfrm>
        </p:grpSpPr>
        <p:sp>
          <p:nvSpPr>
            <p:cNvPr id="778" name="Google Shape;778;p5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779" name="Google Shape;779;p5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780" name="Google Shape;780;p5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3 1">
  <p:cSld name="Basic_4_1_3_1_1_1_1_1_1_1_1_1_1_1_1_1_1_1_3_2_1_1_1_1_1_3_1">
    <p:spTree>
      <p:nvGrpSpPr>
        <p:cNvPr id="781" name="Shape 781"/>
        <p:cNvGrpSpPr/>
        <p:nvPr/>
      </p:nvGrpSpPr>
      <p:grpSpPr>
        <a:xfrm>
          <a:off x="0" y="0"/>
          <a:ext cx="0" cy="0"/>
          <a:chOff x="0" y="0"/>
          <a:chExt cx="0" cy="0"/>
        </a:xfrm>
      </p:grpSpPr>
      <p:pic>
        <p:nvPicPr>
          <p:cNvPr id="782" name="Google Shape;782;p5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783" name="Google Shape;783;p52"/>
          <p:cNvSpPr/>
          <p:nvPr/>
        </p:nvSpPr>
        <p:spPr>
          <a:xfrm>
            <a:off x="64885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84" name="Google Shape;784;p52"/>
          <p:cNvSpPr/>
          <p:nvPr/>
        </p:nvSpPr>
        <p:spPr>
          <a:xfrm>
            <a:off x="121127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85" name="Google Shape;785;p52"/>
          <p:cNvSpPr/>
          <p:nvPr/>
        </p:nvSpPr>
        <p:spPr>
          <a:xfrm>
            <a:off x="3718300" y="58927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86" name="Google Shape;786;p52"/>
          <p:cNvSpPr/>
          <p:nvPr/>
        </p:nvSpPr>
        <p:spPr>
          <a:xfrm>
            <a:off x="9342500" y="58927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87" name="Google Shape;787;p52"/>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1500"/>
              <a:buNone/>
              <a:defRPr sz="1500">
                <a:solidFill>
                  <a:schemeClr val="lt1"/>
                </a:solidFill>
              </a:defRPr>
            </a:lvl1pPr>
            <a:lvl2pPr lvl="1">
              <a:lnSpc>
                <a:spcPct val="90000"/>
              </a:lnSpc>
              <a:spcBef>
                <a:spcPts val="500"/>
              </a:spcBef>
              <a:spcAft>
                <a:spcPts val="0"/>
              </a:spcAft>
              <a:buClr>
                <a:schemeClr val="lt1"/>
              </a:buClr>
              <a:buSzPts val="1500"/>
              <a:buNone/>
              <a:defRPr sz="1500">
                <a:solidFill>
                  <a:schemeClr val="lt1"/>
                </a:solidFill>
              </a:defRPr>
            </a:lvl2pPr>
            <a:lvl3pPr lvl="2">
              <a:lnSpc>
                <a:spcPct val="90000"/>
              </a:lnSpc>
              <a:spcBef>
                <a:spcPts val="500"/>
              </a:spcBef>
              <a:spcAft>
                <a:spcPts val="0"/>
              </a:spcAft>
              <a:buClr>
                <a:schemeClr val="lt1"/>
              </a:buClr>
              <a:buSzPts val="1500"/>
              <a:buNone/>
              <a:defRPr sz="1500">
                <a:solidFill>
                  <a:schemeClr val="lt1"/>
                </a:solidFill>
              </a:defRPr>
            </a:lvl3pPr>
            <a:lvl4pPr lvl="3">
              <a:lnSpc>
                <a:spcPct val="90000"/>
              </a:lnSpc>
              <a:spcBef>
                <a:spcPts val="500"/>
              </a:spcBef>
              <a:spcAft>
                <a:spcPts val="0"/>
              </a:spcAft>
              <a:buClr>
                <a:schemeClr val="lt1"/>
              </a:buClr>
              <a:buSzPts val="1500"/>
              <a:buNone/>
              <a:defRPr sz="1500">
                <a:solidFill>
                  <a:schemeClr val="lt1"/>
                </a:solidFill>
              </a:defRPr>
            </a:lvl4pPr>
            <a:lvl5pPr lvl="4">
              <a:lnSpc>
                <a:spcPct val="90000"/>
              </a:lnSpc>
              <a:spcBef>
                <a:spcPts val="500"/>
              </a:spcBef>
              <a:spcAft>
                <a:spcPts val="0"/>
              </a:spcAft>
              <a:buClr>
                <a:schemeClr val="lt1"/>
              </a:buClr>
              <a:buSzPts val="1500"/>
              <a:buNone/>
              <a:defRPr b="0" sz="1500">
                <a:solidFill>
                  <a:schemeClr val="lt1"/>
                </a:solidFill>
              </a:defRPr>
            </a:lvl5pPr>
            <a:lvl6pPr lvl="5">
              <a:lnSpc>
                <a:spcPct val="90000"/>
              </a:lnSpc>
              <a:spcBef>
                <a:spcPts val="500"/>
              </a:spcBef>
              <a:spcAft>
                <a:spcPts val="0"/>
              </a:spcAft>
              <a:buClr>
                <a:schemeClr val="lt1"/>
              </a:buClr>
              <a:buSzPts val="1500"/>
              <a:buNone/>
              <a:defRPr sz="1500">
                <a:solidFill>
                  <a:schemeClr val="lt1"/>
                </a:solidFill>
              </a:defRPr>
            </a:lvl6pPr>
            <a:lvl7pPr lvl="6">
              <a:lnSpc>
                <a:spcPct val="90000"/>
              </a:lnSpc>
              <a:spcBef>
                <a:spcPts val="500"/>
              </a:spcBef>
              <a:spcAft>
                <a:spcPts val="0"/>
              </a:spcAft>
              <a:buClr>
                <a:schemeClr val="lt1"/>
              </a:buClr>
              <a:buSzPts val="1500"/>
              <a:buNone/>
              <a:defRPr sz="1500">
                <a:solidFill>
                  <a:schemeClr val="lt1"/>
                </a:solidFill>
              </a:defRPr>
            </a:lvl7pPr>
            <a:lvl8pPr lvl="7">
              <a:lnSpc>
                <a:spcPct val="90000"/>
              </a:lnSpc>
              <a:spcBef>
                <a:spcPts val="500"/>
              </a:spcBef>
              <a:spcAft>
                <a:spcPts val="0"/>
              </a:spcAft>
              <a:buClr>
                <a:schemeClr val="lt1"/>
              </a:buClr>
              <a:buSzPts val="1500"/>
              <a:buNone/>
              <a:defRPr sz="1500">
                <a:solidFill>
                  <a:schemeClr val="lt1"/>
                </a:solidFill>
              </a:defRPr>
            </a:lvl8pPr>
            <a:lvl9pPr lvl="8">
              <a:lnSpc>
                <a:spcPct val="90000"/>
              </a:lnSpc>
              <a:spcBef>
                <a:spcPts val="500"/>
              </a:spcBef>
              <a:spcAft>
                <a:spcPts val="500"/>
              </a:spcAft>
              <a:buClr>
                <a:schemeClr val="lt1"/>
              </a:buClr>
              <a:buSzPts val="1500"/>
              <a:buNone/>
              <a:defRPr sz="1500">
                <a:solidFill>
                  <a:schemeClr val="lt1"/>
                </a:solidFill>
              </a:defRPr>
            </a:lvl9pPr>
          </a:lstStyle>
          <a:p/>
        </p:txBody>
      </p:sp>
      <p:sp>
        <p:nvSpPr>
          <p:cNvPr id="788" name="Google Shape;788;p52"/>
          <p:cNvSpPr/>
          <p:nvPr/>
        </p:nvSpPr>
        <p:spPr>
          <a:xfrm>
            <a:off x="8643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789" name="Google Shape;789;p52"/>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90" name="Google Shape;790;p52"/>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91" name="Google Shape;791;p52"/>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92" name="Google Shape;792;p52"/>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93" name="Google Shape;793;p52"/>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94" name="Google Shape;794;p52"/>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95" name="Google Shape;795;p52"/>
          <p:cNvSpPr txBox="1"/>
          <p:nvPr>
            <p:ph idx="7" type="title"/>
          </p:nvPr>
        </p:nvSpPr>
        <p:spPr>
          <a:xfrm>
            <a:off x="4144362" y="6136150"/>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96" name="Google Shape;796;p52"/>
          <p:cNvSpPr txBox="1"/>
          <p:nvPr>
            <p:ph idx="8" type="body"/>
          </p:nvPr>
        </p:nvSpPr>
        <p:spPr>
          <a:xfrm>
            <a:off x="4144362" y="6851450"/>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97" name="Google Shape;797;p52"/>
          <p:cNvSpPr txBox="1"/>
          <p:nvPr>
            <p:ph idx="9" type="title"/>
          </p:nvPr>
        </p:nvSpPr>
        <p:spPr>
          <a:xfrm>
            <a:off x="9780453" y="6136150"/>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798" name="Google Shape;798;p52"/>
          <p:cNvSpPr txBox="1"/>
          <p:nvPr>
            <p:ph idx="13" type="body"/>
          </p:nvPr>
        </p:nvSpPr>
        <p:spPr>
          <a:xfrm>
            <a:off x="9780453" y="6851450"/>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799" name="Google Shape;799;p52"/>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5400"/>
              <a:buNone/>
              <a:defRPr sz="54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800" name="Google Shape;800;p52"/>
          <p:cNvGrpSpPr/>
          <p:nvPr/>
        </p:nvGrpSpPr>
        <p:grpSpPr>
          <a:xfrm>
            <a:off x="14497041" y="952412"/>
            <a:ext cx="1598127" cy="459104"/>
            <a:chOff x="5913125" y="1232600"/>
            <a:chExt cx="3443497" cy="989449"/>
          </a:xfrm>
        </p:grpSpPr>
        <p:sp>
          <p:nvSpPr>
            <p:cNvPr id="801" name="Google Shape;801;p52"/>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802" name="Google Shape;802;p52"/>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803" name="Google Shape;803;p52"/>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2">
  <p:cSld name="Basic_4_1_3_1_1_1_1_1_1_1_1_1_1_1_1_1_1_1_3_2_1_1_1_1_1_2">
    <p:bg>
      <p:bgPr>
        <a:solidFill>
          <a:srgbClr val="CFE9FE"/>
        </a:solidFill>
      </p:bgPr>
    </p:bg>
    <p:spTree>
      <p:nvGrpSpPr>
        <p:cNvPr id="804" name="Shape 804"/>
        <p:cNvGrpSpPr/>
        <p:nvPr/>
      </p:nvGrpSpPr>
      <p:grpSpPr>
        <a:xfrm>
          <a:off x="0" y="0"/>
          <a:ext cx="0" cy="0"/>
          <a:chOff x="0" y="0"/>
          <a:chExt cx="0" cy="0"/>
        </a:xfrm>
      </p:grpSpPr>
      <p:sp>
        <p:nvSpPr>
          <p:cNvPr id="805" name="Google Shape;805;p53"/>
          <p:cNvSpPr/>
          <p:nvPr/>
        </p:nvSpPr>
        <p:spPr>
          <a:xfrm>
            <a:off x="64885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06" name="Google Shape;806;p53"/>
          <p:cNvSpPr/>
          <p:nvPr/>
        </p:nvSpPr>
        <p:spPr>
          <a:xfrm>
            <a:off x="121127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07" name="Google Shape;807;p53"/>
          <p:cNvSpPr/>
          <p:nvPr/>
        </p:nvSpPr>
        <p:spPr>
          <a:xfrm>
            <a:off x="864338" y="58927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08" name="Google Shape;808;p53"/>
          <p:cNvSpPr/>
          <p:nvPr/>
        </p:nvSpPr>
        <p:spPr>
          <a:xfrm>
            <a:off x="6488538" y="58927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09" name="Google Shape;809;p53"/>
          <p:cNvSpPr/>
          <p:nvPr/>
        </p:nvSpPr>
        <p:spPr>
          <a:xfrm>
            <a:off x="12112738" y="58927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10" name="Google Shape;810;p53"/>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811" name="Google Shape;811;p53"/>
          <p:cNvSpPr/>
          <p:nvPr/>
        </p:nvSpPr>
        <p:spPr>
          <a:xfrm>
            <a:off x="8643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12" name="Google Shape;812;p53"/>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13" name="Google Shape;813;p53"/>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14" name="Google Shape;814;p53"/>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15" name="Google Shape;815;p53"/>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16" name="Google Shape;816;p53"/>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17" name="Google Shape;817;p53"/>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18" name="Google Shape;818;p53"/>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19" name="Google Shape;819;p53"/>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20" name="Google Shape;820;p53"/>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21" name="Google Shape;821;p53"/>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22" name="Google Shape;822;p53"/>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23" name="Google Shape;823;p53"/>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24" name="Google Shape;824;p53"/>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825" name="Google Shape;825;p53"/>
          <p:cNvGrpSpPr/>
          <p:nvPr/>
        </p:nvGrpSpPr>
        <p:grpSpPr>
          <a:xfrm>
            <a:off x="14497041" y="952412"/>
            <a:ext cx="1598127" cy="459104"/>
            <a:chOff x="5913125" y="1232600"/>
            <a:chExt cx="3443497" cy="989449"/>
          </a:xfrm>
        </p:grpSpPr>
        <p:sp>
          <p:nvSpPr>
            <p:cNvPr id="826" name="Google Shape;826;p53"/>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827" name="Google Shape;827;p53"/>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828" name="Google Shape;828;p53"/>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1">
  <p:cSld name="Basic_4_1_3_1_1_1_1_1_1_1_1_1_1_1_1_1_1_1_3_2_1_1_1_1_1_1">
    <p:spTree>
      <p:nvGrpSpPr>
        <p:cNvPr id="829" name="Shape 829"/>
        <p:cNvGrpSpPr/>
        <p:nvPr/>
      </p:nvGrpSpPr>
      <p:grpSpPr>
        <a:xfrm>
          <a:off x="0" y="0"/>
          <a:ext cx="0" cy="0"/>
          <a:chOff x="0" y="0"/>
          <a:chExt cx="0" cy="0"/>
        </a:xfrm>
      </p:grpSpPr>
      <p:sp>
        <p:nvSpPr>
          <p:cNvPr id="830" name="Google Shape;830;p54"/>
          <p:cNvSpPr/>
          <p:nvPr/>
        </p:nvSpPr>
        <p:spPr>
          <a:xfrm>
            <a:off x="64885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31" name="Google Shape;831;p54"/>
          <p:cNvSpPr/>
          <p:nvPr/>
        </p:nvSpPr>
        <p:spPr>
          <a:xfrm>
            <a:off x="121127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32" name="Google Shape;832;p54"/>
          <p:cNvSpPr/>
          <p:nvPr/>
        </p:nvSpPr>
        <p:spPr>
          <a:xfrm>
            <a:off x="864338" y="58927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33" name="Google Shape;833;p54"/>
          <p:cNvSpPr/>
          <p:nvPr/>
        </p:nvSpPr>
        <p:spPr>
          <a:xfrm>
            <a:off x="6488538" y="58927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34" name="Google Shape;834;p54"/>
          <p:cNvSpPr/>
          <p:nvPr/>
        </p:nvSpPr>
        <p:spPr>
          <a:xfrm>
            <a:off x="12112738" y="58927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35" name="Google Shape;835;p54"/>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836" name="Google Shape;836;p54"/>
          <p:cNvSpPr/>
          <p:nvPr/>
        </p:nvSpPr>
        <p:spPr>
          <a:xfrm>
            <a:off x="864338" y="2006213"/>
            <a:ext cx="5227200" cy="3431100"/>
          </a:xfrm>
          <a:prstGeom prst="roundRect">
            <a:avLst>
              <a:gd fmla="val 7828" name="adj"/>
            </a:avLst>
          </a:prstGeom>
          <a:solidFill>
            <a:srgbClr val="EAF5FE"/>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37" name="Google Shape;837;p54"/>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38" name="Google Shape;838;p54"/>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39" name="Google Shape;839;p54"/>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40" name="Google Shape;840;p54"/>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41" name="Google Shape;841;p54"/>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42" name="Google Shape;842;p54"/>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43" name="Google Shape;843;p54"/>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44" name="Google Shape;844;p54"/>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45" name="Google Shape;845;p54"/>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46" name="Google Shape;846;p54"/>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47" name="Google Shape;847;p54"/>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48" name="Google Shape;848;p54"/>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49" name="Google Shape;849;p54"/>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850" name="Google Shape;850;p54"/>
          <p:cNvGrpSpPr/>
          <p:nvPr/>
        </p:nvGrpSpPr>
        <p:grpSpPr>
          <a:xfrm>
            <a:off x="14497041" y="952412"/>
            <a:ext cx="1598127" cy="459104"/>
            <a:chOff x="5913125" y="1232600"/>
            <a:chExt cx="3443497" cy="989449"/>
          </a:xfrm>
        </p:grpSpPr>
        <p:sp>
          <p:nvSpPr>
            <p:cNvPr id="851" name="Google Shape;851;p5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852" name="Google Shape;852;p5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853" name="Google Shape;853;p5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1 1">
  <p:cSld name="Basic_4_1_3_1_1_1_1_1_1_1_1_1_1_1_1_1_1_1_3_2_1_1_1_1_1_1_1">
    <p:spTree>
      <p:nvGrpSpPr>
        <p:cNvPr id="854" name="Shape 854"/>
        <p:cNvGrpSpPr/>
        <p:nvPr/>
      </p:nvGrpSpPr>
      <p:grpSpPr>
        <a:xfrm>
          <a:off x="0" y="0"/>
          <a:ext cx="0" cy="0"/>
          <a:chOff x="0" y="0"/>
          <a:chExt cx="0" cy="0"/>
        </a:xfrm>
      </p:grpSpPr>
      <p:pic>
        <p:nvPicPr>
          <p:cNvPr id="855" name="Google Shape;855;p5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856" name="Google Shape;856;p55"/>
          <p:cNvSpPr/>
          <p:nvPr/>
        </p:nvSpPr>
        <p:spPr>
          <a:xfrm>
            <a:off x="64885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57" name="Google Shape;857;p55"/>
          <p:cNvSpPr/>
          <p:nvPr/>
        </p:nvSpPr>
        <p:spPr>
          <a:xfrm>
            <a:off x="121127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58" name="Google Shape;858;p55"/>
          <p:cNvSpPr/>
          <p:nvPr/>
        </p:nvSpPr>
        <p:spPr>
          <a:xfrm>
            <a:off x="864338" y="58927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59" name="Google Shape;859;p55"/>
          <p:cNvSpPr/>
          <p:nvPr/>
        </p:nvSpPr>
        <p:spPr>
          <a:xfrm>
            <a:off x="6488538" y="58927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60" name="Google Shape;860;p55"/>
          <p:cNvSpPr/>
          <p:nvPr/>
        </p:nvSpPr>
        <p:spPr>
          <a:xfrm>
            <a:off x="12112738" y="58927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61" name="Google Shape;861;p55"/>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1500"/>
              <a:buNone/>
              <a:defRPr sz="1500">
                <a:solidFill>
                  <a:schemeClr val="lt1"/>
                </a:solidFill>
              </a:defRPr>
            </a:lvl1pPr>
            <a:lvl2pPr lvl="1">
              <a:lnSpc>
                <a:spcPct val="90000"/>
              </a:lnSpc>
              <a:spcBef>
                <a:spcPts val="500"/>
              </a:spcBef>
              <a:spcAft>
                <a:spcPts val="0"/>
              </a:spcAft>
              <a:buClr>
                <a:schemeClr val="lt1"/>
              </a:buClr>
              <a:buSzPts val="1500"/>
              <a:buNone/>
              <a:defRPr sz="1500">
                <a:solidFill>
                  <a:schemeClr val="lt1"/>
                </a:solidFill>
              </a:defRPr>
            </a:lvl2pPr>
            <a:lvl3pPr lvl="2">
              <a:lnSpc>
                <a:spcPct val="90000"/>
              </a:lnSpc>
              <a:spcBef>
                <a:spcPts val="500"/>
              </a:spcBef>
              <a:spcAft>
                <a:spcPts val="0"/>
              </a:spcAft>
              <a:buClr>
                <a:schemeClr val="lt1"/>
              </a:buClr>
              <a:buSzPts val="1500"/>
              <a:buNone/>
              <a:defRPr sz="1500">
                <a:solidFill>
                  <a:schemeClr val="lt1"/>
                </a:solidFill>
              </a:defRPr>
            </a:lvl3pPr>
            <a:lvl4pPr lvl="3">
              <a:lnSpc>
                <a:spcPct val="90000"/>
              </a:lnSpc>
              <a:spcBef>
                <a:spcPts val="500"/>
              </a:spcBef>
              <a:spcAft>
                <a:spcPts val="0"/>
              </a:spcAft>
              <a:buClr>
                <a:schemeClr val="lt1"/>
              </a:buClr>
              <a:buSzPts val="1500"/>
              <a:buNone/>
              <a:defRPr sz="1500">
                <a:solidFill>
                  <a:schemeClr val="lt1"/>
                </a:solidFill>
              </a:defRPr>
            </a:lvl4pPr>
            <a:lvl5pPr lvl="4">
              <a:lnSpc>
                <a:spcPct val="90000"/>
              </a:lnSpc>
              <a:spcBef>
                <a:spcPts val="500"/>
              </a:spcBef>
              <a:spcAft>
                <a:spcPts val="0"/>
              </a:spcAft>
              <a:buClr>
                <a:schemeClr val="lt1"/>
              </a:buClr>
              <a:buSzPts val="1500"/>
              <a:buNone/>
              <a:defRPr b="0" sz="1500">
                <a:solidFill>
                  <a:schemeClr val="lt1"/>
                </a:solidFill>
              </a:defRPr>
            </a:lvl5pPr>
            <a:lvl6pPr lvl="5">
              <a:lnSpc>
                <a:spcPct val="90000"/>
              </a:lnSpc>
              <a:spcBef>
                <a:spcPts val="500"/>
              </a:spcBef>
              <a:spcAft>
                <a:spcPts val="0"/>
              </a:spcAft>
              <a:buClr>
                <a:schemeClr val="lt1"/>
              </a:buClr>
              <a:buSzPts val="1500"/>
              <a:buNone/>
              <a:defRPr sz="1500">
                <a:solidFill>
                  <a:schemeClr val="lt1"/>
                </a:solidFill>
              </a:defRPr>
            </a:lvl6pPr>
            <a:lvl7pPr lvl="6">
              <a:lnSpc>
                <a:spcPct val="90000"/>
              </a:lnSpc>
              <a:spcBef>
                <a:spcPts val="500"/>
              </a:spcBef>
              <a:spcAft>
                <a:spcPts val="0"/>
              </a:spcAft>
              <a:buClr>
                <a:schemeClr val="lt1"/>
              </a:buClr>
              <a:buSzPts val="1500"/>
              <a:buNone/>
              <a:defRPr sz="1500">
                <a:solidFill>
                  <a:schemeClr val="lt1"/>
                </a:solidFill>
              </a:defRPr>
            </a:lvl7pPr>
            <a:lvl8pPr lvl="7">
              <a:lnSpc>
                <a:spcPct val="90000"/>
              </a:lnSpc>
              <a:spcBef>
                <a:spcPts val="500"/>
              </a:spcBef>
              <a:spcAft>
                <a:spcPts val="0"/>
              </a:spcAft>
              <a:buClr>
                <a:schemeClr val="lt1"/>
              </a:buClr>
              <a:buSzPts val="1500"/>
              <a:buNone/>
              <a:defRPr sz="1500">
                <a:solidFill>
                  <a:schemeClr val="lt1"/>
                </a:solidFill>
              </a:defRPr>
            </a:lvl8pPr>
            <a:lvl9pPr lvl="8">
              <a:lnSpc>
                <a:spcPct val="90000"/>
              </a:lnSpc>
              <a:spcBef>
                <a:spcPts val="500"/>
              </a:spcBef>
              <a:spcAft>
                <a:spcPts val="500"/>
              </a:spcAft>
              <a:buClr>
                <a:schemeClr val="lt1"/>
              </a:buClr>
              <a:buSzPts val="1500"/>
              <a:buNone/>
              <a:defRPr sz="1500">
                <a:solidFill>
                  <a:schemeClr val="lt1"/>
                </a:solidFill>
              </a:defRPr>
            </a:lvl9pPr>
          </a:lstStyle>
          <a:p/>
        </p:txBody>
      </p:sp>
      <p:sp>
        <p:nvSpPr>
          <p:cNvPr id="862" name="Google Shape;862;p55"/>
          <p:cNvSpPr/>
          <p:nvPr/>
        </p:nvSpPr>
        <p:spPr>
          <a:xfrm>
            <a:off x="864338" y="2006213"/>
            <a:ext cx="5227200" cy="3431100"/>
          </a:xfrm>
          <a:prstGeom prst="roundRect">
            <a:avLst>
              <a:gd fmla="val 782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863" name="Google Shape;863;p55"/>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64" name="Google Shape;864;p55"/>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65" name="Google Shape;865;p55"/>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66" name="Google Shape;866;p55"/>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67" name="Google Shape;867;p55"/>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68" name="Google Shape;868;p55"/>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69" name="Google Shape;869;p55"/>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70" name="Google Shape;870;p55"/>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71" name="Google Shape;871;p55"/>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72" name="Google Shape;872;p55"/>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73" name="Google Shape;873;p55"/>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874" name="Google Shape;874;p55"/>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875" name="Google Shape;875;p55"/>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grpSp>
        <p:nvGrpSpPr>
          <p:cNvPr id="876" name="Google Shape;876;p55"/>
          <p:cNvGrpSpPr/>
          <p:nvPr/>
        </p:nvGrpSpPr>
        <p:grpSpPr>
          <a:xfrm>
            <a:off x="14497041" y="952412"/>
            <a:ext cx="1598127" cy="459104"/>
            <a:chOff x="5913125" y="1232600"/>
            <a:chExt cx="3443497" cy="989449"/>
          </a:xfrm>
        </p:grpSpPr>
        <p:sp>
          <p:nvSpPr>
            <p:cNvPr id="877" name="Google Shape;877;p55"/>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878" name="Google Shape;878;p55"/>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879" name="Google Shape;879;p55"/>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rgbClr val="CFE9FE"/>
        </a:solidFill>
      </p:bgPr>
    </p:bg>
    <p:spTree>
      <p:nvGrpSpPr>
        <p:cNvPr id="880" name="Shape 880"/>
        <p:cNvGrpSpPr/>
        <p:nvPr/>
      </p:nvGrpSpPr>
      <p:grpSpPr>
        <a:xfrm>
          <a:off x="0" y="0"/>
          <a:ext cx="0" cy="0"/>
          <a:chOff x="0" y="0"/>
          <a:chExt cx="0" cy="0"/>
        </a:xfrm>
      </p:grpSpPr>
      <p:sp>
        <p:nvSpPr>
          <p:cNvPr id="881" name="Google Shape;881;p5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882" name="Google Shape;882;p56"/>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883" name="Google Shape;883;p56"/>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884" name="Google Shape;884;p56"/>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885" name="Google Shape;885;p56"/>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886" name="Google Shape;886;p56"/>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887" name="Google Shape;887;p56"/>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888" name="Google Shape;888;p56"/>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889" name="Google Shape;889;p56"/>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890" name="Google Shape;890;p56"/>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91" name="Google Shape;891;p56"/>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92" name="Google Shape;892;p56"/>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93" name="Google Shape;893;p56"/>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94" name="Google Shape;894;p56"/>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95" name="Google Shape;895;p56"/>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896" name="Google Shape;896;p56"/>
          <p:cNvGrpSpPr/>
          <p:nvPr/>
        </p:nvGrpSpPr>
        <p:grpSpPr>
          <a:xfrm>
            <a:off x="14497041" y="952412"/>
            <a:ext cx="1598127" cy="459104"/>
            <a:chOff x="5913125" y="1232600"/>
            <a:chExt cx="3443497" cy="989449"/>
          </a:xfrm>
        </p:grpSpPr>
        <p:sp>
          <p:nvSpPr>
            <p:cNvPr id="897" name="Google Shape;897;p5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898" name="Google Shape;898;p5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899" name="Google Shape;899;p5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rgbClr val="CFE9FE"/>
        </a:solidFill>
      </p:bgPr>
    </p:bg>
    <p:spTree>
      <p:nvGrpSpPr>
        <p:cNvPr id="900" name="Shape 900"/>
        <p:cNvGrpSpPr/>
        <p:nvPr/>
      </p:nvGrpSpPr>
      <p:grpSpPr>
        <a:xfrm>
          <a:off x="0" y="0"/>
          <a:ext cx="0" cy="0"/>
          <a:chOff x="0" y="0"/>
          <a:chExt cx="0" cy="0"/>
        </a:xfrm>
      </p:grpSpPr>
      <p:sp>
        <p:nvSpPr>
          <p:cNvPr id="901" name="Google Shape;901;p5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02" name="Google Shape;902;p57"/>
          <p:cNvSpPr/>
          <p:nvPr/>
        </p:nvSpPr>
        <p:spPr>
          <a:xfrm>
            <a:off x="857250" y="2105363"/>
            <a:ext cx="16375800" cy="1545300"/>
          </a:xfrm>
          <a:prstGeom prst="roundRect">
            <a:avLst>
              <a:gd fmla="val 50000" name="adj"/>
            </a:avLst>
          </a:prstGeom>
          <a:solidFill>
            <a:srgbClr val="EAF5FE"/>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903" name="Google Shape;903;p57"/>
          <p:cNvSpPr/>
          <p:nvPr/>
        </p:nvSpPr>
        <p:spPr>
          <a:xfrm>
            <a:off x="857250" y="3914063"/>
            <a:ext cx="16375800" cy="1545300"/>
          </a:xfrm>
          <a:prstGeom prst="roundRect">
            <a:avLst>
              <a:gd fmla="val 50000" name="adj"/>
            </a:avLst>
          </a:prstGeom>
          <a:solidFill>
            <a:srgbClr val="EAF5FE"/>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904" name="Google Shape;904;p57"/>
          <p:cNvSpPr/>
          <p:nvPr/>
        </p:nvSpPr>
        <p:spPr>
          <a:xfrm>
            <a:off x="857250" y="5722763"/>
            <a:ext cx="16375800" cy="1545300"/>
          </a:xfrm>
          <a:prstGeom prst="roundRect">
            <a:avLst>
              <a:gd fmla="val 50000" name="adj"/>
            </a:avLst>
          </a:prstGeom>
          <a:solidFill>
            <a:srgbClr val="EAF5FE"/>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905" name="Google Shape;905;p57"/>
          <p:cNvSpPr/>
          <p:nvPr/>
        </p:nvSpPr>
        <p:spPr>
          <a:xfrm>
            <a:off x="857250" y="7531463"/>
            <a:ext cx="16375800" cy="1545300"/>
          </a:xfrm>
          <a:prstGeom prst="roundRect">
            <a:avLst>
              <a:gd fmla="val 50000" name="adj"/>
            </a:avLst>
          </a:prstGeom>
          <a:solidFill>
            <a:srgbClr val="EAF5FE"/>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906" name="Google Shape;906;p57"/>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907" name="Google Shape;907;p57"/>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908" name="Google Shape;908;p5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09" name="Google Shape;909;p57"/>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910" name="Google Shape;910;p57"/>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911" name="Google Shape;911;p57"/>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912" name="Google Shape;912;p57"/>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913" name="Google Shape;913;p57"/>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914" name="Google Shape;914;p57"/>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grpSp>
        <p:nvGrpSpPr>
          <p:cNvPr id="915" name="Google Shape;915;p57"/>
          <p:cNvGrpSpPr/>
          <p:nvPr/>
        </p:nvGrpSpPr>
        <p:grpSpPr>
          <a:xfrm>
            <a:off x="14497041" y="952412"/>
            <a:ext cx="1598127" cy="459104"/>
            <a:chOff x="5913125" y="1232600"/>
            <a:chExt cx="3443497" cy="989449"/>
          </a:xfrm>
        </p:grpSpPr>
        <p:sp>
          <p:nvSpPr>
            <p:cNvPr id="916" name="Google Shape;916;p5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917" name="Google Shape;917;p5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918" name="Google Shape;918;p5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8">
    <p:bg>
      <p:bgPr>
        <a:solidFill>
          <a:srgbClr val="CFE9FE"/>
        </a:solidFill>
      </p:bgPr>
    </p:bg>
    <p:spTree>
      <p:nvGrpSpPr>
        <p:cNvPr id="919" name="Shape 919"/>
        <p:cNvGrpSpPr/>
        <p:nvPr/>
      </p:nvGrpSpPr>
      <p:grpSpPr>
        <a:xfrm>
          <a:off x="0" y="0"/>
          <a:ext cx="0" cy="0"/>
          <a:chOff x="0" y="0"/>
          <a:chExt cx="0" cy="0"/>
        </a:xfrm>
      </p:grpSpPr>
      <p:sp>
        <p:nvSpPr>
          <p:cNvPr id="920" name="Google Shape;920;p58"/>
          <p:cNvSpPr txBox="1"/>
          <p:nvPr>
            <p:ph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21" name="Google Shape;921;p58"/>
          <p:cNvSpPr txBox="1"/>
          <p:nvPr/>
        </p:nvSpPr>
        <p:spPr>
          <a:xfrm>
            <a:off x="857250" y="9610725"/>
            <a:ext cx="16573500" cy="428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800"/>
              </a:spcAft>
              <a:buNone/>
            </a:pPr>
            <a:r>
              <a:t/>
            </a:r>
            <a:endParaRPr>
              <a:solidFill>
                <a:srgbClr val="001E5B"/>
              </a:solidFill>
              <a:latin typeface="Salesforce Sans"/>
              <a:ea typeface="Salesforce Sans"/>
              <a:cs typeface="Salesforce Sans"/>
              <a:sym typeface="Salesforce Sans"/>
            </a:endParaRPr>
          </a:p>
        </p:txBody>
      </p:sp>
      <p:sp>
        <p:nvSpPr>
          <p:cNvPr id="922" name="Google Shape;922;p58"/>
          <p:cNvSpPr/>
          <p:nvPr/>
        </p:nvSpPr>
        <p:spPr>
          <a:xfrm>
            <a:off x="857462" y="2436050"/>
            <a:ext cx="16573200" cy="1931100"/>
          </a:xfrm>
          <a:prstGeom prst="roundRect">
            <a:avLst>
              <a:gd fmla="val 20541"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23" name="Google Shape;923;p58"/>
          <p:cNvSpPr/>
          <p:nvPr/>
        </p:nvSpPr>
        <p:spPr>
          <a:xfrm>
            <a:off x="857337" y="4824351"/>
            <a:ext cx="16573200" cy="1931100"/>
          </a:xfrm>
          <a:prstGeom prst="roundRect">
            <a:avLst>
              <a:gd fmla="val 20545"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24" name="Google Shape;924;p58"/>
          <p:cNvSpPr/>
          <p:nvPr/>
        </p:nvSpPr>
        <p:spPr>
          <a:xfrm>
            <a:off x="857325" y="7212652"/>
            <a:ext cx="16573200" cy="1931100"/>
          </a:xfrm>
          <a:prstGeom prst="roundRect">
            <a:avLst>
              <a:gd fmla="val 21111"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25" name="Google Shape;925;p58"/>
          <p:cNvSpPr txBox="1"/>
          <p:nvPr>
            <p:ph idx="2" type="title"/>
          </p:nvPr>
        </p:nvSpPr>
        <p:spPr>
          <a:xfrm>
            <a:off x="1233600" y="2678600"/>
            <a:ext cx="4962300" cy="14460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26" name="Google Shape;926;p58"/>
          <p:cNvSpPr txBox="1"/>
          <p:nvPr>
            <p:ph idx="3" type="title"/>
          </p:nvPr>
        </p:nvSpPr>
        <p:spPr>
          <a:xfrm>
            <a:off x="1233600" y="5066900"/>
            <a:ext cx="4962300" cy="1446000"/>
          </a:xfrm>
          <a:prstGeom prst="rect">
            <a:avLst/>
          </a:prstGeom>
        </p:spPr>
        <p:txBody>
          <a:bodyPr anchorCtr="0" anchor="t"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927" name="Google Shape;927;p58"/>
          <p:cNvSpPr txBox="1"/>
          <p:nvPr>
            <p:ph idx="4" type="title"/>
          </p:nvPr>
        </p:nvSpPr>
        <p:spPr>
          <a:xfrm>
            <a:off x="1233600" y="7460088"/>
            <a:ext cx="4962300" cy="1446000"/>
          </a:xfrm>
          <a:prstGeom prst="rect">
            <a:avLst/>
          </a:prstGeom>
        </p:spPr>
        <p:txBody>
          <a:bodyPr anchorCtr="0" anchor="t"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928" name="Google Shape;928;p58"/>
          <p:cNvSpPr txBox="1"/>
          <p:nvPr>
            <p:ph idx="1" type="body"/>
          </p:nvPr>
        </p:nvSpPr>
        <p:spPr>
          <a:xfrm>
            <a:off x="6774925" y="2436050"/>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929" name="Google Shape;929;p58"/>
          <p:cNvSpPr txBox="1"/>
          <p:nvPr>
            <p:ph idx="5" type="body"/>
          </p:nvPr>
        </p:nvSpPr>
        <p:spPr>
          <a:xfrm>
            <a:off x="6774925" y="4824354"/>
            <a:ext cx="10241700" cy="1931100"/>
          </a:xfrm>
          <a:prstGeom prst="rect">
            <a:avLst/>
          </a:prstGeom>
        </p:spPr>
        <p:txBody>
          <a:bodyPr anchorCtr="0" anchor="t" bIns="274300" lIns="274300" spcFirstLastPara="1" rIns="274300" wrap="square" tIns="27430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930" name="Google Shape;930;p58"/>
          <p:cNvSpPr txBox="1"/>
          <p:nvPr>
            <p:ph idx="6" type="body"/>
          </p:nvPr>
        </p:nvSpPr>
        <p:spPr>
          <a:xfrm>
            <a:off x="6774925" y="7217546"/>
            <a:ext cx="10241700" cy="1931100"/>
          </a:xfrm>
          <a:prstGeom prst="rect">
            <a:avLst/>
          </a:prstGeom>
        </p:spPr>
        <p:txBody>
          <a:bodyPr anchorCtr="0" anchor="t" bIns="274300" lIns="274300" spcFirstLastPara="1" rIns="274300" wrap="square" tIns="27430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grpSp>
        <p:nvGrpSpPr>
          <p:cNvPr id="931" name="Google Shape;931;p58"/>
          <p:cNvGrpSpPr/>
          <p:nvPr/>
        </p:nvGrpSpPr>
        <p:grpSpPr>
          <a:xfrm>
            <a:off x="14497041" y="952412"/>
            <a:ext cx="1598127" cy="459104"/>
            <a:chOff x="5913125" y="1232600"/>
            <a:chExt cx="3443497" cy="989449"/>
          </a:xfrm>
        </p:grpSpPr>
        <p:sp>
          <p:nvSpPr>
            <p:cNvPr id="932" name="Google Shape;932;p5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933" name="Google Shape;933;p5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934" name="Google Shape;934;p5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8_1">
    <p:spTree>
      <p:nvGrpSpPr>
        <p:cNvPr id="935" name="Shape 935"/>
        <p:cNvGrpSpPr/>
        <p:nvPr/>
      </p:nvGrpSpPr>
      <p:grpSpPr>
        <a:xfrm>
          <a:off x="0" y="0"/>
          <a:ext cx="0" cy="0"/>
          <a:chOff x="0" y="0"/>
          <a:chExt cx="0" cy="0"/>
        </a:xfrm>
      </p:grpSpPr>
      <p:sp>
        <p:nvSpPr>
          <p:cNvPr id="936" name="Google Shape;936;p59"/>
          <p:cNvSpPr txBox="1"/>
          <p:nvPr>
            <p:ph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37" name="Google Shape;937;p59"/>
          <p:cNvSpPr txBox="1"/>
          <p:nvPr/>
        </p:nvSpPr>
        <p:spPr>
          <a:xfrm>
            <a:off x="857250" y="9610725"/>
            <a:ext cx="16573500" cy="428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800"/>
              </a:spcAft>
              <a:buNone/>
            </a:pPr>
            <a:r>
              <a:t/>
            </a:r>
            <a:endParaRPr>
              <a:solidFill>
                <a:srgbClr val="001E5B"/>
              </a:solidFill>
              <a:latin typeface="Salesforce Sans"/>
              <a:ea typeface="Salesforce Sans"/>
              <a:cs typeface="Salesforce Sans"/>
              <a:sym typeface="Salesforce Sans"/>
            </a:endParaRPr>
          </a:p>
        </p:txBody>
      </p:sp>
      <p:sp>
        <p:nvSpPr>
          <p:cNvPr id="938" name="Google Shape;938;p59"/>
          <p:cNvSpPr/>
          <p:nvPr/>
        </p:nvSpPr>
        <p:spPr>
          <a:xfrm>
            <a:off x="857462" y="2436050"/>
            <a:ext cx="16573200" cy="1931100"/>
          </a:xfrm>
          <a:prstGeom prst="roundRect">
            <a:avLst>
              <a:gd fmla="val 20541" name="adj"/>
            </a:avLst>
          </a:prstGeom>
          <a:solidFill>
            <a:schemeClr val="dk2"/>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39" name="Google Shape;939;p59"/>
          <p:cNvSpPr/>
          <p:nvPr/>
        </p:nvSpPr>
        <p:spPr>
          <a:xfrm>
            <a:off x="857337" y="4824351"/>
            <a:ext cx="16573200" cy="1931100"/>
          </a:xfrm>
          <a:prstGeom prst="roundRect">
            <a:avLst>
              <a:gd fmla="val 20545"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40" name="Google Shape;940;p59"/>
          <p:cNvSpPr/>
          <p:nvPr/>
        </p:nvSpPr>
        <p:spPr>
          <a:xfrm>
            <a:off x="857325" y="7212652"/>
            <a:ext cx="16573200" cy="1931100"/>
          </a:xfrm>
          <a:prstGeom prst="roundRect">
            <a:avLst>
              <a:gd fmla="val 21111"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41" name="Google Shape;941;p59"/>
          <p:cNvSpPr txBox="1"/>
          <p:nvPr>
            <p:ph idx="2" type="title"/>
          </p:nvPr>
        </p:nvSpPr>
        <p:spPr>
          <a:xfrm>
            <a:off x="1233600" y="2678600"/>
            <a:ext cx="4962300" cy="1446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942" name="Google Shape;942;p59"/>
          <p:cNvSpPr txBox="1"/>
          <p:nvPr>
            <p:ph idx="3" type="title"/>
          </p:nvPr>
        </p:nvSpPr>
        <p:spPr>
          <a:xfrm>
            <a:off x="1233600" y="5066900"/>
            <a:ext cx="4962300" cy="14460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43" name="Google Shape;943;p59"/>
          <p:cNvSpPr txBox="1"/>
          <p:nvPr>
            <p:ph idx="4" type="title"/>
          </p:nvPr>
        </p:nvSpPr>
        <p:spPr>
          <a:xfrm>
            <a:off x="1233600" y="7460088"/>
            <a:ext cx="4962300" cy="14460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44" name="Google Shape;944;p59"/>
          <p:cNvSpPr txBox="1"/>
          <p:nvPr>
            <p:ph idx="1" type="body"/>
          </p:nvPr>
        </p:nvSpPr>
        <p:spPr>
          <a:xfrm>
            <a:off x="6774925" y="2436050"/>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Clr>
                <a:schemeClr val="lt1"/>
              </a:buClr>
              <a:buSzPts val="3000"/>
              <a:buChar char="●"/>
              <a:defRPr>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945" name="Google Shape;945;p59"/>
          <p:cNvSpPr txBox="1"/>
          <p:nvPr>
            <p:ph idx="5" type="body"/>
          </p:nvPr>
        </p:nvSpPr>
        <p:spPr>
          <a:xfrm>
            <a:off x="6774925" y="4824354"/>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946" name="Google Shape;946;p59"/>
          <p:cNvSpPr txBox="1"/>
          <p:nvPr>
            <p:ph idx="6" type="body"/>
          </p:nvPr>
        </p:nvSpPr>
        <p:spPr>
          <a:xfrm>
            <a:off x="6774925" y="7217546"/>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grpSp>
        <p:nvGrpSpPr>
          <p:cNvPr id="947" name="Google Shape;947;p59"/>
          <p:cNvGrpSpPr/>
          <p:nvPr/>
        </p:nvGrpSpPr>
        <p:grpSpPr>
          <a:xfrm>
            <a:off x="14497041" y="952412"/>
            <a:ext cx="1598127" cy="459104"/>
            <a:chOff x="5913125" y="1232600"/>
            <a:chExt cx="3443497" cy="989449"/>
          </a:xfrm>
        </p:grpSpPr>
        <p:sp>
          <p:nvSpPr>
            <p:cNvPr id="948" name="Google Shape;948;p59"/>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949" name="Google Shape;949;p59"/>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950" name="Google Shape;950;p59"/>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1">
  <p:cSld name="CUSTOM_8_1_1">
    <p:spTree>
      <p:nvGrpSpPr>
        <p:cNvPr id="951" name="Shape 951"/>
        <p:cNvGrpSpPr/>
        <p:nvPr/>
      </p:nvGrpSpPr>
      <p:grpSpPr>
        <a:xfrm>
          <a:off x="0" y="0"/>
          <a:ext cx="0" cy="0"/>
          <a:chOff x="0" y="0"/>
          <a:chExt cx="0" cy="0"/>
        </a:xfrm>
      </p:grpSpPr>
      <p:sp>
        <p:nvSpPr>
          <p:cNvPr id="952" name="Google Shape;952;p60"/>
          <p:cNvSpPr txBox="1"/>
          <p:nvPr>
            <p:ph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53" name="Google Shape;953;p60"/>
          <p:cNvSpPr txBox="1"/>
          <p:nvPr/>
        </p:nvSpPr>
        <p:spPr>
          <a:xfrm>
            <a:off x="857250" y="9610725"/>
            <a:ext cx="16573500" cy="428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800"/>
              </a:spcAft>
              <a:buNone/>
            </a:pPr>
            <a:r>
              <a:t/>
            </a:r>
            <a:endParaRPr>
              <a:solidFill>
                <a:srgbClr val="001E5B"/>
              </a:solidFill>
              <a:latin typeface="Salesforce Sans"/>
              <a:ea typeface="Salesforce Sans"/>
              <a:cs typeface="Salesforce Sans"/>
              <a:sym typeface="Salesforce Sans"/>
            </a:endParaRPr>
          </a:p>
        </p:txBody>
      </p:sp>
      <p:sp>
        <p:nvSpPr>
          <p:cNvPr id="954" name="Google Shape;954;p60"/>
          <p:cNvSpPr/>
          <p:nvPr/>
        </p:nvSpPr>
        <p:spPr>
          <a:xfrm>
            <a:off x="857462" y="2436050"/>
            <a:ext cx="16573200" cy="1931100"/>
          </a:xfrm>
          <a:prstGeom prst="roundRect">
            <a:avLst>
              <a:gd fmla="val 20541"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55" name="Google Shape;955;p60"/>
          <p:cNvSpPr/>
          <p:nvPr/>
        </p:nvSpPr>
        <p:spPr>
          <a:xfrm>
            <a:off x="857337" y="4824351"/>
            <a:ext cx="16573200" cy="1931100"/>
          </a:xfrm>
          <a:prstGeom prst="roundRect">
            <a:avLst>
              <a:gd fmla="val 20545" name="adj"/>
            </a:avLst>
          </a:prstGeom>
          <a:solidFill>
            <a:schemeClr val="dk2"/>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56" name="Google Shape;956;p60"/>
          <p:cNvSpPr/>
          <p:nvPr/>
        </p:nvSpPr>
        <p:spPr>
          <a:xfrm>
            <a:off x="857325" y="7212652"/>
            <a:ext cx="16573200" cy="1931100"/>
          </a:xfrm>
          <a:prstGeom prst="roundRect">
            <a:avLst>
              <a:gd fmla="val 21111"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57" name="Google Shape;957;p60"/>
          <p:cNvSpPr txBox="1"/>
          <p:nvPr>
            <p:ph idx="2" type="title"/>
          </p:nvPr>
        </p:nvSpPr>
        <p:spPr>
          <a:xfrm>
            <a:off x="1233600" y="2678600"/>
            <a:ext cx="4962300" cy="14460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58" name="Google Shape;958;p60"/>
          <p:cNvSpPr txBox="1"/>
          <p:nvPr>
            <p:ph idx="3" type="title"/>
          </p:nvPr>
        </p:nvSpPr>
        <p:spPr>
          <a:xfrm>
            <a:off x="1233600" y="5066900"/>
            <a:ext cx="4962300" cy="1446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959" name="Google Shape;959;p60"/>
          <p:cNvSpPr txBox="1"/>
          <p:nvPr>
            <p:ph idx="4" type="title"/>
          </p:nvPr>
        </p:nvSpPr>
        <p:spPr>
          <a:xfrm>
            <a:off x="1233600" y="7460088"/>
            <a:ext cx="4962300" cy="14460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60" name="Google Shape;960;p60"/>
          <p:cNvSpPr txBox="1"/>
          <p:nvPr>
            <p:ph idx="1" type="body"/>
          </p:nvPr>
        </p:nvSpPr>
        <p:spPr>
          <a:xfrm>
            <a:off x="6774925" y="2436050"/>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961" name="Google Shape;961;p60"/>
          <p:cNvSpPr txBox="1"/>
          <p:nvPr>
            <p:ph idx="5" type="body"/>
          </p:nvPr>
        </p:nvSpPr>
        <p:spPr>
          <a:xfrm>
            <a:off x="6774925" y="4824354"/>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Clr>
                <a:schemeClr val="lt1"/>
              </a:buClr>
              <a:buSzPts val="3000"/>
              <a:buChar char="●"/>
              <a:defRPr>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962" name="Google Shape;962;p60"/>
          <p:cNvSpPr txBox="1"/>
          <p:nvPr>
            <p:ph idx="6" type="body"/>
          </p:nvPr>
        </p:nvSpPr>
        <p:spPr>
          <a:xfrm>
            <a:off x="6774925" y="7217546"/>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grpSp>
        <p:nvGrpSpPr>
          <p:cNvPr id="963" name="Google Shape;963;p60"/>
          <p:cNvGrpSpPr/>
          <p:nvPr/>
        </p:nvGrpSpPr>
        <p:grpSpPr>
          <a:xfrm>
            <a:off x="14497041" y="952412"/>
            <a:ext cx="1598127" cy="459104"/>
            <a:chOff x="5913125" y="1232600"/>
            <a:chExt cx="3443497" cy="989449"/>
          </a:xfrm>
        </p:grpSpPr>
        <p:sp>
          <p:nvSpPr>
            <p:cNvPr id="964" name="Google Shape;964;p6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965" name="Google Shape;965;p6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966" name="Google Shape;966;p6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1 1">
  <p:cSld name="CUSTOM_8_1_1_1">
    <p:spTree>
      <p:nvGrpSpPr>
        <p:cNvPr id="967" name="Shape 967"/>
        <p:cNvGrpSpPr/>
        <p:nvPr/>
      </p:nvGrpSpPr>
      <p:grpSpPr>
        <a:xfrm>
          <a:off x="0" y="0"/>
          <a:ext cx="0" cy="0"/>
          <a:chOff x="0" y="0"/>
          <a:chExt cx="0" cy="0"/>
        </a:xfrm>
      </p:grpSpPr>
      <p:sp>
        <p:nvSpPr>
          <p:cNvPr id="968" name="Google Shape;968;p61"/>
          <p:cNvSpPr txBox="1"/>
          <p:nvPr>
            <p:ph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69" name="Google Shape;969;p61"/>
          <p:cNvSpPr txBox="1"/>
          <p:nvPr/>
        </p:nvSpPr>
        <p:spPr>
          <a:xfrm>
            <a:off x="857250" y="9610725"/>
            <a:ext cx="16573500" cy="428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800"/>
              </a:spcAft>
              <a:buNone/>
            </a:pPr>
            <a:r>
              <a:t/>
            </a:r>
            <a:endParaRPr>
              <a:solidFill>
                <a:srgbClr val="001E5B"/>
              </a:solidFill>
              <a:latin typeface="Salesforce Sans"/>
              <a:ea typeface="Salesforce Sans"/>
              <a:cs typeface="Salesforce Sans"/>
              <a:sym typeface="Salesforce Sans"/>
            </a:endParaRPr>
          </a:p>
        </p:txBody>
      </p:sp>
      <p:sp>
        <p:nvSpPr>
          <p:cNvPr id="970" name="Google Shape;970;p61"/>
          <p:cNvSpPr/>
          <p:nvPr/>
        </p:nvSpPr>
        <p:spPr>
          <a:xfrm>
            <a:off x="857462" y="2436050"/>
            <a:ext cx="16573200" cy="1931100"/>
          </a:xfrm>
          <a:prstGeom prst="roundRect">
            <a:avLst>
              <a:gd fmla="val 20541"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71" name="Google Shape;971;p61"/>
          <p:cNvSpPr/>
          <p:nvPr/>
        </p:nvSpPr>
        <p:spPr>
          <a:xfrm>
            <a:off x="857337" y="4824351"/>
            <a:ext cx="16573200" cy="1931100"/>
          </a:xfrm>
          <a:prstGeom prst="roundRect">
            <a:avLst>
              <a:gd fmla="val 20545" name="adj"/>
            </a:avLst>
          </a:prstGeom>
          <a:solidFill>
            <a:srgbClr val="EAF5FE"/>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72" name="Google Shape;972;p61"/>
          <p:cNvSpPr/>
          <p:nvPr/>
        </p:nvSpPr>
        <p:spPr>
          <a:xfrm>
            <a:off x="857325" y="7212652"/>
            <a:ext cx="16573200" cy="1931100"/>
          </a:xfrm>
          <a:prstGeom prst="roundRect">
            <a:avLst>
              <a:gd fmla="val 21111" name="adj"/>
            </a:avLst>
          </a:prstGeom>
          <a:solidFill>
            <a:schemeClr val="dk2"/>
          </a:solidFill>
          <a:ln>
            <a:noFill/>
          </a:ln>
        </p:spPr>
        <p:txBody>
          <a:bodyPr anchorCtr="0" anchor="ctr" bIns="365750" lIns="274300" spcFirstLastPara="1" rIns="10058400" wrap="square" tIns="365750">
            <a:noAutofit/>
          </a:bodyPr>
          <a:lstStyle/>
          <a:p>
            <a:pPr indent="0" lvl="0" marL="0" rtl="0" algn="l">
              <a:lnSpc>
                <a:spcPct val="90000"/>
              </a:lnSpc>
              <a:spcBef>
                <a:spcPts val="0"/>
              </a:spcBef>
              <a:spcAft>
                <a:spcPts val="0"/>
              </a:spcAft>
              <a:buNone/>
            </a:pPr>
            <a:r>
              <a:t/>
            </a:r>
            <a:endParaRPr sz="3600">
              <a:solidFill>
                <a:srgbClr val="001E5B"/>
              </a:solidFill>
              <a:latin typeface="Avant Garde Demi SFDC"/>
              <a:ea typeface="Avant Garde Demi SFDC"/>
              <a:cs typeface="Avant Garde Demi SFDC"/>
              <a:sym typeface="Avant Garde Demi SFDC"/>
            </a:endParaRPr>
          </a:p>
        </p:txBody>
      </p:sp>
      <p:sp>
        <p:nvSpPr>
          <p:cNvPr id="973" name="Google Shape;973;p61"/>
          <p:cNvSpPr txBox="1"/>
          <p:nvPr>
            <p:ph idx="2" type="title"/>
          </p:nvPr>
        </p:nvSpPr>
        <p:spPr>
          <a:xfrm>
            <a:off x="1233600" y="2678600"/>
            <a:ext cx="4962300" cy="14460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74" name="Google Shape;974;p61"/>
          <p:cNvSpPr txBox="1"/>
          <p:nvPr>
            <p:ph idx="3" type="title"/>
          </p:nvPr>
        </p:nvSpPr>
        <p:spPr>
          <a:xfrm>
            <a:off x="1233600" y="5066900"/>
            <a:ext cx="4962300" cy="14460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75" name="Google Shape;975;p61"/>
          <p:cNvSpPr txBox="1"/>
          <p:nvPr>
            <p:ph idx="4" type="title"/>
          </p:nvPr>
        </p:nvSpPr>
        <p:spPr>
          <a:xfrm>
            <a:off x="1233600" y="7460088"/>
            <a:ext cx="4962300" cy="1446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976" name="Google Shape;976;p61"/>
          <p:cNvSpPr txBox="1"/>
          <p:nvPr>
            <p:ph idx="1" type="body"/>
          </p:nvPr>
        </p:nvSpPr>
        <p:spPr>
          <a:xfrm>
            <a:off x="6774925" y="2436050"/>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977" name="Google Shape;977;p61"/>
          <p:cNvSpPr txBox="1"/>
          <p:nvPr>
            <p:ph idx="5" type="body"/>
          </p:nvPr>
        </p:nvSpPr>
        <p:spPr>
          <a:xfrm>
            <a:off x="6774925" y="4824354"/>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978" name="Google Shape;978;p61"/>
          <p:cNvSpPr txBox="1"/>
          <p:nvPr>
            <p:ph idx="6" type="body"/>
          </p:nvPr>
        </p:nvSpPr>
        <p:spPr>
          <a:xfrm>
            <a:off x="6774925" y="7217546"/>
            <a:ext cx="10241700" cy="1931100"/>
          </a:xfrm>
          <a:prstGeom prst="rect">
            <a:avLst/>
          </a:prstGeom>
        </p:spPr>
        <p:txBody>
          <a:bodyPr anchorCtr="0" anchor="t" bIns="274300" lIns="274300" spcFirstLastPara="1" rIns="274300" wrap="square" tIns="274300">
            <a:noAutofit/>
          </a:bodyPr>
          <a:lstStyle>
            <a:lvl1pPr indent="-419100" lvl="0" marL="457200">
              <a:spcBef>
                <a:spcPts val="0"/>
              </a:spcBef>
              <a:spcAft>
                <a:spcPts val="0"/>
              </a:spcAft>
              <a:buClr>
                <a:schemeClr val="lt1"/>
              </a:buClr>
              <a:buSzPts val="3000"/>
              <a:buChar char="●"/>
              <a:defRPr>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grpSp>
        <p:nvGrpSpPr>
          <p:cNvPr id="979" name="Google Shape;979;p61"/>
          <p:cNvGrpSpPr/>
          <p:nvPr/>
        </p:nvGrpSpPr>
        <p:grpSpPr>
          <a:xfrm>
            <a:off x="14497041" y="952412"/>
            <a:ext cx="1598127" cy="459104"/>
            <a:chOff x="5913125" y="1232600"/>
            <a:chExt cx="3443497" cy="989449"/>
          </a:xfrm>
        </p:grpSpPr>
        <p:sp>
          <p:nvSpPr>
            <p:cNvPr id="980" name="Google Shape;980;p6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981" name="Google Shape;981;p6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982" name="Google Shape;982;p6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9">
    <p:bg>
      <p:bgPr>
        <a:solidFill>
          <a:srgbClr val="CFE9FE"/>
        </a:solidFill>
      </p:bgPr>
    </p:bg>
    <p:spTree>
      <p:nvGrpSpPr>
        <p:cNvPr id="983" name="Shape 983"/>
        <p:cNvGrpSpPr/>
        <p:nvPr/>
      </p:nvGrpSpPr>
      <p:grpSpPr>
        <a:xfrm>
          <a:off x="0" y="0"/>
          <a:ext cx="0" cy="0"/>
          <a:chOff x="0" y="0"/>
          <a:chExt cx="0" cy="0"/>
        </a:xfrm>
      </p:grpSpPr>
      <p:sp>
        <p:nvSpPr>
          <p:cNvPr id="984" name="Google Shape;984;p62"/>
          <p:cNvSpPr txBox="1"/>
          <p:nvPr/>
        </p:nvSpPr>
        <p:spPr>
          <a:xfrm>
            <a:off x="857250" y="9610725"/>
            <a:ext cx="16573500" cy="428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800"/>
              </a:spcAft>
              <a:buNone/>
            </a:pPr>
            <a:r>
              <a:t/>
            </a:r>
            <a:endParaRPr>
              <a:solidFill>
                <a:srgbClr val="001E5B"/>
              </a:solidFill>
              <a:latin typeface="Salesforce Sans"/>
              <a:ea typeface="Salesforce Sans"/>
              <a:cs typeface="Salesforce Sans"/>
              <a:sym typeface="Salesforce Sans"/>
            </a:endParaRPr>
          </a:p>
        </p:txBody>
      </p:sp>
      <p:sp>
        <p:nvSpPr>
          <p:cNvPr id="985" name="Google Shape;985;p62"/>
          <p:cNvSpPr/>
          <p:nvPr/>
        </p:nvSpPr>
        <p:spPr>
          <a:xfrm>
            <a:off x="857250" y="2896500"/>
            <a:ext cx="9487200" cy="6247500"/>
          </a:xfrm>
          <a:prstGeom prst="roundRect">
            <a:avLst>
              <a:gd fmla="val 4692" name="adj"/>
            </a:avLst>
          </a:prstGeom>
          <a:solidFill>
            <a:srgbClr val="FFFFFF"/>
          </a:solidFill>
          <a:ln>
            <a:noFill/>
          </a:ln>
        </p:spPr>
        <p:txBody>
          <a:bodyPr anchorCtr="0" anchor="t" bIns="274300" lIns="274300" spcFirstLastPara="1" rIns="274300" wrap="square" tIns="274300">
            <a:noAutofit/>
          </a:bodyPr>
          <a:lstStyle/>
          <a:p>
            <a:pPr indent="0" lvl="0" marL="0" rtl="0" algn="l">
              <a:spcBef>
                <a:spcPts val="0"/>
              </a:spcBef>
              <a:spcAft>
                <a:spcPts val="966"/>
              </a:spcAft>
              <a:buNone/>
            </a:pPr>
            <a:r>
              <a:t/>
            </a:r>
            <a:endParaRPr sz="2318">
              <a:solidFill>
                <a:srgbClr val="001E5B"/>
              </a:solidFill>
              <a:latin typeface="Salesforce Sans"/>
              <a:ea typeface="Salesforce Sans"/>
              <a:cs typeface="Salesforce Sans"/>
              <a:sym typeface="Salesforce Sans"/>
            </a:endParaRPr>
          </a:p>
        </p:txBody>
      </p:sp>
      <p:sp>
        <p:nvSpPr>
          <p:cNvPr id="986" name="Google Shape;986;p62"/>
          <p:cNvSpPr/>
          <p:nvPr/>
        </p:nvSpPr>
        <p:spPr>
          <a:xfrm>
            <a:off x="10801498" y="2896500"/>
            <a:ext cx="6629100" cy="6247500"/>
          </a:xfrm>
          <a:prstGeom prst="roundRect">
            <a:avLst>
              <a:gd fmla="val 5653" name="adj"/>
            </a:avLst>
          </a:prstGeom>
          <a:solidFill>
            <a:srgbClr val="022AC0"/>
          </a:solidFill>
          <a:ln>
            <a:noFill/>
          </a:ln>
        </p:spPr>
        <p:txBody>
          <a:bodyPr anchorCtr="0" anchor="t" bIns="274300" lIns="274300" spcFirstLastPara="1" rIns="274300" wrap="square" tIns="274300">
            <a:noAutofit/>
          </a:bodyPr>
          <a:lstStyle/>
          <a:p>
            <a:pPr indent="0" lvl="0" marL="0" marR="0" rtl="0" algn="l">
              <a:lnSpc>
                <a:spcPct val="100000"/>
              </a:lnSpc>
              <a:spcBef>
                <a:spcPts val="0"/>
              </a:spcBef>
              <a:spcAft>
                <a:spcPts val="1000"/>
              </a:spcAft>
              <a:buNone/>
            </a:pPr>
            <a:r>
              <a:t/>
            </a:r>
            <a:endParaRPr sz="2400">
              <a:solidFill>
                <a:srgbClr val="FFFFFF"/>
              </a:solidFill>
              <a:latin typeface="Salesforce Sans"/>
              <a:ea typeface="Salesforce Sans"/>
              <a:cs typeface="Salesforce Sans"/>
              <a:sym typeface="Salesforce Sans"/>
            </a:endParaRPr>
          </a:p>
        </p:txBody>
      </p:sp>
      <p:sp>
        <p:nvSpPr>
          <p:cNvPr id="987" name="Google Shape;987;p6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988" name="Google Shape;988;p6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89" name="Google Shape;989;p62"/>
          <p:cNvSpPr txBox="1"/>
          <p:nvPr>
            <p:ph idx="2" type="body"/>
          </p:nvPr>
        </p:nvSpPr>
        <p:spPr>
          <a:xfrm>
            <a:off x="1205700" y="4119325"/>
            <a:ext cx="8790300" cy="46332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990" name="Google Shape;990;p62"/>
          <p:cNvSpPr txBox="1"/>
          <p:nvPr>
            <p:ph idx="3" type="body"/>
          </p:nvPr>
        </p:nvSpPr>
        <p:spPr>
          <a:xfrm>
            <a:off x="11181600" y="4119325"/>
            <a:ext cx="5868900" cy="4633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lt1"/>
              </a:buClr>
              <a:buSzPts val="3000"/>
              <a:buChar char="●"/>
              <a:defRPr sz="3000">
                <a:solidFill>
                  <a:schemeClr val="lt1"/>
                </a:solidFill>
              </a:defRPr>
            </a:lvl1pPr>
            <a:lvl2pPr indent="-393700" lvl="1" marL="914400">
              <a:spcBef>
                <a:spcPts val="1800"/>
              </a:spcBef>
              <a:spcAft>
                <a:spcPts val="0"/>
              </a:spcAft>
              <a:buClr>
                <a:schemeClr val="lt1"/>
              </a:buClr>
              <a:buSzPts val="2600"/>
              <a:buChar char="○"/>
              <a:defRPr sz="2600">
                <a:solidFill>
                  <a:schemeClr val="lt1"/>
                </a:solidFill>
              </a:defRPr>
            </a:lvl2pPr>
            <a:lvl3pPr indent="-381000" lvl="2" marL="1371600">
              <a:spcBef>
                <a:spcPts val="1800"/>
              </a:spcBef>
              <a:spcAft>
                <a:spcPts val="0"/>
              </a:spcAft>
              <a:buClr>
                <a:schemeClr val="lt1"/>
              </a:buClr>
              <a:buSzPts val="2400"/>
              <a:buChar char="■"/>
              <a:defRPr sz="2400">
                <a:solidFill>
                  <a:schemeClr val="lt1"/>
                </a:solidFill>
              </a:defRPr>
            </a:lvl3pPr>
            <a:lvl4pPr indent="-368300" lvl="3" marL="1828800">
              <a:spcBef>
                <a:spcPts val="1800"/>
              </a:spcBef>
              <a:spcAft>
                <a:spcPts val="0"/>
              </a:spcAft>
              <a:buClr>
                <a:schemeClr val="lt1"/>
              </a:buClr>
              <a:buSzPts val="2200"/>
              <a:buChar char="●"/>
              <a:defRPr sz="2200">
                <a:solidFill>
                  <a:schemeClr val="lt1"/>
                </a:solidFill>
              </a:defRPr>
            </a:lvl4pPr>
            <a:lvl5pPr indent="-355600" lvl="4" marL="2286000">
              <a:spcBef>
                <a:spcPts val="1800"/>
              </a:spcBef>
              <a:spcAft>
                <a:spcPts val="0"/>
              </a:spcAft>
              <a:buClr>
                <a:schemeClr val="lt1"/>
              </a:buClr>
              <a:buSzPts val="2000"/>
              <a:buChar char="○"/>
              <a:defRPr sz="2000">
                <a:solidFill>
                  <a:schemeClr val="lt1"/>
                </a:solidFill>
              </a:defRPr>
            </a:lvl5pPr>
            <a:lvl6pPr indent="-342900" lvl="5" marL="2743200">
              <a:spcBef>
                <a:spcPts val="1800"/>
              </a:spcBef>
              <a:spcAft>
                <a:spcPts val="0"/>
              </a:spcAft>
              <a:buClr>
                <a:schemeClr val="lt1"/>
              </a:buClr>
              <a:buSzPts val="1800"/>
              <a:buChar char="■"/>
              <a:defRPr sz="1800">
                <a:solidFill>
                  <a:schemeClr val="lt1"/>
                </a:solidFill>
              </a:defRPr>
            </a:lvl6pPr>
            <a:lvl7pPr indent="-342900" lvl="6" marL="3200400">
              <a:spcBef>
                <a:spcPts val="1800"/>
              </a:spcBef>
              <a:spcAft>
                <a:spcPts val="0"/>
              </a:spcAft>
              <a:buClr>
                <a:schemeClr val="lt1"/>
              </a:buClr>
              <a:buSzPts val="1800"/>
              <a:buChar char="●"/>
              <a:defRPr sz="1800">
                <a:solidFill>
                  <a:schemeClr val="lt1"/>
                </a:solidFill>
              </a:defRPr>
            </a:lvl7pPr>
            <a:lvl8pPr indent="-342900" lvl="7" marL="3657600">
              <a:spcBef>
                <a:spcPts val="1800"/>
              </a:spcBef>
              <a:spcAft>
                <a:spcPts val="0"/>
              </a:spcAft>
              <a:buClr>
                <a:schemeClr val="lt1"/>
              </a:buClr>
              <a:buSzPts val="1800"/>
              <a:buChar char="○"/>
              <a:defRPr sz="1800">
                <a:solidFill>
                  <a:schemeClr val="lt1"/>
                </a:solidFill>
              </a:defRPr>
            </a:lvl8pPr>
            <a:lvl9pPr indent="-342900" lvl="8" marL="4114800">
              <a:spcBef>
                <a:spcPts val="1800"/>
              </a:spcBef>
              <a:spcAft>
                <a:spcPts val="1800"/>
              </a:spcAft>
              <a:buClr>
                <a:schemeClr val="lt1"/>
              </a:buClr>
              <a:buSzPts val="1800"/>
              <a:buChar char="■"/>
              <a:defRPr sz="1800">
                <a:solidFill>
                  <a:schemeClr val="lt1"/>
                </a:solidFill>
              </a:defRPr>
            </a:lvl9pPr>
          </a:lstStyle>
          <a:p/>
        </p:txBody>
      </p:sp>
      <p:sp>
        <p:nvSpPr>
          <p:cNvPr id="991" name="Google Shape;991;p62"/>
          <p:cNvSpPr txBox="1"/>
          <p:nvPr>
            <p:ph idx="4" type="title"/>
          </p:nvPr>
        </p:nvSpPr>
        <p:spPr>
          <a:xfrm>
            <a:off x="1205700" y="3265725"/>
            <a:ext cx="8488800" cy="657600"/>
          </a:xfrm>
          <a:prstGeom prst="rect">
            <a:avLst/>
          </a:prstGeom>
        </p:spPr>
        <p:txBody>
          <a:bodyPr anchorCtr="0" anchor="t" bIns="0" lIns="0" spcFirstLastPara="1" rIns="0" wrap="square" tIns="0">
            <a:noAutofit/>
          </a:bodyPr>
          <a:lstStyle>
            <a:lvl1pPr lvl="0">
              <a:spcBef>
                <a:spcPts val="0"/>
              </a:spcBef>
              <a:spcAft>
                <a:spcPts val="0"/>
              </a:spcAft>
              <a:buSzPts val="4300"/>
              <a:buNone/>
              <a:defRPr sz="43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92" name="Google Shape;992;p62"/>
          <p:cNvSpPr txBox="1"/>
          <p:nvPr>
            <p:ph idx="5" type="title"/>
          </p:nvPr>
        </p:nvSpPr>
        <p:spPr>
          <a:xfrm>
            <a:off x="11181601" y="3265725"/>
            <a:ext cx="5868900" cy="6576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4300"/>
              <a:buNone/>
              <a:defRPr sz="4300">
                <a:solidFill>
                  <a:schemeClr val="lt1"/>
                </a:solidFill>
              </a:defRPr>
            </a:lvl1pPr>
            <a:lvl2pPr lvl="1" rtl="0">
              <a:spcBef>
                <a:spcPts val="0"/>
              </a:spcBef>
              <a:spcAft>
                <a:spcPts val="0"/>
              </a:spcAft>
              <a:buClr>
                <a:schemeClr val="lt1"/>
              </a:buClr>
              <a:buSzPts val="5600"/>
              <a:buNone/>
              <a:defRPr>
                <a:solidFill>
                  <a:schemeClr val="lt1"/>
                </a:solidFill>
              </a:defRPr>
            </a:lvl2pPr>
            <a:lvl3pPr lvl="2" rtl="0">
              <a:spcBef>
                <a:spcPts val="0"/>
              </a:spcBef>
              <a:spcAft>
                <a:spcPts val="0"/>
              </a:spcAft>
              <a:buClr>
                <a:schemeClr val="lt1"/>
              </a:buClr>
              <a:buSzPts val="5600"/>
              <a:buNone/>
              <a:defRPr>
                <a:solidFill>
                  <a:schemeClr val="lt1"/>
                </a:solidFill>
              </a:defRPr>
            </a:lvl3pPr>
            <a:lvl4pPr lvl="3" rtl="0">
              <a:spcBef>
                <a:spcPts val="0"/>
              </a:spcBef>
              <a:spcAft>
                <a:spcPts val="0"/>
              </a:spcAft>
              <a:buClr>
                <a:schemeClr val="lt1"/>
              </a:buClr>
              <a:buSzPts val="5600"/>
              <a:buNone/>
              <a:defRPr>
                <a:solidFill>
                  <a:schemeClr val="lt1"/>
                </a:solidFill>
              </a:defRPr>
            </a:lvl4pPr>
            <a:lvl5pPr lvl="4" rtl="0">
              <a:spcBef>
                <a:spcPts val="0"/>
              </a:spcBef>
              <a:spcAft>
                <a:spcPts val="0"/>
              </a:spcAft>
              <a:buClr>
                <a:schemeClr val="lt1"/>
              </a:buClr>
              <a:buSzPts val="5600"/>
              <a:buNone/>
              <a:defRPr>
                <a:solidFill>
                  <a:schemeClr val="lt1"/>
                </a:solidFill>
              </a:defRPr>
            </a:lvl5pPr>
            <a:lvl6pPr lvl="5" rtl="0">
              <a:spcBef>
                <a:spcPts val="0"/>
              </a:spcBef>
              <a:spcAft>
                <a:spcPts val="0"/>
              </a:spcAft>
              <a:buClr>
                <a:schemeClr val="lt1"/>
              </a:buClr>
              <a:buSzPts val="5600"/>
              <a:buNone/>
              <a:defRPr>
                <a:solidFill>
                  <a:schemeClr val="lt1"/>
                </a:solidFill>
              </a:defRPr>
            </a:lvl6pPr>
            <a:lvl7pPr lvl="6" rtl="0">
              <a:spcBef>
                <a:spcPts val="0"/>
              </a:spcBef>
              <a:spcAft>
                <a:spcPts val="0"/>
              </a:spcAft>
              <a:buClr>
                <a:schemeClr val="lt1"/>
              </a:buClr>
              <a:buSzPts val="5600"/>
              <a:buNone/>
              <a:defRPr>
                <a:solidFill>
                  <a:schemeClr val="lt1"/>
                </a:solidFill>
              </a:defRPr>
            </a:lvl7pPr>
            <a:lvl8pPr lvl="7" rtl="0">
              <a:spcBef>
                <a:spcPts val="0"/>
              </a:spcBef>
              <a:spcAft>
                <a:spcPts val="0"/>
              </a:spcAft>
              <a:buClr>
                <a:schemeClr val="lt1"/>
              </a:buClr>
              <a:buSzPts val="5600"/>
              <a:buNone/>
              <a:defRPr>
                <a:solidFill>
                  <a:schemeClr val="lt1"/>
                </a:solidFill>
              </a:defRPr>
            </a:lvl8pPr>
            <a:lvl9pPr lvl="8" rtl="0">
              <a:spcBef>
                <a:spcPts val="0"/>
              </a:spcBef>
              <a:spcAft>
                <a:spcPts val="0"/>
              </a:spcAft>
              <a:buClr>
                <a:schemeClr val="lt1"/>
              </a:buClr>
              <a:buSzPts val="5600"/>
              <a:buNone/>
              <a:defRPr>
                <a:solidFill>
                  <a:schemeClr val="lt1"/>
                </a:solidFill>
              </a:defRPr>
            </a:lvl9pPr>
          </a:lstStyle>
          <a:p/>
        </p:txBody>
      </p:sp>
      <p:grpSp>
        <p:nvGrpSpPr>
          <p:cNvPr id="993" name="Google Shape;993;p62"/>
          <p:cNvGrpSpPr/>
          <p:nvPr/>
        </p:nvGrpSpPr>
        <p:grpSpPr>
          <a:xfrm>
            <a:off x="14497041" y="952412"/>
            <a:ext cx="1598127" cy="459104"/>
            <a:chOff x="5913125" y="1232600"/>
            <a:chExt cx="3443497" cy="989449"/>
          </a:xfrm>
        </p:grpSpPr>
        <p:sp>
          <p:nvSpPr>
            <p:cNvPr id="994" name="Google Shape;994;p6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995" name="Google Shape;995;p6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996" name="Google Shape;996;p6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9_6">
    <p:spTree>
      <p:nvGrpSpPr>
        <p:cNvPr id="997" name="Shape 997"/>
        <p:cNvGrpSpPr/>
        <p:nvPr/>
      </p:nvGrpSpPr>
      <p:grpSpPr>
        <a:xfrm>
          <a:off x="0" y="0"/>
          <a:ext cx="0" cy="0"/>
          <a:chOff x="0" y="0"/>
          <a:chExt cx="0" cy="0"/>
        </a:xfrm>
      </p:grpSpPr>
      <p:sp>
        <p:nvSpPr>
          <p:cNvPr id="998" name="Google Shape;998;p63"/>
          <p:cNvSpPr txBox="1"/>
          <p:nvPr/>
        </p:nvSpPr>
        <p:spPr>
          <a:xfrm>
            <a:off x="857250" y="9610725"/>
            <a:ext cx="16573500" cy="428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1800"/>
              </a:spcAft>
              <a:buNone/>
            </a:pPr>
            <a:r>
              <a:t/>
            </a:r>
            <a:endParaRPr>
              <a:solidFill>
                <a:srgbClr val="001E5B"/>
              </a:solidFill>
              <a:latin typeface="Salesforce Sans"/>
              <a:ea typeface="Salesforce Sans"/>
              <a:cs typeface="Salesforce Sans"/>
              <a:sym typeface="Salesforce Sans"/>
            </a:endParaRPr>
          </a:p>
        </p:txBody>
      </p:sp>
      <p:sp>
        <p:nvSpPr>
          <p:cNvPr id="999" name="Google Shape;999;p63"/>
          <p:cNvSpPr/>
          <p:nvPr/>
        </p:nvSpPr>
        <p:spPr>
          <a:xfrm>
            <a:off x="857250" y="2896500"/>
            <a:ext cx="9487200" cy="6247500"/>
          </a:xfrm>
          <a:prstGeom prst="roundRect">
            <a:avLst>
              <a:gd fmla="val 4692" name="adj"/>
            </a:avLst>
          </a:prstGeom>
          <a:solidFill>
            <a:srgbClr val="EAF5FE"/>
          </a:solidFill>
          <a:ln>
            <a:noFill/>
          </a:ln>
        </p:spPr>
        <p:txBody>
          <a:bodyPr anchorCtr="0" anchor="t" bIns="274300" lIns="274300" spcFirstLastPara="1" rIns="274300" wrap="square" tIns="274300">
            <a:noAutofit/>
          </a:bodyPr>
          <a:lstStyle/>
          <a:p>
            <a:pPr indent="0" lvl="0" marL="0" rtl="0" algn="l">
              <a:spcBef>
                <a:spcPts val="0"/>
              </a:spcBef>
              <a:spcAft>
                <a:spcPts val="966"/>
              </a:spcAft>
              <a:buNone/>
            </a:pPr>
            <a:r>
              <a:t/>
            </a:r>
            <a:endParaRPr sz="2318">
              <a:solidFill>
                <a:srgbClr val="001E5B"/>
              </a:solidFill>
              <a:latin typeface="Salesforce Sans"/>
              <a:ea typeface="Salesforce Sans"/>
              <a:cs typeface="Salesforce Sans"/>
              <a:sym typeface="Salesforce Sans"/>
            </a:endParaRPr>
          </a:p>
        </p:txBody>
      </p:sp>
      <p:sp>
        <p:nvSpPr>
          <p:cNvPr id="1000" name="Google Shape;1000;p63"/>
          <p:cNvSpPr/>
          <p:nvPr/>
        </p:nvSpPr>
        <p:spPr>
          <a:xfrm>
            <a:off x="10801498" y="2896500"/>
            <a:ext cx="6629100" cy="6247500"/>
          </a:xfrm>
          <a:prstGeom prst="roundRect">
            <a:avLst>
              <a:gd fmla="val 5653" name="adj"/>
            </a:avLst>
          </a:prstGeom>
          <a:solidFill>
            <a:srgbClr val="022AC0"/>
          </a:solidFill>
          <a:ln>
            <a:noFill/>
          </a:ln>
        </p:spPr>
        <p:txBody>
          <a:bodyPr anchorCtr="0" anchor="t" bIns="274300" lIns="274300" spcFirstLastPara="1" rIns="274300" wrap="square" tIns="274300">
            <a:noAutofit/>
          </a:bodyPr>
          <a:lstStyle/>
          <a:p>
            <a:pPr indent="0" lvl="0" marL="0" marR="0" rtl="0" algn="l">
              <a:lnSpc>
                <a:spcPct val="100000"/>
              </a:lnSpc>
              <a:spcBef>
                <a:spcPts val="0"/>
              </a:spcBef>
              <a:spcAft>
                <a:spcPts val="1000"/>
              </a:spcAft>
              <a:buNone/>
            </a:pPr>
            <a:r>
              <a:t/>
            </a:r>
            <a:endParaRPr sz="2400">
              <a:solidFill>
                <a:srgbClr val="FFFFFF"/>
              </a:solidFill>
              <a:latin typeface="Salesforce Sans"/>
              <a:ea typeface="Salesforce Sans"/>
              <a:cs typeface="Salesforce Sans"/>
              <a:sym typeface="Salesforce Sans"/>
            </a:endParaRPr>
          </a:p>
        </p:txBody>
      </p:sp>
      <p:sp>
        <p:nvSpPr>
          <p:cNvPr id="1001" name="Google Shape;1001;p6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1002" name="Google Shape;1002;p6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003" name="Google Shape;1003;p63"/>
          <p:cNvSpPr txBox="1"/>
          <p:nvPr>
            <p:ph idx="2" type="body"/>
          </p:nvPr>
        </p:nvSpPr>
        <p:spPr>
          <a:xfrm>
            <a:off x="1205700" y="4119325"/>
            <a:ext cx="8790300" cy="46332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04" name="Google Shape;1004;p63"/>
          <p:cNvSpPr txBox="1"/>
          <p:nvPr>
            <p:ph idx="3" type="body"/>
          </p:nvPr>
        </p:nvSpPr>
        <p:spPr>
          <a:xfrm>
            <a:off x="11181600" y="4119325"/>
            <a:ext cx="5868900" cy="4633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lt1"/>
              </a:buClr>
              <a:buSzPts val="3000"/>
              <a:buChar char="●"/>
              <a:defRPr sz="3000">
                <a:solidFill>
                  <a:schemeClr val="lt1"/>
                </a:solidFill>
              </a:defRPr>
            </a:lvl1pPr>
            <a:lvl2pPr indent="-393700" lvl="1" marL="914400">
              <a:spcBef>
                <a:spcPts val="1800"/>
              </a:spcBef>
              <a:spcAft>
                <a:spcPts val="0"/>
              </a:spcAft>
              <a:buClr>
                <a:schemeClr val="lt1"/>
              </a:buClr>
              <a:buSzPts val="2600"/>
              <a:buChar char="○"/>
              <a:defRPr sz="2600">
                <a:solidFill>
                  <a:schemeClr val="lt1"/>
                </a:solidFill>
              </a:defRPr>
            </a:lvl2pPr>
            <a:lvl3pPr indent="-381000" lvl="2" marL="1371600">
              <a:spcBef>
                <a:spcPts val="1800"/>
              </a:spcBef>
              <a:spcAft>
                <a:spcPts val="0"/>
              </a:spcAft>
              <a:buClr>
                <a:schemeClr val="lt1"/>
              </a:buClr>
              <a:buSzPts val="2400"/>
              <a:buChar char="■"/>
              <a:defRPr sz="2400">
                <a:solidFill>
                  <a:schemeClr val="lt1"/>
                </a:solidFill>
              </a:defRPr>
            </a:lvl3pPr>
            <a:lvl4pPr indent="-368300" lvl="3" marL="1828800">
              <a:spcBef>
                <a:spcPts val="1800"/>
              </a:spcBef>
              <a:spcAft>
                <a:spcPts val="0"/>
              </a:spcAft>
              <a:buClr>
                <a:schemeClr val="lt1"/>
              </a:buClr>
              <a:buSzPts val="2200"/>
              <a:buChar char="●"/>
              <a:defRPr sz="2200">
                <a:solidFill>
                  <a:schemeClr val="lt1"/>
                </a:solidFill>
              </a:defRPr>
            </a:lvl4pPr>
            <a:lvl5pPr indent="-355600" lvl="4" marL="2286000">
              <a:spcBef>
                <a:spcPts val="1800"/>
              </a:spcBef>
              <a:spcAft>
                <a:spcPts val="0"/>
              </a:spcAft>
              <a:buClr>
                <a:schemeClr val="lt1"/>
              </a:buClr>
              <a:buSzPts val="2000"/>
              <a:buChar char="○"/>
              <a:defRPr sz="2000">
                <a:solidFill>
                  <a:schemeClr val="lt1"/>
                </a:solidFill>
              </a:defRPr>
            </a:lvl5pPr>
            <a:lvl6pPr indent="-342900" lvl="5" marL="2743200">
              <a:spcBef>
                <a:spcPts val="1800"/>
              </a:spcBef>
              <a:spcAft>
                <a:spcPts val="0"/>
              </a:spcAft>
              <a:buClr>
                <a:schemeClr val="lt1"/>
              </a:buClr>
              <a:buSzPts val="1800"/>
              <a:buChar char="■"/>
              <a:defRPr sz="1800">
                <a:solidFill>
                  <a:schemeClr val="lt1"/>
                </a:solidFill>
              </a:defRPr>
            </a:lvl6pPr>
            <a:lvl7pPr indent="-342900" lvl="6" marL="3200400">
              <a:spcBef>
                <a:spcPts val="1800"/>
              </a:spcBef>
              <a:spcAft>
                <a:spcPts val="0"/>
              </a:spcAft>
              <a:buClr>
                <a:schemeClr val="lt1"/>
              </a:buClr>
              <a:buSzPts val="1800"/>
              <a:buChar char="●"/>
              <a:defRPr sz="1800">
                <a:solidFill>
                  <a:schemeClr val="lt1"/>
                </a:solidFill>
              </a:defRPr>
            </a:lvl7pPr>
            <a:lvl8pPr indent="-342900" lvl="7" marL="3657600">
              <a:spcBef>
                <a:spcPts val="1800"/>
              </a:spcBef>
              <a:spcAft>
                <a:spcPts val="0"/>
              </a:spcAft>
              <a:buClr>
                <a:schemeClr val="lt1"/>
              </a:buClr>
              <a:buSzPts val="1800"/>
              <a:buChar char="○"/>
              <a:defRPr sz="1800">
                <a:solidFill>
                  <a:schemeClr val="lt1"/>
                </a:solidFill>
              </a:defRPr>
            </a:lvl8pPr>
            <a:lvl9pPr indent="-342900" lvl="8" marL="4114800">
              <a:spcBef>
                <a:spcPts val="1800"/>
              </a:spcBef>
              <a:spcAft>
                <a:spcPts val="1800"/>
              </a:spcAft>
              <a:buClr>
                <a:schemeClr val="lt1"/>
              </a:buClr>
              <a:buSzPts val="1800"/>
              <a:buChar char="■"/>
              <a:defRPr sz="1800">
                <a:solidFill>
                  <a:schemeClr val="lt1"/>
                </a:solidFill>
              </a:defRPr>
            </a:lvl9pPr>
          </a:lstStyle>
          <a:p/>
        </p:txBody>
      </p:sp>
      <p:sp>
        <p:nvSpPr>
          <p:cNvPr id="1005" name="Google Shape;1005;p63"/>
          <p:cNvSpPr txBox="1"/>
          <p:nvPr>
            <p:ph idx="4" type="title"/>
          </p:nvPr>
        </p:nvSpPr>
        <p:spPr>
          <a:xfrm>
            <a:off x="1205700" y="3265725"/>
            <a:ext cx="8488800" cy="657600"/>
          </a:xfrm>
          <a:prstGeom prst="rect">
            <a:avLst/>
          </a:prstGeom>
        </p:spPr>
        <p:txBody>
          <a:bodyPr anchorCtr="0" anchor="t" bIns="0" lIns="0" spcFirstLastPara="1" rIns="0" wrap="square" tIns="0">
            <a:noAutofit/>
          </a:bodyPr>
          <a:lstStyle>
            <a:lvl1pPr lvl="0">
              <a:spcBef>
                <a:spcPts val="0"/>
              </a:spcBef>
              <a:spcAft>
                <a:spcPts val="0"/>
              </a:spcAft>
              <a:buSzPts val="4300"/>
              <a:buNone/>
              <a:defRPr sz="43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006" name="Google Shape;1006;p63"/>
          <p:cNvSpPr txBox="1"/>
          <p:nvPr>
            <p:ph idx="5" type="title"/>
          </p:nvPr>
        </p:nvSpPr>
        <p:spPr>
          <a:xfrm>
            <a:off x="11181601" y="3265725"/>
            <a:ext cx="5868900" cy="657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300"/>
              <a:buNone/>
              <a:defRPr sz="43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grpSp>
        <p:nvGrpSpPr>
          <p:cNvPr id="1007" name="Google Shape;1007;p63"/>
          <p:cNvGrpSpPr/>
          <p:nvPr/>
        </p:nvGrpSpPr>
        <p:grpSpPr>
          <a:xfrm>
            <a:off x="14497041" y="952412"/>
            <a:ext cx="1598127" cy="459104"/>
            <a:chOff x="5913125" y="1232600"/>
            <a:chExt cx="3443497" cy="989449"/>
          </a:xfrm>
        </p:grpSpPr>
        <p:sp>
          <p:nvSpPr>
            <p:cNvPr id="1008" name="Google Shape;1008;p63"/>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009" name="Google Shape;1009;p63"/>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010" name="Google Shape;1010;p63"/>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rgbClr val="CFE9FE"/>
        </a:solidFill>
      </p:bgPr>
    </p:bg>
    <p:spTree>
      <p:nvGrpSpPr>
        <p:cNvPr id="1011" name="Shape 1011"/>
        <p:cNvGrpSpPr/>
        <p:nvPr/>
      </p:nvGrpSpPr>
      <p:grpSpPr>
        <a:xfrm>
          <a:off x="0" y="0"/>
          <a:ext cx="0" cy="0"/>
          <a:chOff x="0" y="0"/>
          <a:chExt cx="0" cy="0"/>
        </a:xfrm>
      </p:grpSpPr>
      <p:sp>
        <p:nvSpPr>
          <p:cNvPr id="1012" name="Google Shape;1012;p64"/>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013" name="Google Shape;1013;p64"/>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014" name="Google Shape;1014;p64"/>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015" name="Google Shape;1015;p64"/>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016" name="Google Shape;1016;p64"/>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1017" name="Google Shape;1017;p64"/>
          <p:cNvSpPr/>
          <p:nvPr>
            <p:ph idx="4" type="pic"/>
          </p:nvPr>
        </p:nvSpPr>
        <p:spPr>
          <a:xfrm>
            <a:off x="12439650" y="855345"/>
            <a:ext cx="5142600" cy="7728600"/>
          </a:xfrm>
          <a:prstGeom prst="roundRect">
            <a:avLst>
              <a:gd fmla="val 7640" name="adj"/>
            </a:avLst>
          </a:prstGeom>
          <a:noFill/>
          <a:ln>
            <a:noFill/>
          </a:ln>
        </p:spPr>
      </p:sp>
      <p:grpSp>
        <p:nvGrpSpPr>
          <p:cNvPr id="1018" name="Google Shape;1018;p64"/>
          <p:cNvGrpSpPr/>
          <p:nvPr/>
        </p:nvGrpSpPr>
        <p:grpSpPr>
          <a:xfrm>
            <a:off x="14497041" y="9093824"/>
            <a:ext cx="1598127" cy="459104"/>
            <a:chOff x="5913125" y="1232600"/>
            <a:chExt cx="3443497" cy="989449"/>
          </a:xfrm>
        </p:grpSpPr>
        <p:sp>
          <p:nvSpPr>
            <p:cNvPr id="1019" name="Google Shape;1019;p6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020" name="Google Shape;1020;p6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021" name="Google Shape;1021;p64"/>
          <p:cNvCxnSpPr/>
          <p:nvPr/>
        </p:nvCxnSpPr>
        <p:spPr>
          <a:xfrm>
            <a:off x="16318725" y="9030725"/>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rgbClr val="CFE9FE"/>
        </a:solidFill>
      </p:bgPr>
    </p:bg>
    <p:spTree>
      <p:nvGrpSpPr>
        <p:cNvPr id="1022" name="Shape 1022"/>
        <p:cNvGrpSpPr/>
        <p:nvPr/>
      </p:nvGrpSpPr>
      <p:grpSpPr>
        <a:xfrm>
          <a:off x="0" y="0"/>
          <a:ext cx="0" cy="0"/>
          <a:chOff x="0" y="0"/>
          <a:chExt cx="0" cy="0"/>
        </a:xfrm>
      </p:grpSpPr>
      <p:sp>
        <p:nvSpPr>
          <p:cNvPr id="1023" name="Google Shape;1023;p65"/>
          <p:cNvSpPr/>
          <p:nvPr>
            <p:ph idx="2" type="pic"/>
          </p:nvPr>
        </p:nvSpPr>
        <p:spPr>
          <a:xfrm>
            <a:off x="9151620" y="0"/>
            <a:ext cx="9394500" cy="10295700"/>
          </a:xfrm>
          <a:prstGeom prst="roundRect">
            <a:avLst>
              <a:gd fmla="val 3341" name="adj"/>
            </a:avLst>
          </a:prstGeom>
          <a:noFill/>
          <a:ln>
            <a:noFill/>
          </a:ln>
        </p:spPr>
      </p:sp>
      <p:sp>
        <p:nvSpPr>
          <p:cNvPr id="1024" name="Google Shape;1024;p65"/>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025" name="Google Shape;1025;p65"/>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026" name="Google Shape;1026;p65"/>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027" name="Google Shape;1027;p65"/>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028" name="Google Shape;1028;p65"/>
          <p:cNvPicPr preferRelativeResize="0"/>
          <p:nvPr/>
        </p:nvPicPr>
        <p:blipFill>
          <a:blip r:embed="rId2">
            <a:alphaModFix/>
          </a:blip>
          <a:stretch>
            <a:fillRect/>
          </a:stretch>
        </p:blipFill>
        <p:spPr>
          <a:xfrm>
            <a:off x="16459200" y="8989629"/>
            <a:ext cx="953599" cy="667523"/>
          </a:xfrm>
          <a:prstGeom prst="rect">
            <a:avLst/>
          </a:prstGeom>
          <a:noFill/>
          <a:ln>
            <a:noFill/>
          </a:ln>
        </p:spPr>
      </p:pic>
      <p:grpSp>
        <p:nvGrpSpPr>
          <p:cNvPr id="1029" name="Google Shape;1029;p65"/>
          <p:cNvGrpSpPr/>
          <p:nvPr/>
        </p:nvGrpSpPr>
        <p:grpSpPr>
          <a:xfrm>
            <a:off x="14497041" y="9093824"/>
            <a:ext cx="1598127" cy="459104"/>
            <a:chOff x="5913125" y="1232600"/>
            <a:chExt cx="3443497" cy="989449"/>
          </a:xfrm>
        </p:grpSpPr>
        <p:sp>
          <p:nvSpPr>
            <p:cNvPr id="1030" name="Google Shape;1030;p65"/>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031" name="Google Shape;1031;p65"/>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032" name="Google Shape;1032;p65"/>
          <p:cNvCxnSpPr/>
          <p:nvPr/>
        </p:nvCxnSpPr>
        <p:spPr>
          <a:xfrm>
            <a:off x="16318725" y="9030725"/>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rgbClr val="CFE9FE"/>
        </a:solidFill>
      </p:bgPr>
    </p:bg>
    <p:spTree>
      <p:nvGrpSpPr>
        <p:cNvPr id="1033" name="Shape 1033"/>
        <p:cNvGrpSpPr/>
        <p:nvPr/>
      </p:nvGrpSpPr>
      <p:grpSpPr>
        <a:xfrm>
          <a:off x="0" y="0"/>
          <a:ext cx="0" cy="0"/>
          <a:chOff x="0" y="0"/>
          <a:chExt cx="0" cy="0"/>
        </a:xfrm>
      </p:grpSpPr>
      <p:sp>
        <p:nvSpPr>
          <p:cNvPr id="1034" name="Google Shape;1034;p66"/>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1035" name="Google Shape;1035;p66"/>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036" name="Google Shape;1036;p6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037" name="Google Shape;1037;p66"/>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038" name="Google Shape;1038;p66"/>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039" name="Google Shape;1039;p66"/>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grpSp>
        <p:nvGrpSpPr>
          <p:cNvPr id="1040" name="Google Shape;1040;p66"/>
          <p:cNvGrpSpPr/>
          <p:nvPr/>
        </p:nvGrpSpPr>
        <p:grpSpPr>
          <a:xfrm>
            <a:off x="14497041" y="952412"/>
            <a:ext cx="1598127" cy="459104"/>
            <a:chOff x="5913125" y="1232600"/>
            <a:chExt cx="3443497" cy="989449"/>
          </a:xfrm>
        </p:grpSpPr>
        <p:sp>
          <p:nvSpPr>
            <p:cNvPr id="1041" name="Google Shape;1041;p6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042" name="Google Shape;1042;p6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043" name="Google Shape;1043;p6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rgbClr val="CFE9FE"/>
        </a:solidFill>
      </p:bgPr>
    </p:bg>
    <p:spTree>
      <p:nvGrpSpPr>
        <p:cNvPr id="1044" name="Shape 1044"/>
        <p:cNvGrpSpPr/>
        <p:nvPr/>
      </p:nvGrpSpPr>
      <p:grpSpPr>
        <a:xfrm>
          <a:off x="0" y="0"/>
          <a:ext cx="0" cy="0"/>
          <a:chOff x="0" y="0"/>
          <a:chExt cx="0" cy="0"/>
        </a:xfrm>
      </p:grpSpPr>
      <p:pic>
        <p:nvPicPr>
          <p:cNvPr id="1045" name="Google Shape;1045;p67"/>
          <p:cNvPicPr preferRelativeResize="0"/>
          <p:nvPr/>
        </p:nvPicPr>
        <p:blipFill>
          <a:blip r:embed="rId2">
            <a:alphaModFix/>
          </a:blip>
          <a:stretch>
            <a:fillRect/>
          </a:stretch>
        </p:blipFill>
        <p:spPr>
          <a:xfrm>
            <a:off x="16550000" y="848191"/>
            <a:ext cx="953599" cy="667523"/>
          </a:xfrm>
          <a:prstGeom prst="rect">
            <a:avLst/>
          </a:prstGeom>
          <a:noFill/>
          <a:ln>
            <a:noFill/>
          </a:ln>
        </p:spPr>
      </p:pic>
      <p:grpSp>
        <p:nvGrpSpPr>
          <p:cNvPr id="1046" name="Google Shape;1046;p67"/>
          <p:cNvGrpSpPr/>
          <p:nvPr/>
        </p:nvGrpSpPr>
        <p:grpSpPr>
          <a:xfrm>
            <a:off x="14497041" y="952412"/>
            <a:ext cx="1598127" cy="459104"/>
            <a:chOff x="5913125" y="1232600"/>
            <a:chExt cx="3443497" cy="989449"/>
          </a:xfrm>
        </p:grpSpPr>
        <p:sp>
          <p:nvSpPr>
            <p:cNvPr id="1047" name="Google Shape;1047;p6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048" name="Google Shape;1048;p6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049" name="Google Shape;1049;p6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Gradient">
  <p:cSld name="CUSTOM_4_3">
    <p:bg>
      <p:bgPr>
        <a:solidFill>
          <a:srgbClr val="CFE9FE"/>
        </a:solidFill>
      </p:bgPr>
    </p:bg>
    <p:spTree>
      <p:nvGrpSpPr>
        <p:cNvPr id="1050" name="Shape 1050"/>
        <p:cNvGrpSpPr/>
        <p:nvPr/>
      </p:nvGrpSpPr>
      <p:grpSpPr>
        <a:xfrm>
          <a:off x="0" y="0"/>
          <a:ext cx="0" cy="0"/>
          <a:chOff x="0" y="0"/>
          <a:chExt cx="0" cy="0"/>
        </a:xfrm>
      </p:grpSpPr>
      <p:sp>
        <p:nvSpPr>
          <p:cNvPr id="1051" name="Google Shape;1051;p68"/>
          <p:cNvSpPr/>
          <p:nvPr/>
        </p:nvSpPr>
        <p:spPr>
          <a:xfrm>
            <a:off x="0" y="0"/>
            <a:ext cx="18288000" cy="4566300"/>
          </a:xfrm>
          <a:prstGeom prst="rect">
            <a:avLst/>
          </a:prstGeom>
          <a:gradFill>
            <a:gsLst>
              <a:gs pos="0">
                <a:srgbClr val="FFFFFF">
                  <a:alpha val="0"/>
                </a:srgbClr>
              </a:gs>
              <a:gs pos="45000">
                <a:srgbClr val="CFE9FE">
                  <a:alpha val="30196"/>
                </a:srgbClr>
              </a:gs>
              <a:gs pos="100000">
                <a:srgbClr val="90D0FE">
                  <a:alpha val="68235"/>
                </a:srgbClr>
              </a:gs>
            </a:gsLst>
            <a:lin ang="1619866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grpSp>
        <p:nvGrpSpPr>
          <p:cNvPr id="1052" name="Google Shape;1052;p68"/>
          <p:cNvGrpSpPr/>
          <p:nvPr/>
        </p:nvGrpSpPr>
        <p:grpSpPr>
          <a:xfrm>
            <a:off x="14497041" y="952412"/>
            <a:ext cx="1598127" cy="459104"/>
            <a:chOff x="5913125" y="1232600"/>
            <a:chExt cx="3443497" cy="989449"/>
          </a:xfrm>
        </p:grpSpPr>
        <p:sp>
          <p:nvSpPr>
            <p:cNvPr id="1053" name="Google Shape;1053;p6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054" name="Google Shape;1054;p6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055" name="Google Shape;1055;p6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pic>
        <p:nvPicPr>
          <p:cNvPr id="1056" name="Google Shape;1056;p6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1057" name="Shape 1057"/>
        <p:cNvGrpSpPr/>
        <p:nvPr/>
      </p:nvGrpSpPr>
      <p:grpSpPr>
        <a:xfrm>
          <a:off x="0" y="0"/>
          <a:ext cx="0" cy="0"/>
          <a:chOff x="0" y="0"/>
          <a:chExt cx="0" cy="0"/>
        </a:xfrm>
      </p:grpSpPr>
      <p:pic>
        <p:nvPicPr>
          <p:cNvPr id="1058" name="Google Shape;1058;p6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1059" name="Google Shape;1059;p69"/>
          <p:cNvPicPr preferRelativeResize="0"/>
          <p:nvPr/>
        </p:nvPicPr>
        <p:blipFill>
          <a:blip r:embed="rId3">
            <a:alphaModFix/>
          </a:blip>
          <a:stretch>
            <a:fillRect/>
          </a:stretch>
        </p:blipFill>
        <p:spPr>
          <a:xfrm>
            <a:off x="16550000" y="848191"/>
            <a:ext cx="953599" cy="667523"/>
          </a:xfrm>
          <a:prstGeom prst="rect">
            <a:avLst/>
          </a:prstGeom>
          <a:noFill/>
          <a:ln>
            <a:noFill/>
          </a:ln>
        </p:spPr>
      </p:pic>
      <p:grpSp>
        <p:nvGrpSpPr>
          <p:cNvPr id="1060" name="Google Shape;1060;p69"/>
          <p:cNvGrpSpPr/>
          <p:nvPr/>
        </p:nvGrpSpPr>
        <p:grpSpPr>
          <a:xfrm>
            <a:off x="14497041" y="952412"/>
            <a:ext cx="1598127" cy="459104"/>
            <a:chOff x="5913125" y="1232600"/>
            <a:chExt cx="3443497" cy="989449"/>
          </a:xfrm>
        </p:grpSpPr>
        <p:sp>
          <p:nvSpPr>
            <p:cNvPr id="1061" name="Google Shape;1061;p69"/>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062" name="Google Shape;1062;p69"/>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063" name="Google Shape;1063;p69"/>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_4">
    <p:bg>
      <p:bgPr>
        <a:solidFill>
          <a:srgbClr val="CFE9FE"/>
        </a:solidFill>
      </p:bgPr>
    </p:bg>
    <p:spTree>
      <p:nvGrpSpPr>
        <p:cNvPr id="1064" name="Shape 1064"/>
        <p:cNvGrpSpPr/>
        <p:nvPr/>
      </p:nvGrpSpPr>
      <p:grpSpPr>
        <a:xfrm>
          <a:off x="0" y="0"/>
          <a:ext cx="0" cy="0"/>
          <a:chOff x="0" y="0"/>
          <a:chExt cx="0" cy="0"/>
        </a:xfrm>
      </p:grpSpPr>
      <p:grpSp>
        <p:nvGrpSpPr>
          <p:cNvPr id="1065" name="Google Shape;1065;p70"/>
          <p:cNvGrpSpPr/>
          <p:nvPr/>
        </p:nvGrpSpPr>
        <p:grpSpPr>
          <a:xfrm>
            <a:off x="14497041" y="952412"/>
            <a:ext cx="1598127" cy="459104"/>
            <a:chOff x="5913125" y="1232600"/>
            <a:chExt cx="3443497" cy="989449"/>
          </a:xfrm>
        </p:grpSpPr>
        <p:sp>
          <p:nvSpPr>
            <p:cNvPr id="1066" name="Google Shape;1066;p7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067" name="Google Shape;1067;p7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068" name="Google Shape;1068;p7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2">
  <p:cSld name="CUSTOM_4_2">
    <p:bg>
      <p:bgPr>
        <a:solidFill>
          <a:srgbClr val="CFE9FE"/>
        </a:solidFill>
      </p:bgPr>
    </p:bg>
    <p:spTree>
      <p:nvGrpSpPr>
        <p:cNvPr id="1069" name="Shape 1069"/>
        <p:cNvGrpSpPr/>
        <p:nvPr/>
      </p:nvGrpSpPr>
      <p:grpSpPr>
        <a:xfrm>
          <a:off x="0" y="0"/>
          <a:ext cx="0" cy="0"/>
          <a:chOff x="0" y="0"/>
          <a:chExt cx="0" cy="0"/>
        </a:xfrm>
      </p:grpSpPr>
      <p:sp>
        <p:nvSpPr>
          <p:cNvPr id="1070" name="Google Shape;1070;p71"/>
          <p:cNvSpPr/>
          <p:nvPr/>
        </p:nvSpPr>
        <p:spPr>
          <a:xfrm>
            <a:off x="15512150" y="430900"/>
            <a:ext cx="2358600" cy="1519500"/>
          </a:xfrm>
          <a:prstGeom prst="rect">
            <a:avLst/>
          </a:prstGeom>
          <a:solidFill>
            <a:srgbClr val="CFE9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071" name="Google Shape;1071;p71"/>
          <p:cNvSpPr/>
          <p:nvPr/>
        </p:nvSpPr>
        <p:spPr>
          <a:xfrm>
            <a:off x="863475" y="1287926"/>
            <a:ext cx="16561036" cy="7711147"/>
          </a:xfrm>
          <a:custGeom>
            <a:rect b="b" l="l" r="r" t="t"/>
            <a:pathLst>
              <a:path extrusionOk="0" h="5908925" w="11077616">
                <a:moveTo>
                  <a:pt x="11077616" y="5654795"/>
                </a:moveTo>
                <a:cubicBezTo>
                  <a:pt x="11077616" y="5795139"/>
                  <a:pt x="10963846" y="5908926"/>
                  <a:pt x="10823485" y="5908926"/>
                </a:cubicBezTo>
                <a:cubicBezTo>
                  <a:pt x="10804766" y="5908926"/>
                  <a:pt x="10786122" y="5906863"/>
                  <a:pt x="10767899" y="5902812"/>
                </a:cubicBezTo>
                <a:cubicBezTo>
                  <a:pt x="9085026" y="5527444"/>
                  <a:pt x="7335299" y="5329443"/>
                  <a:pt x="5539343" y="5329443"/>
                </a:cubicBezTo>
                <a:cubicBezTo>
                  <a:pt x="3743441" y="5329443"/>
                  <a:pt x="1993766" y="5527444"/>
                  <a:pt x="310959" y="5902774"/>
                </a:cubicBezTo>
                <a:cubicBezTo>
                  <a:pt x="292628" y="5906863"/>
                  <a:pt x="273917" y="5908926"/>
                  <a:pt x="255136" y="5908926"/>
                </a:cubicBezTo>
                <a:cubicBezTo>
                  <a:pt x="114229" y="5908926"/>
                  <a:pt x="0" y="5794680"/>
                  <a:pt x="0" y="5653764"/>
                </a:cubicBezTo>
                <a:lnTo>
                  <a:pt x="0" y="282688"/>
                </a:lnTo>
                <a:cubicBezTo>
                  <a:pt x="0" y="126564"/>
                  <a:pt x="126545" y="0"/>
                  <a:pt x="282646" y="0"/>
                </a:cubicBezTo>
                <a:cubicBezTo>
                  <a:pt x="303328" y="0"/>
                  <a:pt x="323934" y="2274"/>
                  <a:pt x="344127" y="6748"/>
                </a:cubicBezTo>
                <a:cubicBezTo>
                  <a:pt x="2016761" y="377310"/>
                  <a:pt x="3755227" y="572804"/>
                  <a:pt x="5539343" y="572804"/>
                </a:cubicBezTo>
                <a:cubicBezTo>
                  <a:pt x="7323532" y="572804"/>
                  <a:pt x="9062028" y="377303"/>
                  <a:pt x="10734700" y="6724"/>
                </a:cubicBezTo>
                <a:cubicBezTo>
                  <a:pt x="10754833" y="2266"/>
                  <a:pt x="10775348" y="0"/>
                  <a:pt x="10795979" y="0"/>
                </a:cubicBezTo>
                <a:cubicBezTo>
                  <a:pt x="10951506" y="0"/>
                  <a:pt x="11077616" y="126112"/>
                  <a:pt x="11077616" y="281679"/>
                </a:cubicBezTo>
                <a:lnTo>
                  <a:pt x="11077616" y="565479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072" name="Google Shape;1072;p71" title="BE-MVP-Icon-Spark_Redux_V3_STRAIGHT_yellow.png"/>
          <p:cNvPicPr preferRelativeResize="0"/>
          <p:nvPr/>
        </p:nvPicPr>
        <p:blipFill rotWithShape="1">
          <a:blip r:embed="rId2">
            <a:alphaModFix/>
          </a:blip>
          <a:srcRect b="2553" l="0" r="0" t="2553"/>
          <a:stretch/>
        </p:blipFill>
        <p:spPr>
          <a:xfrm rot="498582">
            <a:off x="13806739" y="8303617"/>
            <a:ext cx="966926" cy="979298"/>
          </a:xfrm>
          <a:prstGeom prst="rect">
            <a:avLst/>
          </a:prstGeom>
          <a:noFill/>
          <a:ln>
            <a:noFill/>
          </a:ln>
        </p:spPr>
      </p:pic>
      <p:pic>
        <p:nvPicPr>
          <p:cNvPr id="1073" name="Google Shape;1073;p71" title="BE-MVP-Icon-Spark_Redux_V3_STRAIGHT_yellow.png"/>
          <p:cNvPicPr preferRelativeResize="0"/>
          <p:nvPr/>
        </p:nvPicPr>
        <p:blipFill rotWithShape="1">
          <a:blip r:embed="rId2">
            <a:alphaModFix/>
          </a:blip>
          <a:srcRect b="2553" l="0" r="0" t="2553"/>
          <a:stretch/>
        </p:blipFill>
        <p:spPr>
          <a:xfrm rot="-1459503">
            <a:off x="2175659" y="750774"/>
            <a:ext cx="769988" cy="779839"/>
          </a:xfrm>
          <a:prstGeom prst="rect">
            <a:avLst/>
          </a:prstGeom>
          <a:noFill/>
          <a:ln>
            <a:noFill/>
          </a:ln>
        </p:spPr>
      </p:pic>
      <p:pic>
        <p:nvPicPr>
          <p:cNvPr id="1074" name="Google Shape;1074;p71" title="BE-MVP-Icon-Spark_Redux_V3_LEFT_yellow.png"/>
          <p:cNvPicPr preferRelativeResize="0"/>
          <p:nvPr/>
        </p:nvPicPr>
        <p:blipFill rotWithShape="1">
          <a:blip r:embed="rId3">
            <a:alphaModFix/>
          </a:blip>
          <a:srcRect b="2553" l="0" r="0" t="2553"/>
          <a:stretch/>
        </p:blipFill>
        <p:spPr>
          <a:xfrm rot="-1459491">
            <a:off x="1444234" y="462002"/>
            <a:ext cx="386113" cy="391055"/>
          </a:xfrm>
          <a:prstGeom prst="rect">
            <a:avLst/>
          </a:prstGeom>
          <a:noFill/>
          <a:ln>
            <a:noFill/>
          </a:ln>
        </p:spPr>
      </p:pic>
      <p:pic>
        <p:nvPicPr>
          <p:cNvPr id="1075" name="Google Shape;1075;p71" title="BE-MVP-Icon-Spark_Redux_V3_LEFT_yellow.png"/>
          <p:cNvPicPr preferRelativeResize="0"/>
          <p:nvPr/>
        </p:nvPicPr>
        <p:blipFill rotWithShape="1">
          <a:blip r:embed="rId3">
            <a:alphaModFix/>
          </a:blip>
          <a:srcRect b="0" l="1467" r="25911" t="0"/>
          <a:stretch/>
        </p:blipFill>
        <p:spPr>
          <a:xfrm rot="-4">
            <a:off x="16276822" y="5727051"/>
            <a:ext cx="2011175" cy="2955749"/>
          </a:xfrm>
          <a:prstGeom prst="rect">
            <a:avLst/>
          </a:prstGeom>
          <a:noFill/>
          <a:ln>
            <a:noFill/>
          </a:ln>
        </p:spPr>
      </p:pic>
      <p:grpSp>
        <p:nvGrpSpPr>
          <p:cNvPr id="1076" name="Google Shape;1076;p71"/>
          <p:cNvGrpSpPr/>
          <p:nvPr/>
        </p:nvGrpSpPr>
        <p:grpSpPr>
          <a:xfrm>
            <a:off x="7594207" y="848175"/>
            <a:ext cx="3099585" cy="667500"/>
            <a:chOff x="2684629" y="848175"/>
            <a:chExt cx="3099585" cy="667500"/>
          </a:xfrm>
        </p:grpSpPr>
        <p:grpSp>
          <p:nvGrpSpPr>
            <p:cNvPr id="1077" name="Google Shape;1077;p71"/>
            <p:cNvGrpSpPr/>
            <p:nvPr/>
          </p:nvGrpSpPr>
          <p:grpSpPr>
            <a:xfrm>
              <a:off x="4186087" y="952224"/>
              <a:ext cx="1598127" cy="459104"/>
              <a:chOff x="5913125" y="1232600"/>
              <a:chExt cx="3443497" cy="989449"/>
            </a:xfrm>
          </p:grpSpPr>
          <p:sp>
            <p:nvSpPr>
              <p:cNvPr id="1078" name="Google Shape;1078;p71"/>
              <p:cNvSpPr/>
              <p:nvPr/>
            </p:nvSpPr>
            <p:spPr>
              <a:xfrm>
                <a:off x="5913125" y="1232600"/>
                <a:ext cx="3443497" cy="570566"/>
              </a:xfrm>
              <a:prstGeom prst="rect">
                <a:avLst/>
              </a:prstGeom>
            </p:spPr>
            <p:txBody>
              <a:bodyPr>
                <a:prstTxWarp prst="textPlain"/>
              </a:bodyPr>
              <a:lstStyle/>
              <a:p>
                <a:pPr lvl="0" algn="ctr"/>
                <a:r>
                  <a:rPr b="0" i="0">
                    <a:ln>
                      <a:noFill/>
                    </a:ln>
                    <a:solidFill>
                      <a:srgbClr val="00B3FF"/>
                    </a:solidFill>
                    <a:latin typeface="Avant Garde Demi SFDC"/>
                  </a:rPr>
                  <a:t>professional</a:t>
                </a:r>
              </a:p>
            </p:txBody>
          </p:sp>
          <p:sp>
            <p:nvSpPr>
              <p:cNvPr id="1079" name="Google Shape;1079;p71"/>
              <p:cNvSpPr/>
              <p:nvPr/>
            </p:nvSpPr>
            <p:spPr>
              <a:xfrm>
                <a:off x="5913125" y="1761955"/>
                <a:ext cx="2368504" cy="460095"/>
              </a:xfrm>
              <a:prstGeom prst="rect">
                <a:avLst/>
              </a:prstGeom>
            </p:spPr>
            <p:txBody>
              <a:bodyPr>
                <a:prstTxWarp prst="textPlain"/>
              </a:bodyPr>
              <a:lstStyle/>
              <a:p>
                <a:pPr lvl="0" algn="ctr"/>
                <a:r>
                  <a:rPr b="0" i="0">
                    <a:ln>
                      <a:noFill/>
                    </a:ln>
                    <a:solidFill>
                      <a:srgbClr val="00B3FF"/>
                    </a:solidFill>
                    <a:latin typeface="Avant Garde Demi SFDC"/>
                  </a:rPr>
                  <a:t>services</a:t>
                </a:r>
              </a:p>
            </p:txBody>
          </p:sp>
        </p:grpSp>
        <p:pic>
          <p:nvPicPr>
            <p:cNvPr id="1080" name="Google Shape;1080;p71"/>
            <p:cNvPicPr preferRelativeResize="0"/>
            <p:nvPr/>
          </p:nvPicPr>
          <p:blipFill>
            <a:blip r:embed="rId4">
              <a:alphaModFix/>
            </a:blip>
            <a:stretch>
              <a:fillRect/>
            </a:stretch>
          </p:blipFill>
          <p:spPr>
            <a:xfrm>
              <a:off x="2684629" y="848175"/>
              <a:ext cx="953486" cy="667444"/>
            </a:xfrm>
            <a:prstGeom prst="rect">
              <a:avLst/>
            </a:prstGeom>
            <a:noFill/>
            <a:ln>
              <a:noFill/>
            </a:ln>
          </p:spPr>
        </p:pic>
        <p:cxnSp>
          <p:nvCxnSpPr>
            <p:cNvPr id="1081" name="Google Shape;1081;p71"/>
            <p:cNvCxnSpPr/>
            <p:nvPr/>
          </p:nvCxnSpPr>
          <p:spPr>
            <a:xfrm>
              <a:off x="3912021" y="848175"/>
              <a:ext cx="0" cy="667500"/>
            </a:xfrm>
            <a:prstGeom prst="straightConnector1">
              <a:avLst/>
            </a:prstGeom>
            <a:noFill/>
            <a:ln cap="flat" cmpd="sng" w="4425">
              <a:solidFill>
                <a:srgbClr val="EAF5FE"/>
              </a:solidFill>
              <a:prstDash val="solid"/>
              <a:round/>
              <a:headEnd len="med" w="med" type="none"/>
              <a:tailEnd len="med" w="med" type="none"/>
            </a:ln>
          </p:spPr>
        </p:cxnSp>
      </p:grpSp>
      <p:sp>
        <p:nvSpPr>
          <p:cNvPr id="1082" name="Google Shape;1082;p71"/>
          <p:cNvSpPr txBox="1"/>
          <p:nvPr>
            <p:ph type="title"/>
          </p:nvPr>
        </p:nvSpPr>
        <p:spPr>
          <a:xfrm>
            <a:off x="2299650" y="3154125"/>
            <a:ext cx="13688700" cy="2955900"/>
          </a:xfrm>
          <a:prstGeom prst="rect">
            <a:avLst/>
          </a:prstGeom>
        </p:spPr>
        <p:txBody>
          <a:bodyPr anchorCtr="0" anchor="t" bIns="0" lIns="0" spcFirstLastPara="1" rIns="0" wrap="square" tIns="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083" name="Google Shape;1083;p71"/>
          <p:cNvSpPr txBox="1"/>
          <p:nvPr>
            <p:ph idx="1" type="subTitle"/>
          </p:nvPr>
        </p:nvSpPr>
        <p:spPr>
          <a:xfrm>
            <a:off x="2601300" y="6370875"/>
            <a:ext cx="13085400" cy="793800"/>
          </a:xfrm>
          <a:prstGeom prst="rect">
            <a:avLst/>
          </a:prstGeom>
        </p:spPr>
        <p:txBody>
          <a:bodyPr anchorCtr="0" anchor="t" bIns="0" lIns="0" spcFirstLastPara="1" rIns="0" wrap="square" tIns="0">
            <a:noAutofit/>
          </a:bodyPr>
          <a:lstStyle>
            <a:lvl1pPr lvl="0" algn="ctr">
              <a:spcBef>
                <a:spcPts val="0"/>
              </a:spcBef>
              <a:spcAft>
                <a:spcPts val="0"/>
              </a:spcAft>
              <a:buSzPts val="3200"/>
              <a:buNone/>
              <a:defRPr sz="3200"/>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2 1">
  <p:cSld name="CUSTOM_4_2_1">
    <p:bg>
      <p:bgPr>
        <a:solidFill>
          <a:srgbClr val="CFE9FE"/>
        </a:solidFill>
      </p:bgPr>
    </p:bg>
    <p:spTree>
      <p:nvGrpSpPr>
        <p:cNvPr id="1084" name="Shape 1084"/>
        <p:cNvGrpSpPr/>
        <p:nvPr/>
      </p:nvGrpSpPr>
      <p:grpSpPr>
        <a:xfrm>
          <a:off x="0" y="0"/>
          <a:ext cx="0" cy="0"/>
          <a:chOff x="0" y="0"/>
          <a:chExt cx="0" cy="0"/>
        </a:xfrm>
      </p:grpSpPr>
      <p:sp>
        <p:nvSpPr>
          <p:cNvPr id="1085" name="Google Shape;1085;p72"/>
          <p:cNvSpPr/>
          <p:nvPr/>
        </p:nvSpPr>
        <p:spPr>
          <a:xfrm>
            <a:off x="15512150" y="430900"/>
            <a:ext cx="2358600" cy="1519500"/>
          </a:xfrm>
          <a:prstGeom prst="rect">
            <a:avLst/>
          </a:prstGeom>
          <a:solidFill>
            <a:srgbClr val="CFE9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086" name="Google Shape;1086;p72"/>
          <p:cNvSpPr/>
          <p:nvPr/>
        </p:nvSpPr>
        <p:spPr>
          <a:xfrm>
            <a:off x="863475" y="1287926"/>
            <a:ext cx="16561036" cy="7711147"/>
          </a:xfrm>
          <a:custGeom>
            <a:rect b="b" l="l" r="r" t="t"/>
            <a:pathLst>
              <a:path extrusionOk="0" h="5908925" w="11077616">
                <a:moveTo>
                  <a:pt x="11077616" y="5654795"/>
                </a:moveTo>
                <a:cubicBezTo>
                  <a:pt x="11077616" y="5795139"/>
                  <a:pt x="10963846" y="5908926"/>
                  <a:pt x="10823485" y="5908926"/>
                </a:cubicBezTo>
                <a:cubicBezTo>
                  <a:pt x="10804766" y="5908926"/>
                  <a:pt x="10786122" y="5906863"/>
                  <a:pt x="10767899" y="5902812"/>
                </a:cubicBezTo>
                <a:cubicBezTo>
                  <a:pt x="9085026" y="5527444"/>
                  <a:pt x="7335299" y="5329443"/>
                  <a:pt x="5539343" y="5329443"/>
                </a:cubicBezTo>
                <a:cubicBezTo>
                  <a:pt x="3743441" y="5329443"/>
                  <a:pt x="1993766" y="5527444"/>
                  <a:pt x="310959" y="5902774"/>
                </a:cubicBezTo>
                <a:cubicBezTo>
                  <a:pt x="292628" y="5906863"/>
                  <a:pt x="273917" y="5908926"/>
                  <a:pt x="255136" y="5908926"/>
                </a:cubicBezTo>
                <a:cubicBezTo>
                  <a:pt x="114229" y="5908926"/>
                  <a:pt x="0" y="5794680"/>
                  <a:pt x="0" y="5653764"/>
                </a:cubicBezTo>
                <a:lnTo>
                  <a:pt x="0" y="282688"/>
                </a:lnTo>
                <a:cubicBezTo>
                  <a:pt x="0" y="126564"/>
                  <a:pt x="126545" y="0"/>
                  <a:pt x="282646" y="0"/>
                </a:cubicBezTo>
                <a:cubicBezTo>
                  <a:pt x="303328" y="0"/>
                  <a:pt x="323934" y="2274"/>
                  <a:pt x="344127" y="6748"/>
                </a:cubicBezTo>
                <a:cubicBezTo>
                  <a:pt x="2016761" y="377310"/>
                  <a:pt x="3755227" y="572804"/>
                  <a:pt x="5539343" y="572804"/>
                </a:cubicBezTo>
                <a:cubicBezTo>
                  <a:pt x="7323532" y="572804"/>
                  <a:pt x="9062028" y="377303"/>
                  <a:pt x="10734700" y="6724"/>
                </a:cubicBezTo>
                <a:cubicBezTo>
                  <a:pt x="10754833" y="2266"/>
                  <a:pt x="10775348" y="0"/>
                  <a:pt x="10795979" y="0"/>
                </a:cubicBezTo>
                <a:cubicBezTo>
                  <a:pt x="10951506" y="0"/>
                  <a:pt x="11077616" y="126112"/>
                  <a:pt x="11077616" y="281679"/>
                </a:cubicBezTo>
                <a:lnTo>
                  <a:pt x="11077616" y="565479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087" name="Google Shape;1087;p72" title="BE-MVP-Icon-Spark_Redux_V3_STRAIGHT_yellow.png"/>
          <p:cNvPicPr preferRelativeResize="0"/>
          <p:nvPr/>
        </p:nvPicPr>
        <p:blipFill rotWithShape="1">
          <a:blip r:embed="rId2">
            <a:alphaModFix/>
          </a:blip>
          <a:srcRect b="2553" l="0" r="0" t="2553"/>
          <a:stretch/>
        </p:blipFill>
        <p:spPr>
          <a:xfrm rot="498582">
            <a:off x="13806739" y="8303617"/>
            <a:ext cx="966926" cy="979298"/>
          </a:xfrm>
          <a:prstGeom prst="rect">
            <a:avLst/>
          </a:prstGeom>
          <a:noFill/>
          <a:ln>
            <a:noFill/>
          </a:ln>
        </p:spPr>
      </p:pic>
      <p:pic>
        <p:nvPicPr>
          <p:cNvPr id="1088" name="Google Shape;1088;p72" title="BE-MVP-Icon-Spark_Redux_V3_STRAIGHT_yellow.png"/>
          <p:cNvPicPr preferRelativeResize="0"/>
          <p:nvPr/>
        </p:nvPicPr>
        <p:blipFill rotWithShape="1">
          <a:blip r:embed="rId2">
            <a:alphaModFix/>
          </a:blip>
          <a:srcRect b="2553" l="0" r="0" t="2553"/>
          <a:stretch/>
        </p:blipFill>
        <p:spPr>
          <a:xfrm rot="-1459503">
            <a:off x="2175659" y="750774"/>
            <a:ext cx="769988" cy="779839"/>
          </a:xfrm>
          <a:prstGeom prst="rect">
            <a:avLst/>
          </a:prstGeom>
          <a:noFill/>
          <a:ln>
            <a:noFill/>
          </a:ln>
        </p:spPr>
      </p:pic>
      <p:pic>
        <p:nvPicPr>
          <p:cNvPr id="1089" name="Google Shape;1089;p72" title="BE-MVP-Icon-Spark_Redux_V3_LEFT_yellow.png"/>
          <p:cNvPicPr preferRelativeResize="0"/>
          <p:nvPr/>
        </p:nvPicPr>
        <p:blipFill rotWithShape="1">
          <a:blip r:embed="rId3">
            <a:alphaModFix/>
          </a:blip>
          <a:srcRect b="2553" l="0" r="0" t="2553"/>
          <a:stretch/>
        </p:blipFill>
        <p:spPr>
          <a:xfrm rot="-1459491">
            <a:off x="1444234" y="462002"/>
            <a:ext cx="386113" cy="391055"/>
          </a:xfrm>
          <a:prstGeom prst="rect">
            <a:avLst/>
          </a:prstGeom>
          <a:noFill/>
          <a:ln>
            <a:noFill/>
          </a:ln>
        </p:spPr>
      </p:pic>
      <p:pic>
        <p:nvPicPr>
          <p:cNvPr id="1090" name="Google Shape;1090;p72" title="BE-MVP-Icon-Spark_Redux_V3_LEFT_yellow.png"/>
          <p:cNvPicPr preferRelativeResize="0"/>
          <p:nvPr/>
        </p:nvPicPr>
        <p:blipFill rotWithShape="1">
          <a:blip r:embed="rId3">
            <a:alphaModFix/>
          </a:blip>
          <a:srcRect b="0" l="1467" r="25911" t="0"/>
          <a:stretch/>
        </p:blipFill>
        <p:spPr>
          <a:xfrm rot="-4">
            <a:off x="16276822" y="5727051"/>
            <a:ext cx="2011175" cy="2955749"/>
          </a:xfrm>
          <a:prstGeom prst="rect">
            <a:avLst/>
          </a:prstGeom>
          <a:noFill/>
          <a:ln>
            <a:noFill/>
          </a:ln>
        </p:spPr>
      </p:pic>
      <p:grpSp>
        <p:nvGrpSpPr>
          <p:cNvPr id="1091" name="Google Shape;1091;p72"/>
          <p:cNvGrpSpPr/>
          <p:nvPr/>
        </p:nvGrpSpPr>
        <p:grpSpPr>
          <a:xfrm>
            <a:off x="7594207" y="848175"/>
            <a:ext cx="3099585" cy="667500"/>
            <a:chOff x="2684629" y="848175"/>
            <a:chExt cx="3099585" cy="667500"/>
          </a:xfrm>
        </p:grpSpPr>
        <p:grpSp>
          <p:nvGrpSpPr>
            <p:cNvPr id="1092" name="Google Shape;1092;p72"/>
            <p:cNvGrpSpPr/>
            <p:nvPr/>
          </p:nvGrpSpPr>
          <p:grpSpPr>
            <a:xfrm>
              <a:off x="4186087" y="952224"/>
              <a:ext cx="1598127" cy="459104"/>
              <a:chOff x="5913125" y="1232600"/>
              <a:chExt cx="3443497" cy="989449"/>
            </a:xfrm>
          </p:grpSpPr>
          <p:sp>
            <p:nvSpPr>
              <p:cNvPr id="1093" name="Google Shape;1093;p72"/>
              <p:cNvSpPr/>
              <p:nvPr/>
            </p:nvSpPr>
            <p:spPr>
              <a:xfrm>
                <a:off x="5913125" y="1232600"/>
                <a:ext cx="3443497" cy="570566"/>
              </a:xfrm>
              <a:prstGeom prst="rect">
                <a:avLst/>
              </a:prstGeom>
            </p:spPr>
            <p:txBody>
              <a:bodyPr>
                <a:prstTxWarp prst="textPlain"/>
              </a:bodyPr>
              <a:lstStyle/>
              <a:p>
                <a:pPr lvl="0" algn="ctr"/>
                <a:r>
                  <a:rPr b="0" i="0">
                    <a:ln>
                      <a:noFill/>
                    </a:ln>
                    <a:solidFill>
                      <a:srgbClr val="00B3FF"/>
                    </a:solidFill>
                    <a:latin typeface="Avant Garde Demi SFDC"/>
                  </a:rPr>
                  <a:t>professional</a:t>
                </a:r>
              </a:p>
            </p:txBody>
          </p:sp>
          <p:sp>
            <p:nvSpPr>
              <p:cNvPr id="1094" name="Google Shape;1094;p72"/>
              <p:cNvSpPr/>
              <p:nvPr/>
            </p:nvSpPr>
            <p:spPr>
              <a:xfrm>
                <a:off x="5913125" y="1761955"/>
                <a:ext cx="2368504" cy="460095"/>
              </a:xfrm>
              <a:prstGeom prst="rect">
                <a:avLst/>
              </a:prstGeom>
            </p:spPr>
            <p:txBody>
              <a:bodyPr>
                <a:prstTxWarp prst="textPlain"/>
              </a:bodyPr>
              <a:lstStyle/>
              <a:p>
                <a:pPr lvl="0" algn="ctr"/>
                <a:r>
                  <a:rPr b="0" i="0">
                    <a:ln>
                      <a:noFill/>
                    </a:ln>
                    <a:solidFill>
                      <a:srgbClr val="00B3FF"/>
                    </a:solidFill>
                    <a:latin typeface="Avant Garde Demi SFDC"/>
                  </a:rPr>
                  <a:t>services</a:t>
                </a:r>
              </a:p>
            </p:txBody>
          </p:sp>
        </p:grpSp>
        <p:pic>
          <p:nvPicPr>
            <p:cNvPr id="1095" name="Google Shape;1095;p72"/>
            <p:cNvPicPr preferRelativeResize="0"/>
            <p:nvPr/>
          </p:nvPicPr>
          <p:blipFill>
            <a:blip r:embed="rId4">
              <a:alphaModFix/>
            </a:blip>
            <a:stretch>
              <a:fillRect/>
            </a:stretch>
          </p:blipFill>
          <p:spPr>
            <a:xfrm>
              <a:off x="2684629" y="848175"/>
              <a:ext cx="953486" cy="667444"/>
            </a:xfrm>
            <a:prstGeom prst="rect">
              <a:avLst/>
            </a:prstGeom>
            <a:noFill/>
            <a:ln>
              <a:noFill/>
            </a:ln>
          </p:spPr>
        </p:pic>
        <p:cxnSp>
          <p:nvCxnSpPr>
            <p:cNvPr id="1096" name="Google Shape;1096;p72"/>
            <p:cNvCxnSpPr/>
            <p:nvPr/>
          </p:nvCxnSpPr>
          <p:spPr>
            <a:xfrm>
              <a:off x="3912021" y="848175"/>
              <a:ext cx="0" cy="667500"/>
            </a:xfrm>
            <a:prstGeom prst="straightConnector1">
              <a:avLst/>
            </a:prstGeom>
            <a:noFill/>
            <a:ln cap="flat" cmpd="sng" w="4425">
              <a:solidFill>
                <a:srgbClr val="EAF5FE"/>
              </a:solidFill>
              <a:prstDash val="solid"/>
              <a:round/>
              <a:headEnd len="med" w="med" type="none"/>
              <a:tailEnd len="med" w="med" type="none"/>
            </a:ln>
          </p:spPr>
        </p:cxnSp>
      </p:grpSp>
      <p:sp>
        <p:nvSpPr>
          <p:cNvPr id="1097" name="Google Shape;1097;p72"/>
          <p:cNvSpPr txBox="1"/>
          <p:nvPr>
            <p:ph type="title"/>
          </p:nvPr>
        </p:nvSpPr>
        <p:spPr>
          <a:xfrm>
            <a:off x="2299650" y="3154125"/>
            <a:ext cx="13688700" cy="29559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7200"/>
              <a:buNone/>
              <a:defRPr sz="7200">
                <a:solidFill>
                  <a:schemeClr val="lt1"/>
                </a:solidFill>
              </a:defRPr>
            </a:lvl1pPr>
            <a:lvl2pPr lvl="1" algn="ctr">
              <a:spcBef>
                <a:spcPts val="0"/>
              </a:spcBef>
              <a:spcAft>
                <a:spcPts val="0"/>
              </a:spcAft>
              <a:buClr>
                <a:schemeClr val="lt1"/>
              </a:buClr>
              <a:buSzPts val="7200"/>
              <a:buNone/>
              <a:defRPr sz="7200">
                <a:solidFill>
                  <a:schemeClr val="lt1"/>
                </a:solidFill>
              </a:defRPr>
            </a:lvl2pPr>
            <a:lvl3pPr lvl="2" algn="ctr">
              <a:spcBef>
                <a:spcPts val="0"/>
              </a:spcBef>
              <a:spcAft>
                <a:spcPts val="0"/>
              </a:spcAft>
              <a:buClr>
                <a:schemeClr val="lt1"/>
              </a:buClr>
              <a:buSzPts val="7200"/>
              <a:buNone/>
              <a:defRPr sz="7200">
                <a:solidFill>
                  <a:schemeClr val="lt1"/>
                </a:solidFill>
              </a:defRPr>
            </a:lvl3pPr>
            <a:lvl4pPr lvl="3" algn="ctr">
              <a:spcBef>
                <a:spcPts val="0"/>
              </a:spcBef>
              <a:spcAft>
                <a:spcPts val="0"/>
              </a:spcAft>
              <a:buClr>
                <a:schemeClr val="lt1"/>
              </a:buClr>
              <a:buSzPts val="7200"/>
              <a:buNone/>
              <a:defRPr sz="7200">
                <a:solidFill>
                  <a:schemeClr val="lt1"/>
                </a:solidFill>
              </a:defRPr>
            </a:lvl4pPr>
            <a:lvl5pPr lvl="4" algn="ctr">
              <a:spcBef>
                <a:spcPts val="0"/>
              </a:spcBef>
              <a:spcAft>
                <a:spcPts val="0"/>
              </a:spcAft>
              <a:buClr>
                <a:schemeClr val="lt1"/>
              </a:buClr>
              <a:buSzPts val="7200"/>
              <a:buNone/>
              <a:defRPr sz="7200">
                <a:solidFill>
                  <a:schemeClr val="lt1"/>
                </a:solidFill>
              </a:defRPr>
            </a:lvl5pPr>
            <a:lvl6pPr lvl="5" algn="ctr">
              <a:spcBef>
                <a:spcPts val="0"/>
              </a:spcBef>
              <a:spcAft>
                <a:spcPts val="0"/>
              </a:spcAft>
              <a:buClr>
                <a:schemeClr val="lt1"/>
              </a:buClr>
              <a:buSzPts val="7200"/>
              <a:buNone/>
              <a:defRPr sz="7200">
                <a:solidFill>
                  <a:schemeClr val="lt1"/>
                </a:solidFill>
              </a:defRPr>
            </a:lvl6pPr>
            <a:lvl7pPr lvl="6" algn="ctr">
              <a:spcBef>
                <a:spcPts val="0"/>
              </a:spcBef>
              <a:spcAft>
                <a:spcPts val="0"/>
              </a:spcAft>
              <a:buClr>
                <a:schemeClr val="lt1"/>
              </a:buClr>
              <a:buSzPts val="7200"/>
              <a:buNone/>
              <a:defRPr sz="7200">
                <a:solidFill>
                  <a:schemeClr val="lt1"/>
                </a:solidFill>
              </a:defRPr>
            </a:lvl7pPr>
            <a:lvl8pPr lvl="7" algn="ctr">
              <a:spcBef>
                <a:spcPts val="0"/>
              </a:spcBef>
              <a:spcAft>
                <a:spcPts val="0"/>
              </a:spcAft>
              <a:buClr>
                <a:schemeClr val="lt1"/>
              </a:buClr>
              <a:buSzPts val="7200"/>
              <a:buNone/>
              <a:defRPr sz="7200">
                <a:solidFill>
                  <a:schemeClr val="lt1"/>
                </a:solidFill>
              </a:defRPr>
            </a:lvl8pPr>
            <a:lvl9pPr lvl="8" algn="ctr">
              <a:spcBef>
                <a:spcPts val="0"/>
              </a:spcBef>
              <a:spcAft>
                <a:spcPts val="0"/>
              </a:spcAft>
              <a:buClr>
                <a:schemeClr val="lt1"/>
              </a:buClr>
              <a:buSzPts val="7200"/>
              <a:buNone/>
              <a:defRPr sz="7200">
                <a:solidFill>
                  <a:schemeClr val="lt1"/>
                </a:solidFill>
              </a:defRPr>
            </a:lvl9pPr>
          </a:lstStyle>
          <a:p/>
        </p:txBody>
      </p:sp>
      <p:sp>
        <p:nvSpPr>
          <p:cNvPr id="1098" name="Google Shape;1098;p72"/>
          <p:cNvSpPr txBox="1"/>
          <p:nvPr>
            <p:ph idx="1" type="subTitle"/>
          </p:nvPr>
        </p:nvSpPr>
        <p:spPr>
          <a:xfrm>
            <a:off x="2601300" y="6370875"/>
            <a:ext cx="13085400" cy="7938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200"/>
              <a:buNone/>
              <a:defRPr sz="3200">
                <a:solidFill>
                  <a:schemeClr val="lt1"/>
                </a:solidFill>
              </a:defRPr>
            </a:lvl1pPr>
            <a:lvl2pPr lvl="1">
              <a:spcBef>
                <a:spcPts val="180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2 1 1">
  <p:cSld name="CUSTOM_4_2_1_1">
    <p:bg>
      <p:bgPr>
        <a:solidFill>
          <a:srgbClr val="CFE9FE"/>
        </a:solidFill>
      </p:bgPr>
    </p:bg>
    <p:spTree>
      <p:nvGrpSpPr>
        <p:cNvPr id="1099" name="Shape 1099"/>
        <p:cNvGrpSpPr/>
        <p:nvPr/>
      </p:nvGrpSpPr>
      <p:grpSpPr>
        <a:xfrm>
          <a:off x="0" y="0"/>
          <a:ext cx="0" cy="0"/>
          <a:chOff x="0" y="0"/>
          <a:chExt cx="0" cy="0"/>
        </a:xfrm>
      </p:grpSpPr>
      <p:pic>
        <p:nvPicPr>
          <p:cNvPr id="1100" name="Google Shape;1100;p7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1101" name="Google Shape;1101;p73"/>
          <p:cNvSpPr/>
          <p:nvPr/>
        </p:nvSpPr>
        <p:spPr>
          <a:xfrm>
            <a:off x="863475" y="1287926"/>
            <a:ext cx="16561036" cy="7711147"/>
          </a:xfrm>
          <a:custGeom>
            <a:rect b="b" l="l" r="r" t="t"/>
            <a:pathLst>
              <a:path extrusionOk="0" h="5908925" w="11077616">
                <a:moveTo>
                  <a:pt x="11077616" y="5654795"/>
                </a:moveTo>
                <a:cubicBezTo>
                  <a:pt x="11077616" y="5795139"/>
                  <a:pt x="10963846" y="5908926"/>
                  <a:pt x="10823485" y="5908926"/>
                </a:cubicBezTo>
                <a:cubicBezTo>
                  <a:pt x="10804766" y="5908926"/>
                  <a:pt x="10786122" y="5906863"/>
                  <a:pt x="10767899" y="5902812"/>
                </a:cubicBezTo>
                <a:cubicBezTo>
                  <a:pt x="9085026" y="5527444"/>
                  <a:pt x="7335299" y="5329443"/>
                  <a:pt x="5539343" y="5329443"/>
                </a:cubicBezTo>
                <a:cubicBezTo>
                  <a:pt x="3743441" y="5329443"/>
                  <a:pt x="1993766" y="5527444"/>
                  <a:pt x="310959" y="5902774"/>
                </a:cubicBezTo>
                <a:cubicBezTo>
                  <a:pt x="292628" y="5906863"/>
                  <a:pt x="273917" y="5908926"/>
                  <a:pt x="255136" y="5908926"/>
                </a:cubicBezTo>
                <a:cubicBezTo>
                  <a:pt x="114229" y="5908926"/>
                  <a:pt x="0" y="5794680"/>
                  <a:pt x="0" y="5653764"/>
                </a:cubicBezTo>
                <a:lnTo>
                  <a:pt x="0" y="282688"/>
                </a:lnTo>
                <a:cubicBezTo>
                  <a:pt x="0" y="126564"/>
                  <a:pt x="126545" y="0"/>
                  <a:pt x="282646" y="0"/>
                </a:cubicBezTo>
                <a:cubicBezTo>
                  <a:pt x="303328" y="0"/>
                  <a:pt x="323934" y="2274"/>
                  <a:pt x="344127" y="6748"/>
                </a:cubicBezTo>
                <a:cubicBezTo>
                  <a:pt x="2016761" y="377310"/>
                  <a:pt x="3755227" y="572804"/>
                  <a:pt x="5539343" y="572804"/>
                </a:cubicBezTo>
                <a:cubicBezTo>
                  <a:pt x="7323532" y="572804"/>
                  <a:pt x="9062028" y="377303"/>
                  <a:pt x="10734700" y="6724"/>
                </a:cubicBezTo>
                <a:cubicBezTo>
                  <a:pt x="10754833" y="2266"/>
                  <a:pt x="10775348" y="0"/>
                  <a:pt x="10795979" y="0"/>
                </a:cubicBezTo>
                <a:cubicBezTo>
                  <a:pt x="10951506" y="0"/>
                  <a:pt x="11077616" y="126112"/>
                  <a:pt x="11077616" y="281679"/>
                </a:cubicBezTo>
                <a:lnTo>
                  <a:pt x="11077616" y="5654795"/>
                </a:lnTo>
                <a:close/>
              </a:path>
            </a:pathLst>
          </a:custGeom>
          <a:solidFill>
            <a:srgbClr val="CFE9F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102" name="Google Shape;1102;p73" title="BE-MVP-Icon-Spark_Redux_V3_STRAIGHT_yellow.png"/>
          <p:cNvPicPr preferRelativeResize="0"/>
          <p:nvPr/>
        </p:nvPicPr>
        <p:blipFill rotWithShape="1">
          <a:blip r:embed="rId3">
            <a:alphaModFix/>
          </a:blip>
          <a:srcRect b="2553" l="0" r="0" t="2553"/>
          <a:stretch/>
        </p:blipFill>
        <p:spPr>
          <a:xfrm rot="498582">
            <a:off x="13806739" y="8303617"/>
            <a:ext cx="966926" cy="979298"/>
          </a:xfrm>
          <a:prstGeom prst="rect">
            <a:avLst/>
          </a:prstGeom>
          <a:noFill/>
          <a:ln>
            <a:noFill/>
          </a:ln>
        </p:spPr>
      </p:pic>
      <p:pic>
        <p:nvPicPr>
          <p:cNvPr id="1103" name="Google Shape;1103;p73" title="BE-MVP-Icon-Spark_Redux_V3_STRAIGHT_yellow.png"/>
          <p:cNvPicPr preferRelativeResize="0"/>
          <p:nvPr/>
        </p:nvPicPr>
        <p:blipFill rotWithShape="1">
          <a:blip r:embed="rId3">
            <a:alphaModFix/>
          </a:blip>
          <a:srcRect b="2553" l="0" r="0" t="2553"/>
          <a:stretch/>
        </p:blipFill>
        <p:spPr>
          <a:xfrm rot="-1459503">
            <a:off x="2175659" y="750774"/>
            <a:ext cx="769988" cy="779839"/>
          </a:xfrm>
          <a:prstGeom prst="rect">
            <a:avLst/>
          </a:prstGeom>
          <a:noFill/>
          <a:ln>
            <a:noFill/>
          </a:ln>
        </p:spPr>
      </p:pic>
      <p:pic>
        <p:nvPicPr>
          <p:cNvPr id="1104" name="Google Shape;1104;p73" title="BE-MVP-Icon-Spark_Redux_V3_LEFT_yellow.png"/>
          <p:cNvPicPr preferRelativeResize="0"/>
          <p:nvPr/>
        </p:nvPicPr>
        <p:blipFill rotWithShape="1">
          <a:blip r:embed="rId4">
            <a:alphaModFix/>
          </a:blip>
          <a:srcRect b="2553" l="0" r="0" t="2553"/>
          <a:stretch/>
        </p:blipFill>
        <p:spPr>
          <a:xfrm rot="-1459491">
            <a:off x="1444234" y="462002"/>
            <a:ext cx="386113" cy="391055"/>
          </a:xfrm>
          <a:prstGeom prst="rect">
            <a:avLst/>
          </a:prstGeom>
          <a:noFill/>
          <a:ln>
            <a:noFill/>
          </a:ln>
        </p:spPr>
      </p:pic>
      <p:pic>
        <p:nvPicPr>
          <p:cNvPr id="1105" name="Google Shape;1105;p73"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
        <p:nvSpPr>
          <p:cNvPr id="1106" name="Google Shape;1106;p73"/>
          <p:cNvSpPr txBox="1"/>
          <p:nvPr>
            <p:ph type="title"/>
          </p:nvPr>
        </p:nvSpPr>
        <p:spPr>
          <a:xfrm>
            <a:off x="2299650" y="3154125"/>
            <a:ext cx="13688700" cy="29559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7200"/>
              <a:buNone/>
              <a:defRPr sz="7200">
                <a:solidFill>
                  <a:schemeClr val="dk2"/>
                </a:solidFill>
              </a:defRPr>
            </a:lvl1pPr>
            <a:lvl2pPr lvl="1" algn="ctr">
              <a:spcBef>
                <a:spcPts val="0"/>
              </a:spcBef>
              <a:spcAft>
                <a:spcPts val="0"/>
              </a:spcAft>
              <a:buClr>
                <a:schemeClr val="dk2"/>
              </a:buClr>
              <a:buSzPts val="7200"/>
              <a:buNone/>
              <a:defRPr sz="7200">
                <a:solidFill>
                  <a:schemeClr val="dk2"/>
                </a:solidFill>
              </a:defRPr>
            </a:lvl2pPr>
            <a:lvl3pPr lvl="2" algn="ctr">
              <a:spcBef>
                <a:spcPts val="0"/>
              </a:spcBef>
              <a:spcAft>
                <a:spcPts val="0"/>
              </a:spcAft>
              <a:buClr>
                <a:schemeClr val="dk2"/>
              </a:buClr>
              <a:buSzPts val="7200"/>
              <a:buNone/>
              <a:defRPr sz="7200">
                <a:solidFill>
                  <a:schemeClr val="dk2"/>
                </a:solidFill>
              </a:defRPr>
            </a:lvl3pPr>
            <a:lvl4pPr lvl="3" algn="ctr">
              <a:spcBef>
                <a:spcPts val="0"/>
              </a:spcBef>
              <a:spcAft>
                <a:spcPts val="0"/>
              </a:spcAft>
              <a:buClr>
                <a:schemeClr val="dk2"/>
              </a:buClr>
              <a:buSzPts val="7200"/>
              <a:buNone/>
              <a:defRPr sz="7200">
                <a:solidFill>
                  <a:schemeClr val="dk2"/>
                </a:solidFill>
              </a:defRPr>
            </a:lvl4pPr>
            <a:lvl5pPr lvl="4" algn="ctr">
              <a:spcBef>
                <a:spcPts val="0"/>
              </a:spcBef>
              <a:spcAft>
                <a:spcPts val="0"/>
              </a:spcAft>
              <a:buClr>
                <a:schemeClr val="dk2"/>
              </a:buClr>
              <a:buSzPts val="7200"/>
              <a:buNone/>
              <a:defRPr sz="7200">
                <a:solidFill>
                  <a:schemeClr val="dk2"/>
                </a:solidFill>
              </a:defRPr>
            </a:lvl5pPr>
            <a:lvl6pPr lvl="5" algn="ctr">
              <a:spcBef>
                <a:spcPts val="0"/>
              </a:spcBef>
              <a:spcAft>
                <a:spcPts val="0"/>
              </a:spcAft>
              <a:buClr>
                <a:schemeClr val="dk2"/>
              </a:buClr>
              <a:buSzPts val="7200"/>
              <a:buNone/>
              <a:defRPr sz="7200">
                <a:solidFill>
                  <a:schemeClr val="dk2"/>
                </a:solidFill>
              </a:defRPr>
            </a:lvl6pPr>
            <a:lvl7pPr lvl="6" algn="ctr">
              <a:spcBef>
                <a:spcPts val="0"/>
              </a:spcBef>
              <a:spcAft>
                <a:spcPts val="0"/>
              </a:spcAft>
              <a:buClr>
                <a:schemeClr val="dk2"/>
              </a:buClr>
              <a:buSzPts val="7200"/>
              <a:buNone/>
              <a:defRPr sz="7200">
                <a:solidFill>
                  <a:schemeClr val="dk2"/>
                </a:solidFill>
              </a:defRPr>
            </a:lvl7pPr>
            <a:lvl8pPr lvl="7" algn="ctr">
              <a:spcBef>
                <a:spcPts val="0"/>
              </a:spcBef>
              <a:spcAft>
                <a:spcPts val="0"/>
              </a:spcAft>
              <a:buClr>
                <a:schemeClr val="dk2"/>
              </a:buClr>
              <a:buSzPts val="7200"/>
              <a:buNone/>
              <a:defRPr sz="7200">
                <a:solidFill>
                  <a:schemeClr val="dk2"/>
                </a:solidFill>
              </a:defRPr>
            </a:lvl8pPr>
            <a:lvl9pPr lvl="8" algn="ctr">
              <a:spcBef>
                <a:spcPts val="0"/>
              </a:spcBef>
              <a:spcAft>
                <a:spcPts val="0"/>
              </a:spcAft>
              <a:buClr>
                <a:schemeClr val="dk2"/>
              </a:buClr>
              <a:buSzPts val="7200"/>
              <a:buNone/>
              <a:defRPr sz="7200">
                <a:solidFill>
                  <a:schemeClr val="dk2"/>
                </a:solidFill>
              </a:defRPr>
            </a:lvl9pPr>
          </a:lstStyle>
          <a:p/>
        </p:txBody>
      </p:sp>
      <p:sp>
        <p:nvSpPr>
          <p:cNvPr id="1107" name="Google Shape;1107;p73"/>
          <p:cNvSpPr txBox="1"/>
          <p:nvPr>
            <p:ph idx="1" type="subTitle"/>
          </p:nvPr>
        </p:nvSpPr>
        <p:spPr>
          <a:xfrm>
            <a:off x="2601300" y="6370875"/>
            <a:ext cx="13085400" cy="7938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3200"/>
              <a:buNone/>
              <a:defRPr sz="3200">
                <a:solidFill>
                  <a:schemeClr val="dk2"/>
                </a:solidFill>
              </a:defRPr>
            </a:lvl1pPr>
            <a:lvl2pPr lvl="1">
              <a:spcBef>
                <a:spcPts val="1800"/>
              </a:spcBef>
              <a:spcAft>
                <a:spcPts val="0"/>
              </a:spcAft>
              <a:buClr>
                <a:schemeClr val="dk2"/>
              </a:buClr>
              <a:buSzPts val="2600"/>
              <a:buNone/>
              <a:defRPr>
                <a:solidFill>
                  <a:schemeClr val="dk2"/>
                </a:solidFill>
              </a:defRPr>
            </a:lvl2pPr>
            <a:lvl3pPr lvl="2">
              <a:spcBef>
                <a:spcPts val="1800"/>
              </a:spcBef>
              <a:spcAft>
                <a:spcPts val="0"/>
              </a:spcAft>
              <a:buClr>
                <a:schemeClr val="dk2"/>
              </a:buClr>
              <a:buSzPts val="2400"/>
              <a:buNone/>
              <a:defRPr>
                <a:solidFill>
                  <a:schemeClr val="dk2"/>
                </a:solidFill>
              </a:defRPr>
            </a:lvl3pPr>
            <a:lvl4pPr lvl="3">
              <a:spcBef>
                <a:spcPts val="1800"/>
              </a:spcBef>
              <a:spcAft>
                <a:spcPts val="0"/>
              </a:spcAft>
              <a:buClr>
                <a:schemeClr val="dk2"/>
              </a:buClr>
              <a:buSzPts val="2200"/>
              <a:buNone/>
              <a:defRPr>
                <a:solidFill>
                  <a:schemeClr val="dk2"/>
                </a:solidFill>
              </a:defRPr>
            </a:lvl4pPr>
            <a:lvl5pPr lvl="4">
              <a:spcBef>
                <a:spcPts val="1800"/>
              </a:spcBef>
              <a:spcAft>
                <a:spcPts val="0"/>
              </a:spcAft>
              <a:buClr>
                <a:schemeClr val="dk2"/>
              </a:buClr>
              <a:buSzPts val="2000"/>
              <a:buNone/>
              <a:defRPr>
                <a:solidFill>
                  <a:schemeClr val="dk2"/>
                </a:solidFill>
              </a:defRPr>
            </a:lvl5pPr>
            <a:lvl6pPr lvl="5">
              <a:spcBef>
                <a:spcPts val="1800"/>
              </a:spcBef>
              <a:spcAft>
                <a:spcPts val="0"/>
              </a:spcAft>
              <a:buClr>
                <a:schemeClr val="dk2"/>
              </a:buClr>
              <a:buSzPts val="1800"/>
              <a:buNone/>
              <a:defRPr>
                <a:solidFill>
                  <a:schemeClr val="dk2"/>
                </a:solidFill>
              </a:defRPr>
            </a:lvl6pPr>
            <a:lvl7pPr lvl="6">
              <a:spcBef>
                <a:spcPts val="1800"/>
              </a:spcBef>
              <a:spcAft>
                <a:spcPts val="0"/>
              </a:spcAft>
              <a:buClr>
                <a:schemeClr val="dk2"/>
              </a:buClr>
              <a:buSzPts val="1800"/>
              <a:buNone/>
              <a:defRPr>
                <a:solidFill>
                  <a:schemeClr val="dk2"/>
                </a:solidFill>
              </a:defRPr>
            </a:lvl7pPr>
            <a:lvl8pPr lvl="7">
              <a:spcBef>
                <a:spcPts val="1800"/>
              </a:spcBef>
              <a:spcAft>
                <a:spcPts val="0"/>
              </a:spcAft>
              <a:buClr>
                <a:schemeClr val="dk2"/>
              </a:buClr>
              <a:buSzPts val="1800"/>
              <a:buNone/>
              <a:defRPr>
                <a:solidFill>
                  <a:schemeClr val="dk2"/>
                </a:solidFill>
              </a:defRPr>
            </a:lvl8pPr>
            <a:lvl9pPr lvl="8">
              <a:spcBef>
                <a:spcPts val="1800"/>
              </a:spcBef>
              <a:spcAft>
                <a:spcPts val="1800"/>
              </a:spcAft>
              <a:buClr>
                <a:schemeClr val="dk2"/>
              </a:buClr>
              <a:buSzPts val="1800"/>
              <a:buNone/>
              <a:defRPr>
                <a:solidFill>
                  <a:schemeClr val="dk2"/>
                </a:solidFill>
              </a:defRPr>
            </a:lvl9pPr>
          </a:lstStyle>
          <a:p/>
        </p:txBody>
      </p:sp>
      <p:grpSp>
        <p:nvGrpSpPr>
          <p:cNvPr id="1108" name="Google Shape;1108;p73"/>
          <p:cNvGrpSpPr/>
          <p:nvPr/>
        </p:nvGrpSpPr>
        <p:grpSpPr>
          <a:xfrm>
            <a:off x="7594207" y="848175"/>
            <a:ext cx="3099585" cy="667500"/>
            <a:chOff x="2684629" y="848175"/>
            <a:chExt cx="3099585" cy="667500"/>
          </a:xfrm>
        </p:grpSpPr>
        <p:grpSp>
          <p:nvGrpSpPr>
            <p:cNvPr id="1109" name="Google Shape;1109;p73"/>
            <p:cNvGrpSpPr/>
            <p:nvPr/>
          </p:nvGrpSpPr>
          <p:grpSpPr>
            <a:xfrm>
              <a:off x="4186087" y="952224"/>
              <a:ext cx="1598127" cy="459104"/>
              <a:chOff x="5913125" y="1232600"/>
              <a:chExt cx="3443497" cy="989449"/>
            </a:xfrm>
          </p:grpSpPr>
          <p:sp>
            <p:nvSpPr>
              <p:cNvPr id="1110" name="Google Shape;1110;p73"/>
              <p:cNvSpPr/>
              <p:nvPr/>
            </p:nvSpPr>
            <p:spPr>
              <a:xfrm>
                <a:off x="5913125" y="1232600"/>
                <a:ext cx="3443497" cy="570566"/>
              </a:xfrm>
              <a:prstGeom prst="rect">
                <a:avLst/>
              </a:prstGeom>
            </p:spPr>
            <p:txBody>
              <a:bodyPr>
                <a:prstTxWarp prst="textPlain"/>
              </a:bodyPr>
              <a:lstStyle/>
              <a:p>
                <a:pPr lvl="0" algn="ctr"/>
                <a:r>
                  <a:rPr b="0" i="0">
                    <a:ln>
                      <a:noFill/>
                    </a:ln>
                    <a:solidFill>
                      <a:srgbClr val="FFFFFF"/>
                    </a:solidFill>
                    <a:latin typeface="Avant Garde Demi SFDC"/>
                  </a:rPr>
                  <a:t>professional</a:t>
                </a:r>
              </a:p>
            </p:txBody>
          </p:sp>
          <p:sp>
            <p:nvSpPr>
              <p:cNvPr id="1111" name="Google Shape;1111;p73"/>
              <p:cNvSpPr/>
              <p:nvPr/>
            </p:nvSpPr>
            <p:spPr>
              <a:xfrm>
                <a:off x="5913125" y="1761955"/>
                <a:ext cx="2368504" cy="460095"/>
              </a:xfrm>
              <a:prstGeom prst="rect">
                <a:avLst/>
              </a:prstGeom>
            </p:spPr>
            <p:txBody>
              <a:bodyPr>
                <a:prstTxWarp prst="textPlain"/>
              </a:bodyPr>
              <a:lstStyle/>
              <a:p>
                <a:pPr lvl="0" algn="ctr"/>
                <a:r>
                  <a:rPr b="0" i="0">
                    <a:ln>
                      <a:noFill/>
                    </a:ln>
                    <a:solidFill>
                      <a:srgbClr val="FFFFFF"/>
                    </a:solidFill>
                    <a:latin typeface="Avant Garde Demi SFDC"/>
                  </a:rPr>
                  <a:t>services</a:t>
                </a:r>
              </a:p>
            </p:txBody>
          </p:sp>
        </p:grpSp>
        <p:pic>
          <p:nvPicPr>
            <p:cNvPr id="1112" name="Google Shape;1112;p73"/>
            <p:cNvPicPr preferRelativeResize="0"/>
            <p:nvPr/>
          </p:nvPicPr>
          <p:blipFill>
            <a:blip r:embed="rId5">
              <a:alphaModFix/>
            </a:blip>
            <a:stretch>
              <a:fillRect/>
            </a:stretch>
          </p:blipFill>
          <p:spPr>
            <a:xfrm>
              <a:off x="2684629" y="848175"/>
              <a:ext cx="953486" cy="667444"/>
            </a:xfrm>
            <a:prstGeom prst="rect">
              <a:avLst/>
            </a:prstGeom>
            <a:noFill/>
            <a:ln>
              <a:noFill/>
            </a:ln>
          </p:spPr>
        </p:pic>
        <p:cxnSp>
          <p:nvCxnSpPr>
            <p:cNvPr id="1113" name="Google Shape;1113;p73"/>
            <p:cNvCxnSpPr/>
            <p:nvPr/>
          </p:nvCxnSpPr>
          <p:spPr>
            <a:xfrm>
              <a:off x="3912021" y="848175"/>
              <a:ext cx="0" cy="667500"/>
            </a:xfrm>
            <a:prstGeom prst="straightConnector1">
              <a:avLst/>
            </a:prstGeom>
            <a:noFill/>
            <a:ln cap="flat" cmpd="sng" w="4425">
              <a:solidFill>
                <a:srgbClr val="001E5B"/>
              </a:solidFill>
              <a:prstDash val="solid"/>
              <a:round/>
              <a:headEnd len="med" w="med" type="none"/>
              <a:tailEnd len="med" w="med" type="none"/>
            </a:ln>
          </p:spPr>
        </p:cxn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solidFill>
          <a:srgbClr val="CFE9FE"/>
        </a:solidFill>
      </p:bgPr>
    </p:bg>
    <p:spTree>
      <p:nvGrpSpPr>
        <p:cNvPr id="1114" name="Shape 1114"/>
        <p:cNvGrpSpPr/>
        <p:nvPr/>
      </p:nvGrpSpPr>
      <p:grpSpPr>
        <a:xfrm>
          <a:off x="0" y="0"/>
          <a:ext cx="0" cy="0"/>
          <a:chOff x="0" y="0"/>
          <a:chExt cx="0" cy="0"/>
        </a:xfrm>
      </p:grpSpPr>
      <p:sp>
        <p:nvSpPr>
          <p:cNvPr id="1115" name="Google Shape;1115;p74"/>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116" name="Google Shape;1116;p74" title="BE-MVP-Icon-Spark_Redux_V3_STRAIGHT_yellow.png"/>
          <p:cNvPicPr preferRelativeResize="0"/>
          <p:nvPr/>
        </p:nvPicPr>
        <p:blipFill rotWithShape="1">
          <a:blip r:embed="rId2">
            <a:alphaModFix/>
          </a:blip>
          <a:srcRect b="2553" l="0" r="0" t="2553"/>
          <a:stretch/>
        </p:blipFill>
        <p:spPr>
          <a:xfrm rot="498582">
            <a:off x="13806739" y="8151217"/>
            <a:ext cx="966926" cy="979298"/>
          </a:xfrm>
          <a:prstGeom prst="rect">
            <a:avLst/>
          </a:prstGeom>
          <a:noFill/>
          <a:ln>
            <a:noFill/>
          </a:ln>
        </p:spPr>
      </p:pic>
      <p:pic>
        <p:nvPicPr>
          <p:cNvPr id="1117" name="Google Shape;1117;p74" title="BE-MVP-Icon-Spark_Redux_V3_STRAIGHT_yellow.png"/>
          <p:cNvPicPr preferRelativeResize="0"/>
          <p:nvPr/>
        </p:nvPicPr>
        <p:blipFill rotWithShape="1">
          <a:blip r:embed="rId2">
            <a:alphaModFix/>
          </a:blip>
          <a:srcRect b="2553" l="0" r="0" t="2553"/>
          <a:stretch/>
        </p:blipFill>
        <p:spPr>
          <a:xfrm rot="-1459507">
            <a:off x="2495168" y="1072918"/>
            <a:ext cx="495528" cy="501868"/>
          </a:xfrm>
          <a:prstGeom prst="rect">
            <a:avLst/>
          </a:prstGeom>
          <a:noFill/>
          <a:ln>
            <a:noFill/>
          </a:ln>
        </p:spPr>
      </p:pic>
      <p:pic>
        <p:nvPicPr>
          <p:cNvPr id="1118" name="Google Shape;1118;p74" title="BE-MVP-Icon-Spark_Redux_V3_LEFT_yellow.png"/>
          <p:cNvPicPr preferRelativeResize="0"/>
          <p:nvPr/>
        </p:nvPicPr>
        <p:blipFill rotWithShape="1">
          <a:blip r:embed="rId3">
            <a:alphaModFix/>
          </a:blip>
          <a:srcRect b="2553" l="0" r="0" t="2553"/>
          <a:stretch/>
        </p:blipFill>
        <p:spPr>
          <a:xfrm rot="-1459490">
            <a:off x="1926380" y="1034195"/>
            <a:ext cx="248485" cy="251664"/>
          </a:xfrm>
          <a:prstGeom prst="rect">
            <a:avLst/>
          </a:prstGeom>
          <a:noFill/>
          <a:ln>
            <a:noFill/>
          </a:ln>
        </p:spPr>
      </p:pic>
      <p:sp>
        <p:nvSpPr>
          <p:cNvPr id="1119" name="Google Shape;1119;p74"/>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dk1"/>
              </a:buClr>
              <a:buSzPts val="3200"/>
              <a:buNone/>
              <a:defRPr sz="3200">
                <a:solidFill>
                  <a:schemeClr val="dk1"/>
                </a:solidFill>
              </a:defRPr>
            </a:lvl1pPr>
            <a:lvl2pPr lvl="1" rtl="0">
              <a:spcBef>
                <a:spcPts val="0"/>
              </a:spcBef>
              <a:spcAft>
                <a:spcPts val="0"/>
              </a:spcAft>
              <a:buSzPts val="3600"/>
              <a:buNone/>
              <a:defRPr sz="3600"/>
            </a:lvl2pPr>
            <a:lvl3pPr lvl="2" rtl="0">
              <a:spcBef>
                <a:spcPts val="1800"/>
              </a:spcBef>
              <a:spcAft>
                <a:spcPts val="0"/>
              </a:spcAft>
              <a:buSzPts val="3600"/>
              <a:buNone/>
              <a:defRPr sz="3600"/>
            </a:lvl3pPr>
            <a:lvl4pPr lvl="3" rtl="0">
              <a:spcBef>
                <a:spcPts val="1800"/>
              </a:spcBef>
              <a:spcAft>
                <a:spcPts val="0"/>
              </a:spcAft>
              <a:buSzPts val="3600"/>
              <a:buNone/>
              <a:defRPr sz="3600"/>
            </a:lvl4pPr>
            <a:lvl5pPr lvl="4" rtl="0">
              <a:spcBef>
                <a:spcPts val="1800"/>
              </a:spcBef>
              <a:spcAft>
                <a:spcPts val="0"/>
              </a:spcAft>
              <a:buSzPts val="3600"/>
              <a:buNone/>
              <a:defRPr sz="3600"/>
            </a:lvl5pPr>
            <a:lvl6pPr lvl="5" rtl="0">
              <a:spcBef>
                <a:spcPts val="1800"/>
              </a:spcBef>
              <a:spcAft>
                <a:spcPts val="0"/>
              </a:spcAft>
              <a:buSzPts val="3600"/>
              <a:buNone/>
              <a:defRPr sz="3600"/>
            </a:lvl6pPr>
            <a:lvl7pPr lvl="6" rtl="0">
              <a:spcBef>
                <a:spcPts val="1800"/>
              </a:spcBef>
              <a:spcAft>
                <a:spcPts val="0"/>
              </a:spcAft>
              <a:buSzPts val="3600"/>
              <a:buNone/>
              <a:defRPr sz="3600"/>
            </a:lvl7pPr>
            <a:lvl8pPr lvl="7" rtl="0">
              <a:spcBef>
                <a:spcPts val="1800"/>
              </a:spcBef>
              <a:spcAft>
                <a:spcPts val="0"/>
              </a:spcAft>
              <a:buSzPts val="3600"/>
              <a:buNone/>
              <a:defRPr sz="3600"/>
            </a:lvl8pPr>
            <a:lvl9pPr lvl="8" rtl="0">
              <a:spcBef>
                <a:spcPts val="1800"/>
              </a:spcBef>
              <a:spcAft>
                <a:spcPts val="1800"/>
              </a:spcAft>
              <a:buSzPts val="3600"/>
              <a:buNone/>
              <a:defRPr sz="3600"/>
            </a:lvl9pPr>
          </a:lstStyle>
          <a:p/>
        </p:txBody>
      </p:sp>
      <p:pic>
        <p:nvPicPr>
          <p:cNvPr id="1120" name="Google Shape;1120;p74" title="BE-MVP-Icon-Spark_Redux_V3_LEFT_yellow.png"/>
          <p:cNvPicPr preferRelativeResize="0"/>
          <p:nvPr/>
        </p:nvPicPr>
        <p:blipFill rotWithShape="1">
          <a:blip r:embed="rId3">
            <a:alphaModFix/>
          </a:blip>
          <a:srcRect b="0" l="1467" r="25911" t="0"/>
          <a:stretch/>
        </p:blipFill>
        <p:spPr>
          <a:xfrm rot="-4">
            <a:off x="16276822" y="5727051"/>
            <a:ext cx="2011175" cy="2955749"/>
          </a:xfrm>
          <a:prstGeom prst="rect">
            <a:avLst/>
          </a:prstGeom>
          <a:noFill/>
          <a:ln>
            <a:noFill/>
          </a:ln>
        </p:spPr>
      </p:pic>
      <p:sp>
        <p:nvSpPr>
          <p:cNvPr id="1121" name="Google Shape;1121;p74"/>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grpSp>
        <p:nvGrpSpPr>
          <p:cNvPr id="1122" name="Google Shape;1122;p74"/>
          <p:cNvGrpSpPr/>
          <p:nvPr/>
        </p:nvGrpSpPr>
        <p:grpSpPr>
          <a:xfrm>
            <a:off x="14497041" y="952412"/>
            <a:ext cx="1598127" cy="459104"/>
            <a:chOff x="5913125" y="1232600"/>
            <a:chExt cx="3443497" cy="989449"/>
          </a:xfrm>
        </p:grpSpPr>
        <p:sp>
          <p:nvSpPr>
            <p:cNvPr id="1123" name="Google Shape;1123;p7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124" name="Google Shape;1124;p7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125" name="Google Shape;1125;p7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1126" name="Shape 1126"/>
        <p:cNvGrpSpPr/>
        <p:nvPr/>
      </p:nvGrpSpPr>
      <p:grpSpPr>
        <a:xfrm>
          <a:off x="0" y="0"/>
          <a:ext cx="0" cy="0"/>
          <a:chOff x="0" y="0"/>
          <a:chExt cx="0" cy="0"/>
        </a:xfrm>
      </p:grpSpPr>
      <p:pic>
        <p:nvPicPr>
          <p:cNvPr id="1127" name="Google Shape;1127;p7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1128" name="Google Shape;1128;p75"/>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129" name="Google Shape;1129;p75"/>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1130" name="Google Shape;1130;p75"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1131" name="Google Shape;1131;p75"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1132" name="Google Shape;1132;p75"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1133" name="Google Shape;1133;p75"/>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134" name="Google Shape;1134;p75"/>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1135" name="Google Shape;1135;p75"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grpSp>
        <p:nvGrpSpPr>
          <p:cNvPr id="1136" name="Google Shape;1136;p75"/>
          <p:cNvGrpSpPr/>
          <p:nvPr/>
        </p:nvGrpSpPr>
        <p:grpSpPr>
          <a:xfrm>
            <a:off x="14497041" y="952412"/>
            <a:ext cx="1598127" cy="459104"/>
            <a:chOff x="5913125" y="1232600"/>
            <a:chExt cx="3443497" cy="989449"/>
          </a:xfrm>
        </p:grpSpPr>
        <p:sp>
          <p:nvSpPr>
            <p:cNvPr id="1137" name="Google Shape;1137;p75"/>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138" name="Google Shape;1138;p75"/>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139" name="Google Shape;1139;p75"/>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1 1">
  <p:cSld name="TITLE_1_1_1_1_1_1_1_1_1_1_1_1_1_1_1_1_1_1_1_1_1_1_1_1_1_1_1_1_1_1_1_1_1_1_3_1">
    <p:bg>
      <p:bgPr>
        <a:solidFill>
          <a:schemeClr val="lt1"/>
        </a:solidFill>
      </p:bgPr>
    </p:bg>
    <p:spTree>
      <p:nvGrpSpPr>
        <p:cNvPr id="1140" name="Shape 1140"/>
        <p:cNvGrpSpPr/>
        <p:nvPr/>
      </p:nvGrpSpPr>
      <p:grpSpPr>
        <a:xfrm>
          <a:off x="0" y="0"/>
          <a:ext cx="0" cy="0"/>
          <a:chOff x="0" y="0"/>
          <a:chExt cx="0" cy="0"/>
        </a:xfrm>
      </p:grpSpPr>
      <p:pic>
        <p:nvPicPr>
          <p:cNvPr id="1141" name="Google Shape;1141;p7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1142" name="Google Shape;1142;p7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1143" name="Google Shape;1143;p76"/>
          <p:cNvSpPr/>
          <p:nvPr/>
        </p:nvSpPr>
        <p:spPr>
          <a:xfrm>
            <a:off x="868664" y="904878"/>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1144" name="Google Shape;1144;p76"/>
          <p:cNvSpPr txBox="1"/>
          <p:nvPr>
            <p:ph type="title"/>
          </p:nvPr>
        </p:nvSpPr>
        <p:spPr>
          <a:xfrm>
            <a:off x="1333500" y="2762250"/>
            <a:ext cx="4530000" cy="47625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145" name="Google Shape;1145;p76"/>
          <p:cNvSpPr txBox="1"/>
          <p:nvPr>
            <p:ph idx="1" type="body"/>
          </p:nvPr>
        </p:nvSpPr>
        <p:spPr>
          <a:xfrm>
            <a:off x="8001000" y="1978800"/>
            <a:ext cx="9420300" cy="6329400"/>
          </a:xfrm>
          <a:prstGeom prst="rect">
            <a:avLst/>
          </a:prstGeom>
        </p:spPr>
        <p:txBody>
          <a:bodyPr anchorCtr="0" anchor="ctr" bIns="0" lIns="0" spcFirstLastPara="1" rIns="0" wrap="square" tIns="0">
            <a:noAutofit/>
          </a:bodyPr>
          <a:lstStyle>
            <a:lvl1pPr indent="-419100" lvl="0" marL="457200">
              <a:spcBef>
                <a:spcPts val="0"/>
              </a:spcBef>
              <a:spcAft>
                <a:spcPts val="0"/>
              </a:spcAft>
              <a:buClr>
                <a:schemeClr val="lt1"/>
              </a:buClr>
              <a:buSzPts val="3000"/>
              <a:buChar char="●"/>
              <a:defRPr sz="3000">
                <a:solidFill>
                  <a:schemeClr val="lt1"/>
                </a:solidFill>
              </a:defRPr>
            </a:lvl1pPr>
            <a:lvl2pPr indent="-393700" lvl="1" marL="914400">
              <a:spcBef>
                <a:spcPts val="1800"/>
              </a:spcBef>
              <a:spcAft>
                <a:spcPts val="0"/>
              </a:spcAft>
              <a:buClr>
                <a:schemeClr val="lt1"/>
              </a:buClr>
              <a:buSzPts val="2600"/>
              <a:buChar char="○"/>
              <a:defRPr sz="2600">
                <a:solidFill>
                  <a:schemeClr val="lt1"/>
                </a:solidFill>
              </a:defRPr>
            </a:lvl2pPr>
            <a:lvl3pPr indent="-381000" lvl="2" marL="1371600">
              <a:spcBef>
                <a:spcPts val="1800"/>
              </a:spcBef>
              <a:spcAft>
                <a:spcPts val="0"/>
              </a:spcAft>
              <a:buClr>
                <a:schemeClr val="lt1"/>
              </a:buClr>
              <a:buSzPts val="2400"/>
              <a:buChar char="■"/>
              <a:defRPr sz="2400">
                <a:solidFill>
                  <a:schemeClr val="lt1"/>
                </a:solidFill>
              </a:defRPr>
            </a:lvl3pPr>
            <a:lvl4pPr indent="-368300" lvl="3" marL="1828800">
              <a:spcBef>
                <a:spcPts val="1800"/>
              </a:spcBef>
              <a:spcAft>
                <a:spcPts val="0"/>
              </a:spcAft>
              <a:buClr>
                <a:schemeClr val="lt1"/>
              </a:buClr>
              <a:buSzPts val="2200"/>
              <a:buChar char="●"/>
              <a:defRPr sz="2200">
                <a:solidFill>
                  <a:schemeClr val="lt1"/>
                </a:solidFill>
              </a:defRPr>
            </a:lvl4pPr>
            <a:lvl5pPr indent="-355600" lvl="4" marL="2286000">
              <a:spcBef>
                <a:spcPts val="1800"/>
              </a:spcBef>
              <a:spcAft>
                <a:spcPts val="0"/>
              </a:spcAft>
              <a:buClr>
                <a:schemeClr val="lt1"/>
              </a:buClr>
              <a:buSzPts val="2000"/>
              <a:buChar char="○"/>
              <a:defRPr sz="2000">
                <a:solidFill>
                  <a:schemeClr val="lt1"/>
                </a:solidFill>
              </a:defRPr>
            </a:lvl5pPr>
            <a:lvl6pPr indent="-342900" lvl="5" marL="2743200">
              <a:spcBef>
                <a:spcPts val="1800"/>
              </a:spcBef>
              <a:spcAft>
                <a:spcPts val="0"/>
              </a:spcAft>
              <a:buClr>
                <a:schemeClr val="lt1"/>
              </a:buClr>
              <a:buSzPts val="1800"/>
              <a:buChar char="■"/>
              <a:defRPr sz="1800">
                <a:solidFill>
                  <a:schemeClr val="lt1"/>
                </a:solidFill>
              </a:defRPr>
            </a:lvl6pPr>
            <a:lvl7pPr indent="-342900" lvl="6" marL="3200400">
              <a:spcBef>
                <a:spcPts val="1800"/>
              </a:spcBef>
              <a:spcAft>
                <a:spcPts val="0"/>
              </a:spcAft>
              <a:buClr>
                <a:schemeClr val="lt1"/>
              </a:buClr>
              <a:buSzPts val="1800"/>
              <a:buChar char="●"/>
              <a:defRPr sz="1800">
                <a:solidFill>
                  <a:schemeClr val="lt1"/>
                </a:solidFill>
              </a:defRPr>
            </a:lvl7pPr>
            <a:lvl8pPr indent="-342900" lvl="7" marL="3657600">
              <a:spcBef>
                <a:spcPts val="1800"/>
              </a:spcBef>
              <a:spcAft>
                <a:spcPts val="0"/>
              </a:spcAft>
              <a:buClr>
                <a:schemeClr val="lt1"/>
              </a:buClr>
              <a:buSzPts val="1800"/>
              <a:buChar char="○"/>
              <a:defRPr sz="1800">
                <a:solidFill>
                  <a:schemeClr val="lt1"/>
                </a:solidFill>
              </a:defRPr>
            </a:lvl8pPr>
            <a:lvl9pPr indent="-342900" lvl="8" marL="4114800">
              <a:spcBef>
                <a:spcPts val="1800"/>
              </a:spcBef>
              <a:spcAft>
                <a:spcPts val="1800"/>
              </a:spcAft>
              <a:buClr>
                <a:schemeClr val="lt1"/>
              </a:buClr>
              <a:buSzPts val="1800"/>
              <a:buChar char="■"/>
              <a:defRPr sz="1800">
                <a:solidFill>
                  <a:schemeClr val="lt1"/>
                </a:solidFill>
              </a:defRPr>
            </a:lvl9pPr>
          </a:lstStyle>
          <a:p/>
        </p:txBody>
      </p:sp>
      <p:grpSp>
        <p:nvGrpSpPr>
          <p:cNvPr id="1146" name="Google Shape;1146;p76"/>
          <p:cNvGrpSpPr/>
          <p:nvPr/>
        </p:nvGrpSpPr>
        <p:grpSpPr>
          <a:xfrm>
            <a:off x="14497041" y="952412"/>
            <a:ext cx="1598127" cy="459104"/>
            <a:chOff x="5913125" y="1232600"/>
            <a:chExt cx="3443497" cy="989449"/>
          </a:xfrm>
        </p:grpSpPr>
        <p:sp>
          <p:nvSpPr>
            <p:cNvPr id="1147" name="Google Shape;1147;p76"/>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148" name="Google Shape;1148;p76"/>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149" name="Google Shape;1149;p76"/>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1 1">
  <p:cSld name="TITLE_1_1_1_1_1_1_1_1_1_1_1_1_1_1_1_1_1_1_1_1_1_1_1_1_1_1_1_1_1_1_1_1_1_1_2_1_1_1_1">
    <p:bg>
      <p:bgPr>
        <a:solidFill>
          <a:srgbClr val="CFE9FE"/>
        </a:solidFill>
      </p:bgPr>
    </p:bg>
    <p:spTree>
      <p:nvGrpSpPr>
        <p:cNvPr id="1150" name="Shape 1150"/>
        <p:cNvGrpSpPr/>
        <p:nvPr/>
      </p:nvGrpSpPr>
      <p:grpSpPr>
        <a:xfrm>
          <a:off x="0" y="0"/>
          <a:ext cx="0" cy="0"/>
          <a:chOff x="0" y="0"/>
          <a:chExt cx="0" cy="0"/>
        </a:xfrm>
      </p:grpSpPr>
      <p:sp>
        <p:nvSpPr>
          <p:cNvPr id="1151" name="Google Shape;1151;p7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1152" name="Google Shape;1152;p77"/>
          <p:cNvSpPr txBox="1"/>
          <p:nvPr>
            <p:ph type="title"/>
          </p:nvPr>
        </p:nvSpPr>
        <p:spPr>
          <a:xfrm>
            <a:off x="1333500" y="2762250"/>
            <a:ext cx="4530000" cy="47625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153" name="Google Shape;1153;p77"/>
          <p:cNvSpPr txBox="1"/>
          <p:nvPr>
            <p:ph idx="1" type="body"/>
          </p:nvPr>
        </p:nvSpPr>
        <p:spPr>
          <a:xfrm>
            <a:off x="8001000" y="1978800"/>
            <a:ext cx="9420300" cy="6329400"/>
          </a:xfrm>
          <a:prstGeom prst="rect">
            <a:avLst/>
          </a:prstGeom>
        </p:spPr>
        <p:txBody>
          <a:bodyPr anchorCtr="0" anchor="ctr"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1154" name="Google Shape;1154;p77"/>
          <p:cNvGrpSpPr/>
          <p:nvPr/>
        </p:nvGrpSpPr>
        <p:grpSpPr>
          <a:xfrm>
            <a:off x="14497041" y="952412"/>
            <a:ext cx="1598127" cy="459104"/>
            <a:chOff x="5913125" y="1232600"/>
            <a:chExt cx="3443497" cy="989449"/>
          </a:xfrm>
        </p:grpSpPr>
        <p:sp>
          <p:nvSpPr>
            <p:cNvPr id="1155" name="Google Shape;1155;p7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156" name="Google Shape;1156;p7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157" name="Google Shape;1157;p7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1 1 1">
  <p:cSld name="TITLE_1_1_1_1_1_1_1_1_1_1_1_1_1_1_1_1_1_1_1_1_1_1_1_1_1_1_1_1_1_1_1_1_1_1_2_1_1_1_1_1">
    <p:bg>
      <p:bgPr>
        <a:solidFill>
          <a:schemeClr val="lt1"/>
        </a:solidFill>
      </p:bgPr>
    </p:bg>
    <p:spTree>
      <p:nvGrpSpPr>
        <p:cNvPr id="1158" name="Shape 1158"/>
        <p:cNvGrpSpPr/>
        <p:nvPr/>
      </p:nvGrpSpPr>
      <p:grpSpPr>
        <a:xfrm>
          <a:off x="0" y="0"/>
          <a:ext cx="0" cy="0"/>
          <a:chOff x="0" y="0"/>
          <a:chExt cx="0" cy="0"/>
        </a:xfrm>
      </p:grpSpPr>
      <p:sp>
        <p:nvSpPr>
          <p:cNvPr id="1159" name="Google Shape;1159;p78"/>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accent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1160" name="Google Shape;1160;p78"/>
          <p:cNvSpPr txBox="1"/>
          <p:nvPr>
            <p:ph type="title"/>
          </p:nvPr>
        </p:nvSpPr>
        <p:spPr>
          <a:xfrm>
            <a:off x="1333500" y="2762250"/>
            <a:ext cx="4530000" cy="47625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161" name="Google Shape;1161;p78"/>
          <p:cNvSpPr txBox="1"/>
          <p:nvPr>
            <p:ph idx="1" type="body"/>
          </p:nvPr>
        </p:nvSpPr>
        <p:spPr>
          <a:xfrm>
            <a:off x="8001000" y="1978800"/>
            <a:ext cx="9420300" cy="6329400"/>
          </a:xfrm>
          <a:prstGeom prst="rect">
            <a:avLst/>
          </a:prstGeom>
        </p:spPr>
        <p:txBody>
          <a:bodyPr anchorCtr="0" anchor="ctr"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grpSp>
        <p:nvGrpSpPr>
          <p:cNvPr id="1162" name="Google Shape;1162;p78"/>
          <p:cNvGrpSpPr/>
          <p:nvPr/>
        </p:nvGrpSpPr>
        <p:grpSpPr>
          <a:xfrm>
            <a:off x="14497041" y="952412"/>
            <a:ext cx="1598127" cy="459104"/>
            <a:chOff x="5913125" y="1232600"/>
            <a:chExt cx="3443497" cy="989449"/>
          </a:xfrm>
        </p:grpSpPr>
        <p:sp>
          <p:nvSpPr>
            <p:cNvPr id="1163" name="Google Shape;1163;p7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164" name="Google Shape;1164;p7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165" name="Google Shape;1165;p7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_2">
    <p:bg>
      <p:bgPr>
        <a:solidFill>
          <a:srgbClr val="CFE9FE"/>
        </a:solidFill>
      </p:bgPr>
    </p:bg>
    <p:spTree>
      <p:nvGrpSpPr>
        <p:cNvPr id="1166" name="Shape 1166"/>
        <p:cNvGrpSpPr/>
        <p:nvPr/>
      </p:nvGrpSpPr>
      <p:grpSpPr>
        <a:xfrm>
          <a:off x="0" y="0"/>
          <a:ext cx="0" cy="0"/>
          <a:chOff x="0" y="0"/>
          <a:chExt cx="0" cy="0"/>
        </a:xfrm>
      </p:grpSpPr>
      <p:sp>
        <p:nvSpPr>
          <p:cNvPr id="1167" name="Google Shape;1167;p79"/>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168" name="Google Shape;1168;p79"/>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descr="8eddf9cd5d8993598fe8b721e932338b28a73d3f.png" id="1169" name="Google Shape;1169;p79"/>
          <p:cNvPicPr preferRelativeResize="0"/>
          <p:nvPr/>
        </p:nvPicPr>
        <p:blipFill rotWithShape="1">
          <a:blip r:embed="rId2">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1170" name="Google Shape;1170;p79"/>
          <p:cNvPicPr preferRelativeResize="0"/>
          <p:nvPr/>
        </p:nvPicPr>
        <p:blipFill rotWithShape="1">
          <a:blip r:embed="rId2">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1171" name="Google Shape;1171;p79"/>
          <p:cNvPicPr preferRelativeResize="0"/>
          <p:nvPr/>
        </p:nvPicPr>
        <p:blipFill rotWithShape="1">
          <a:blip r:embed="rId2">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grpSp>
        <p:nvGrpSpPr>
          <p:cNvPr id="1172" name="Google Shape;1172;p79"/>
          <p:cNvGrpSpPr/>
          <p:nvPr/>
        </p:nvGrpSpPr>
        <p:grpSpPr>
          <a:xfrm>
            <a:off x="14497041" y="952412"/>
            <a:ext cx="1598127" cy="459104"/>
            <a:chOff x="5913125" y="1232600"/>
            <a:chExt cx="3443497" cy="989449"/>
          </a:xfrm>
        </p:grpSpPr>
        <p:sp>
          <p:nvSpPr>
            <p:cNvPr id="1173" name="Google Shape;1173;p79"/>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174" name="Google Shape;1174;p79"/>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175" name="Google Shape;1175;p79"/>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_2">
    <p:bg>
      <p:bgPr>
        <a:solidFill>
          <a:srgbClr val="CFE9FE"/>
        </a:solidFill>
      </p:bgPr>
    </p:bg>
    <p:spTree>
      <p:nvGrpSpPr>
        <p:cNvPr id="1176" name="Shape 1176"/>
        <p:cNvGrpSpPr/>
        <p:nvPr/>
      </p:nvGrpSpPr>
      <p:grpSpPr>
        <a:xfrm>
          <a:off x="0" y="0"/>
          <a:ext cx="0" cy="0"/>
          <a:chOff x="0" y="0"/>
          <a:chExt cx="0" cy="0"/>
        </a:xfrm>
      </p:grpSpPr>
      <p:sp>
        <p:nvSpPr>
          <p:cNvPr id="1177" name="Google Shape;1177;p80"/>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1178" name="Google Shape;1178;p80"/>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1179" name="Google Shape;1179;p80"/>
          <p:cNvGrpSpPr/>
          <p:nvPr/>
        </p:nvGrpSpPr>
        <p:grpSpPr>
          <a:xfrm>
            <a:off x="1333500" y="997673"/>
            <a:ext cx="1278450" cy="1211850"/>
            <a:chOff x="0" y="0"/>
            <a:chExt cx="1704600" cy="1615800"/>
          </a:xfrm>
        </p:grpSpPr>
        <p:sp>
          <p:nvSpPr>
            <p:cNvPr id="1180" name="Google Shape;1180;p80"/>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1181" name="Google Shape;1181;p80"/>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1182" name="Google Shape;1182;p80"/>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1183" name="Google Shape;1183;p80"/>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sp>
        <p:nvSpPr>
          <p:cNvPr id="1184" name="Google Shape;1184;p80"/>
          <p:cNvSpPr/>
          <p:nvPr>
            <p:ph idx="2" type="pic"/>
          </p:nvPr>
        </p:nvSpPr>
        <p:spPr>
          <a:xfrm>
            <a:off x="14278928" y="3684270"/>
            <a:ext cx="3130800" cy="2885100"/>
          </a:xfrm>
          <a:prstGeom prst="roundRect">
            <a:avLst>
              <a:gd fmla="val 9780" name="adj"/>
            </a:avLst>
          </a:prstGeom>
          <a:noFill/>
          <a:ln>
            <a:noFill/>
          </a:ln>
        </p:spPr>
      </p:sp>
      <p:sp>
        <p:nvSpPr>
          <p:cNvPr id="1185" name="Google Shape;1185;p80"/>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186" name="Google Shape;1186;p80"/>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grpSp>
        <p:nvGrpSpPr>
          <p:cNvPr id="1187" name="Google Shape;1187;p80"/>
          <p:cNvGrpSpPr/>
          <p:nvPr/>
        </p:nvGrpSpPr>
        <p:grpSpPr>
          <a:xfrm>
            <a:off x="14497041" y="952412"/>
            <a:ext cx="1598127" cy="459104"/>
            <a:chOff x="5913125" y="1232600"/>
            <a:chExt cx="3443497" cy="989449"/>
          </a:xfrm>
        </p:grpSpPr>
        <p:sp>
          <p:nvSpPr>
            <p:cNvPr id="1188" name="Google Shape;1188;p8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189" name="Google Shape;1189;p8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190" name="Google Shape;1190;p8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1191" name="Shape 1191"/>
        <p:cNvGrpSpPr/>
        <p:nvPr/>
      </p:nvGrpSpPr>
      <p:grpSpPr>
        <a:xfrm>
          <a:off x="0" y="0"/>
          <a:ext cx="0" cy="0"/>
          <a:chOff x="0" y="0"/>
          <a:chExt cx="0" cy="0"/>
        </a:xfrm>
      </p:grpSpPr>
      <p:pic>
        <p:nvPicPr>
          <p:cNvPr id="1192" name="Google Shape;1192;p8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1193" name="Google Shape;1193;p81"/>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rtl="0">
              <a:lnSpc>
                <a:spcPct val="90000"/>
              </a:lnSpc>
              <a:spcBef>
                <a:spcPts val="0"/>
              </a:spcBef>
              <a:spcAft>
                <a:spcPts val="0"/>
              </a:spcAft>
              <a:buClr>
                <a:schemeClr val="lt1"/>
              </a:buClr>
              <a:buSzPts val="7200"/>
              <a:buNone/>
              <a:defRPr sz="7200">
                <a:solidFill>
                  <a:schemeClr val="lt1"/>
                </a:solidFill>
              </a:defRPr>
            </a:lvl1pPr>
            <a:lvl2pPr lvl="1" rtl="0">
              <a:spcBef>
                <a:spcPts val="0"/>
              </a:spcBef>
              <a:spcAft>
                <a:spcPts val="0"/>
              </a:spcAft>
              <a:buClr>
                <a:schemeClr val="lt1"/>
              </a:buClr>
              <a:buSzPts val="7200"/>
              <a:buNone/>
              <a:defRPr sz="7200">
                <a:solidFill>
                  <a:schemeClr val="lt1"/>
                </a:solidFill>
              </a:defRPr>
            </a:lvl2pPr>
            <a:lvl3pPr lvl="2" rtl="0">
              <a:spcBef>
                <a:spcPts val="0"/>
              </a:spcBef>
              <a:spcAft>
                <a:spcPts val="0"/>
              </a:spcAft>
              <a:buClr>
                <a:schemeClr val="lt1"/>
              </a:buClr>
              <a:buSzPts val="7200"/>
              <a:buNone/>
              <a:defRPr sz="7200">
                <a:solidFill>
                  <a:schemeClr val="lt1"/>
                </a:solidFill>
              </a:defRPr>
            </a:lvl3pPr>
            <a:lvl4pPr lvl="3" rtl="0">
              <a:spcBef>
                <a:spcPts val="0"/>
              </a:spcBef>
              <a:spcAft>
                <a:spcPts val="0"/>
              </a:spcAft>
              <a:buClr>
                <a:schemeClr val="lt1"/>
              </a:buClr>
              <a:buSzPts val="7200"/>
              <a:buNone/>
              <a:defRPr sz="7200">
                <a:solidFill>
                  <a:schemeClr val="lt1"/>
                </a:solidFill>
              </a:defRPr>
            </a:lvl4pPr>
            <a:lvl5pPr lvl="4" rtl="0">
              <a:spcBef>
                <a:spcPts val="0"/>
              </a:spcBef>
              <a:spcAft>
                <a:spcPts val="0"/>
              </a:spcAft>
              <a:buClr>
                <a:schemeClr val="lt1"/>
              </a:buClr>
              <a:buSzPts val="7200"/>
              <a:buNone/>
              <a:defRPr sz="7200">
                <a:solidFill>
                  <a:schemeClr val="lt1"/>
                </a:solidFill>
              </a:defRPr>
            </a:lvl5pPr>
            <a:lvl6pPr lvl="5" rtl="0">
              <a:spcBef>
                <a:spcPts val="0"/>
              </a:spcBef>
              <a:spcAft>
                <a:spcPts val="0"/>
              </a:spcAft>
              <a:buClr>
                <a:schemeClr val="lt1"/>
              </a:buClr>
              <a:buSzPts val="7200"/>
              <a:buNone/>
              <a:defRPr sz="7200">
                <a:solidFill>
                  <a:schemeClr val="lt1"/>
                </a:solidFill>
              </a:defRPr>
            </a:lvl6pPr>
            <a:lvl7pPr lvl="6" rtl="0">
              <a:spcBef>
                <a:spcPts val="0"/>
              </a:spcBef>
              <a:spcAft>
                <a:spcPts val="0"/>
              </a:spcAft>
              <a:buClr>
                <a:schemeClr val="lt1"/>
              </a:buClr>
              <a:buSzPts val="7200"/>
              <a:buNone/>
              <a:defRPr sz="7200">
                <a:solidFill>
                  <a:schemeClr val="lt1"/>
                </a:solidFill>
              </a:defRPr>
            </a:lvl7pPr>
            <a:lvl8pPr lvl="7" rtl="0">
              <a:spcBef>
                <a:spcPts val="0"/>
              </a:spcBef>
              <a:spcAft>
                <a:spcPts val="0"/>
              </a:spcAft>
              <a:buClr>
                <a:schemeClr val="lt1"/>
              </a:buClr>
              <a:buSzPts val="7200"/>
              <a:buNone/>
              <a:defRPr sz="7200">
                <a:solidFill>
                  <a:schemeClr val="lt1"/>
                </a:solidFill>
              </a:defRPr>
            </a:lvl8pPr>
            <a:lvl9pPr lvl="8" rtl="0">
              <a:spcBef>
                <a:spcPts val="0"/>
              </a:spcBef>
              <a:spcAft>
                <a:spcPts val="0"/>
              </a:spcAft>
              <a:buClr>
                <a:schemeClr val="lt1"/>
              </a:buClr>
              <a:buSzPts val="7200"/>
              <a:buNone/>
              <a:defRPr sz="7200">
                <a:solidFill>
                  <a:schemeClr val="lt1"/>
                </a:solidFill>
              </a:defRPr>
            </a:lvl9pPr>
          </a:lstStyle>
          <a:p/>
        </p:txBody>
      </p:sp>
      <p:sp>
        <p:nvSpPr>
          <p:cNvPr id="1194" name="Google Shape;1194;p81"/>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rtl="0">
              <a:lnSpc>
                <a:spcPct val="90000"/>
              </a:lnSpc>
              <a:spcBef>
                <a:spcPts val="0"/>
              </a:spcBef>
              <a:spcAft>
                <a:spcPts val="0"/>
              </a:spcAft>
              <a:buClr>
                <a:schemeClr val="lt1"/>
              </a:buClr>
              <a:buSzPts val="3200"/>
              <a:buNone/>
              <a:defRPr sz="3200">
                <a:solidFill>
                  <a:schemeClr val="lt1"/>
                </a:solidFill>
              </a:defRPr>
            </a:lvl1pPr>
            <a:lvl2pPr lvl="1" rtl="0">
              <a:spcBef>
                <a:spcPts val="0"/>
              </a:spcBef>
              <a:spcAft>
                <a:spcPts val="0"/>
              </a:spcAft>
              <a:buClr>
                <a:schemeClr val="lt1"/>
              </a:buClr>
              <a:buSzPts val="2600"/>
              <a:buNone/>
              <a:defRPr>
                <a:solidFill>
                  <a:schemeClr val="lt1"/>
                </a:solidFill>
              </a:defRPr>
            </a:lvl2pPr>
            <a:lvl3pPr lvl="2" rtl="0">
              <a:spcBef>
                <a:spcPts val="1800"/>
              </a:spcBef>
              <a:spcAft>
                <a:spcPts val="0"/>
              </a:spcAft>
              <a:buClr>
                <a:schemeClr val="lt1"/>
              </a:buClr>
              <a:buSzPts val="2400"/>
              <a:buNone/>
              <a:defRPr>
                <a:solidFill>
                  <a:schemeClr val="lt1"/>
                </a:solidFill>
              </a:defRPr>
            </a:lvl3pPr>
            <a:lvl4pPr lvl="3" rtl="0">
              <a:spcBef>
                <a:spcPts val="1800"/>
              </a:spcBef>
              <a:spcAft>
                <a:spcPts val="0"/>
              </a:spcAft>
              <a:buClr>
                <a:schemeClr val="lt1"/>
              </a:buClr>
              <a:buSzPts val="2200"/>
              <a:buNone/>
              <a:defRPr>
                <a:solidFill>
                  <a:schemeClr val="lt1"/>
                </a:solidFill>
              </a:defRPr>
            </a:lvl4pPr>
            <a:lvl5pPr lvl="4" rtl="0">
              <a:spcBef>
                <a:spcPts val="1800"/>
              </a:spcBef>
              <a:spcAft>
                <a:spcPts val="0"/>
              </a:spcAft>
              <a:buClr>
                <a:schemeClr val="lt1"/>
              </a:buClr>
              <a:buSzPts val="2000"/>
              <a:buNone/>
              <a:defRPr>
                <a:solidFill>
                  <a:schemeClr val="lt1"/>
                </a:solidFill>
              </a:defRPr>
            </a:lvl5pPr>
            <a:lvl6pPr lvl="5" rtl="0">
              <a:spcBef>
                <a:spcPts val="1800"/>
              </a:spcBef>
              <a:spcAft>
                <a:spcPts val="0"/>
              </a:spcAft>
              <a:buClr>
                <a:schemeClr val="lt1"/>
              </a:buClr>
              <a:buSzPts val="1800"/>
              <a:buNone/>
              <a:defRPr>
                <a:solidFill>
                  <a:schemeClr val="lt1"/>
                </a:solidFill>
              </a:defRPr>
            </a:lvl6pPr>
            <a:lvl7pPr lvl="6" rtl="0">
              <a:spcBef>
                <a:spcPts val="1800"/>
              </a:spcBef>
              <a:spcAft>
                <a:spcPts val="0"/>
              </a:spcAft>
              <a:buClr>
                <a:schemeClr val="lt1"/>
              </a:buClr>
              <a:buSzPts val="1800"/>
              <a:buNone/>
              <a:defRPr>
                <a:solidFill>
                  <a:schemeClr val="lt1"/>
                </a:solidFill>
              </a:defRPr>
            </a:lvl7pPr>
            <a:lvl8pPr lvl="7" rtl="0">
              <a:spcBef>
                <a:spcPts val="1800"/>
              </a:spcBef>
              <a:spcAft>
                <a:spcPts val="0"/>
              </a:spcAft>
              <a:buClr>
                <a:schemeClr val="lt1"/>
              </a:buClr>
              <a:buSzPts val="1800"/>
              <a:buNone/>
              <a:defRPr>
                <a:solidFill>
                  <a:schemeClr val="lt1"/>
                </a:solidFill>
              </a:defRPr>
            </a:lvl8pPr>
            <a:lvl9pPr lvl="8" rtl="0">
              <a:spcBef>
                <a:spcPts val="1800"/>
              </a:spcBef>
              <a:spcAft>
                <a:spcPts val="1800"/>
              </a:spcAft>
              <a:buClr>
                <a:schemeClr val="lt1"/>
              </a:buClr>
              <a:buSzPts val="1800"/>
              <a:buNone/>
              <a:defRPr>
                <a:solidFill>
                  <a:schemeClr val="lt1"/>
                </a:solidFill>
              </a:defRPr>
            </a:lvl9pPr>
          </a:lstStyle>
          <a:p/>
        </p:txBody>
      </p:sp>
      <p:pic>
        <p:nvPicPr>
          <p:cNvPr id="1195" name="Google Shape;1195;p81"/>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1196" name="Google Shape;1196;p81"/>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1197" name="Google Shape;1197;p81"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1198" name="Google Shape;1198;p81"/>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199" name="Google Shape;1199;p81"/>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00" name="Google Shape;1200;p81"/>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01" name="Google Shape;1201;p81"/>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1202" name="Google Shape;1202;p81"/>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1203" name="Google Shape;1203;p81"/>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04" name="Google Shape;1204;p81"/>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05" name="Google Shape;1205;p81"/>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06" name="Google Shape;1206;p81"/>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07" name="Google Shape;1207;p81"/>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1208" name="Google Shape;1208;p81"/>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1209" name="Google Shape;1209;p81"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1210" name="Google Shape;1210;p81"/>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1211" name="Google Shape;1211;p81"/>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1212" name="Google Shape;1212;p81"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1213" name="Google Shape;1213;p81"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grpSp>
        <p:nvGrpSpPr>
          <p:cNvPr id="1214" name="Google Shape;1214;p81"/>
          <p:cNvGrpSpPr/>
          <p:nvPr/>
        </p:nvGrpSpPr>
        <p:grpSpPr>
          <a:xfrm>
            <a:off x="14497041" y="952412"/>
            <a:ext cx="1598127" cy="459104"/>
            <a:chOff x="5913125" y="1232600"/>
            <a:chExt cx="3443497" cy="989449"/>
          </a:xfrm>
        </p:grpSpPr>
        <p:sp>
          <p:nvSpPr>
            <p:cNvPr id="1215" name="Google Shape;1215;p81"/>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216" name="Google Shape;1216;p81"/>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217" name="Google Shape;1217;p81"/>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solidFill>
          <a:srgbClr val="CFE9FE"/>
        </a:solidFill>
      </p:bgPr>
    </p:bg>
    <p:spTree>
      <p:nvGrpSpPr>
        <p:cNvPr id="1218" name="Shape 1218"/>
        <p:cNvGrpSpPr/>
        <p:nvPr/>
      </p:nvGrpSpPr>
      <p:grpSpPr>
        <a:xfrm>
          <a:off x="0" y="0"/>
          <a:ext cx="0" cy="0"/>
          <a:chOff x="0" y="0"/>
          <a:chExt cx="0" cy="0"/>
        </a:xfrm>
      </p:grpSpPr>
      <p:sp>
        <p:nvSpPr>
          <p:cNvPr id="1219" name="Google Shape;1219;p82"/>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1220" name="Google Shape;1220;p82"/>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221" name="Google Shape;1221;p82"/>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1222" name="Google Shape;1222;p82"/>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23" name="Google Shape;1223;p82"/>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24" name="Google Shape;1224;p82"/>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25" name="Google Shape;1225;p82"/>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1226" name="Google Shape;1226;p82"/>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1227" name="Google Shape;1227;p82"/>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28" name="Google Shape;1228;p82"/>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29" name="Google Shape;1229;p82"/>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30" name="Google Shape;1230;p82"/>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31" name="Google Shape;1231;p82"/>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1232" name="Google Shape;1232;p82"/>
          <p:cNvPicPr preferRelativeResize="0"/>
          <p:nvPr/>
        </p:nvPicPr>
        <p:blipFill rotWithShape="1">
          <a:blip r:embed="rId2">
            <a:alphaModFix/>
          </a:blip>
          <a:srcRect b="0" l="0" r="0" t="0"/>
          <a:stretch/>
        </p:blipFill>
        <p:spPr>
          <a:xfrm>
            <a:off x="3461327" y="2946149"/>
            <a:ext cx="588381" cy="597300"/>
          </a:xfrm>
          <a:prstGeom prst="rect">
            <a:avLst/>
          </a:prstGeom>
          <a:noFill/>
          <a:ln>
            <a:noFill/>
          </a:ln>
        </p:spPr>
      </p:pic>
      <p:pic>
        <p:nvPicPr>
          <p:cNvPr descr="Yellow_single_sparkle_blur.png" id="1233" name="Google Shape;1233;p82"/>
          <p:cNvPicPr preferRelativeResize="0"/>
          <p:nvPr/>
        </p:nvPicPr>
        <p:blipFill rotWithShape="1">
          <a:blip r:embed="rId3">
            <a:alphaModFix/>
          </a:blip>
          <a:srcRect b="0" l="12557" r="0" t="0"/>
          <a:stretch/>
        </p:blipFill>
        <p:spPr>
          <a:xfrm rot="-13">
            <a:off x="3034519" y="2797751"/>
            <a:ext cx="339581" cy="392849"/>
          </a:xfrm>
          <a:prstGeom prst="rect">
            <a:avLst/>
          </a:prstGeom>
          <a:noFill/>
          <a:ln>
            <a:noFill/>
          </a:ln>
        </p:spPr>
      </p:pic>
      <p:pic>
        <p:nvPicPr>
          <p:cNvPr descr="Blue_single_sparkle.png" id="1234" name="Google Shape;1234;p82"/>
          <p:cNvPicPr preferRelativeResize="0"/>
          <p:nvPr/>
        </p:nvPicPr>
        <p:blipFill rotWithShape="1">
          <a:blip r:embed="rId2">
            <a:alphaModFix/>
          </a:blip>
          <a:srcRect b="0" l="0" r="0" t="0"/>
          <a:stretch/>
        </p:blipFill>
        <p:spPr>
          <a:xfrm>
            <a:off x="2060343" y="6548591"/>
            <a:ext cx="295517" cy="300001"/>
          </a:xfrm>
          <a:prstGeom prst="rect">
            <a:avLst/>
          </a:prstGeom>
          <a:noFill/>
          <a:ln>
            <a:noFill/>
          </a:ln>
        </p:spPr>
      </p:pic>
      <p:sp>
        <p:nvSpPr>
          <p:cNvPr id="1235" name="Google Shape;1235;p82"/>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1236" name="Google Shape;1236;p82"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1237" name="Google Shape;1237;p82"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1238" name="Google Shape;1238;p82"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grpSp>
        <p:nvGrpSpPr>
          <p:cNvPr id="1239" name="Google Shape;1239;p82"/>
          <p:cNvGrpSpPr/>
          <p:nvPr/>
        </p:nvGrpSpPr>
        <p:grpSpPr>
          <a:xfrm>
            <a:off x="14497041" y="952412"/>
            <a:ext cx="1598127" cy="459104"/>
            <a:chOff x="5913125" y="1232600"/>
            <a:chExt cx="3443497" cy="989449"/>
          </a:xfrm>
        </p:grpSpPr>
        <p:sp>
          <p:nvSpPr>
            <p:cNvPr id="1240" name="Google Shape;1240;p8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241" name="Google Shape;1241;p8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242" name="Google Shape;1242;p8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1 2">
  <p:cSld name="TITLE_1_1_1_1_1_1_1_1_1_1_1_1_1_1_1_1_1_1_1_1_1_1_1_1_1_1_1_1_1_1_1_1_1_1_3_2">
    <p:bg>
      <p:bgPr>
        <a:solidFill>
          <a:schemeClr val="lt1"/>
        </a:solidFill>
      </p:bgPr>
    </p:bg>
    <p:spTree>
      <p:nvGrpSpPr>
        <p:cNvPr id="1243" name="Shape 1243"/>
        <p:cNvGrpSpPr/>
        <p:nvPr/>
      </p:nvGrpSpPr>
      <p:grpSpPr>
        <a:xfrm>
          <a:off x="0" y="0"/>
          <a:ext cx="0" cy="0"/>
          <a:chOff x="0" y="0"/>
          <a:chExt cx="0" cy="0"/>
        </a:xfrm>
      </p:grpSpPr>
      <p:pic>
        <p:nvPicPr>
          <p:cNvPr id="1244" name="Google Shape;1244;p8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1245" name="Google Shape;1245;p83"/>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1246" name="Google Shape;1246;p83"/>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1247" name="Google Shape;1247;p83"/>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1248" name="Google Shape;1248;p83"/>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1249" name="Google Shape;1249;p83"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1250" name="Google Shape;1250;p83"/>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51" name="Google Shape;1251;p83"/>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52" name="Google Shape;1252;p83"/>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53" name="Google Shape;1253;p83"/>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1254" name="Google Shape;1254;p83"/>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1255" name="Google Shape;1255;p83"/>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56" name="Google Shape;1256;p83"/>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57" name="Google Shape;1257;p83"/>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58" name="Google Shape;1258;p83"/>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59" name="Google Shape;1259;p83"/>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1260" name="Google Shape;1260;p83"/>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1261" name="Google Shape;1261;p83"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1262" name="Google Shape;1262;p83"/>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1263" name="Google Shape;1263;p83"/>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1264" name="Google Shape;1264;p83"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1265" name="Google Shape;1265;p83"/>
          <p:cNvPicPr preferRelativeResize="0"/>
          <p:nvPr/>
        </p:nvPicPr>
        <p:blipFill rotWithShape="1">
          <a:blip r:embed="rId7">
            <a:alphaModFix/>
          </a:blip>
          <a:srcRect b="11700" l="12429" r="13144" t="11929"/>
          <a:stretch/>
        </p:blipFill>
        <p:spPr>
          <a:xfrm>
            <a:off x="4986575" y="5140997"/>
            <a:ext cx="1335900" cy="1370662"/>
          </a:xfrm>
          <a:prstGeom prst="rect">
            <a:avLst/>
          </a:prstGeom>
          <a:noFill/>
          <a:ln>
            <a:noFill/>
          </a:ln>
        </p:spPr>
      </p:pic>
      <p:grpSp>
        <p:nvGrpSpPr>
          <p:cNvPr id="1266" name="Google Shape;1266;p83"/>
          <p:cNvGrpSpPr/>
          <p:nvPr/>
        </p:nvGrpSpPr>
        <p:grpSpPr>
          <a:xfrm>
            <a:off x="14497041" y="952412"/>
            <a:ext cx="1598127" cy="459104"/>
            <a:chOff x="5913125" y="1232600"/>
            <a:chExt cx="3443497" cy="989449"/>
          </a:xfrm>
        </p:grpSpPr>
        <p:sp>
          <p:nvSpPr>
            <p:cNvPr id="1267" name="Google Shape;1267;p83"/>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268" name="Google Shape;1268;p83"/>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269" name="Google Shape;1269;p83"/>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1 2">
  <p:cSld name="TITLE_1_1_1_1_1_1_1_1_1_1_1_1_1_1_1_1_1_1_1_1_1_1_1_1_1_1_1_1_1_1_1_1_1_1_2_1_1_1_2">
    <p:bg>
      <p:bgPr>
        <a:solidFill>
          <a:srgbClr val="CFE9FE"/>
        </a:solidFill>
      </p:bgPr>
    </p:bg>
    <p:spTree>
      <p:nvGrpSpPr>
        <p:cNvPr id="1270" name="Shape 1270"/>
        <p:cNvGrpSpPr/>
        <p:nvPr/>
      </p:nvGrpSpPr>
      <p:grpSpPr>
        <a:xfrm>
          <a:off x="0" y="0"/>
          <a:ext cx="0" cy="0"/>
          <a:chOff x="0" y="0"/>
          <a:chExt cx="0" cy="0"/>
        </a:xfrm>
      </p:grpSpPr>
      <p:sp>
        <p:nvSpPr>
          <p:cNvPr id="1271" name="Google Shape;1271;p84"/>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1272" name="Google Shape;1272;p84"/>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273" name="Google Shape;1273;p84"/>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1274" name="Google Shape;1274;p84" title="BE-MVP-Icon-Spark_Redux_V3_RIGHT_yellow.png"/>
          <p:cNvPicPr preferRelativeResize="0"/>
          <p:nvPr/>
        </p:nvPicPr>
        <p:blipFill rotWithShape="1">
          <a:blip r:embed="rId2">
            <a:alphaModFix/>
          </a:blip>
          <a:srcRect b="8324" l="17671" r="9187" t="12399"/>
          <a:stretch/>
        </p:blipFill>
        <p:spPr>
          <a:xfrm rot="-9">
            <a:off x="1" y="6380114"/>
            <a:ext cx="1675026" cy="1937844"/>
          </a:xfrm>
          <a:prstGeom prst="rect">
            <a:avLst/>
          </a:prstGeom>
          <a:noFill/>
          <a:ln>
            <a:noFill/>
          </a:ln>
        </p:spPr>
      </p:pic>
      <p:sp>
        <p:nvSpPr>
          <p:cNvPr id="1275" name="Google Shape;1275;p84"/>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76" name="Google Shape;1276;p84"/>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77" name="Google Shape;1277;p84"/>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78" name="Google Shape;1278;p84"/>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1279" name="Google Shape;1279;p84"/>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1280" name="Google Shape;1280;p84"/>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81" name="Google Shape;1281;p84"/>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82" name="Google Shape;1282;p84"/>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83" name="Google Shape;1283;p84"/>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1284" name="Google Shape;1284;p84"/>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1285" name="Google Shape;1285;p84"/>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id="1286" name="Google Shape;1286;p84" title="BE-MVP-Icon-Spark_Redux_V3_RIGHT_yellow.png"/>
          <p:cNvPicPr preferRelativeResize="0"/>
          <p:nvPr/>
        </p:nvPicPr>
        <p:blipFill rotWithShape="1">
          <a:blip r:embed="rId2">
            <a:alphaModFix/>
          </a:blip>
          <a:srcRect b="0" l="3866" r="3875" t="0"/>
          <a:stretch/>
        </p:blipFill>
        <p:spPr>
          <a:xfrm rot="-23">
            <a:off x="3034519" y="2797750"/>
            <a:ext cx="339582" cy="392849"/>
          </a:xfrm>
          <a:prstGeom prst="rect">
            <a:avLst/>
          </a:prstGeom>
          <a:noFill/>
          <a:ln>
            <a:noFill/>
          </a:ln>
        </p:spPr>
      </p:pic>
      <p:pic>
        <p:nvPicPr>
          <p:cNvPr descr="Blue_single_sparkle.png" id="1287" name="Google Shape;1287;p84"/>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1288" name="Google Shape;1288;p84"/>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1289" name="Google Shape;1289;p84"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1290" name="Google Shape;1290;p84"/>
          <p:cNvPicPr preferRelativeResize="0"/>
          <p:nvPr/>
        </p:nvPicPr>
        <p:blipFill rotWithShape="1">
          <a:blip r:embed="rId5">
            <a:alphaModFix/>
          </a:blip>
          <a:srcRect b="11700" l="12429" r="13144" t="11929"/>
          <a:stretch/>
        </p:blipFill>
        <p:spPr>
          <a:xfrm>
            <a:off x="4986575" y="5140997"/>
            <a:ext cx="1335900" cy="1370662"/>
          </a:xfrm>
          <a:prstGeom prst="rect">
            <a:avLst/>
          </a:prstGeom>
          <a:noFill/>
          <a:ln>
            <a:noFill/>
          </a:ln>
        </p:spPr>
      </p:pic>
      <p:grpSp>
        <p:nvGrpSpPr>
          <p:cNvPr id="1291" name="Google Shape;1291;p84"/>
          <p:cNvGrpSpPr/>
          <p:nvPr/>
        </p:nvGrpSpPr>
        <p:grpSpPr>
          <a:xfrm>
            <a:off x="14497041" y="952412"/>
            <a:ext cx="1598127" cy="459104"/>
            <a:chOff x="5913125" y="1232600"/>
            <a:chExt cx="3443497" cy="989449"/>
          </a:xfrm>
        </p:grpSpPr>
        <p:sp>
          <p:nvSpPr>
            <p:cNvPr id="1292" name="Google Shape;1292;p8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293" name="Google Shape;1293;p8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294" name="Google Shape;1294;p8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1">
  <p:cSld name="TITLE_1_1_1_1_1_1_1_1_1_1_1_1_1_1_1_1_1_1_1_1_1_1_1_1_1_1_1_1_1_1_1_1_1_1_3">
    <p:bg>
      <p:bgPr>
        <a:solidFill>
          <a:schemeClr val="lt1"/>
        </a:solidFill>
      </p:bgPr>
    </p:bg>
    <p:spTree>
      <p:nvGrpSpPr>
        <p:cNvPr id="1295" name="Shape 1295"/>
        <p:cNvGrpSpPr/>
        <p:nvPr/>
      </p:nvGrpSpPr>
      <p:grpSpPr>
        <a:xfrm>
          <a:off x="0" y="0"/>
          <a:ext cx="0" cy="0"/>
          <a:chOff x="0" y="0"/>
          <a:chExt cx="0" cy="0"/>
        </a:xfrm>
      </p:grpSpPr>
      <p:pic>
        <p:nvPicPr>
          <p:cNvPr id="1296" name="Google Shape;1296;p8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1297" name="Google Shape;1297;p85"/>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1298" name="Google Shape;1298;p85"/>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1299" name="Google Shape;1299;p8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1300" name="Google Shape;1300;p85"/>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grpSp>
        <p:nvGrpSpPr>
          <p:cNvPr id="1301" name="Google Shape;1301;p85"/>
          <p:cNvGrpSpPr/>
          <p:nvPr/>
        </p:nvGrpSpPr>
        <p:grpSpPr>
          <a:xfrm>
            <a:off x="14497041" y="952412"/>
            <a:ext cx="1598127" cy="459104"/>
            <a:chOff x="5913125" y="1232600"/>
            <a:chExt cx="3443497" cy="989449"/>
          </a:xfrm>
        </p:grpSpPr>
        <p:sp>
          <p:nvSpPr>
            <p:cNvPr id="1302" name="Google Shape;1302;p85"/>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303" name="Google Shape;1303;p85"/>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304" name="Google Shape;1304;p85"/>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1">
  <p:cSld name="TITLE_1_1_1_1_1_1_1_1_1_1_1_1_1_1_1_1_1_1_1_1_1_1_1_1_1_1_1_1_1_1_1_1_1_1_2_1_1_1">
    <p:bg>
      <p:bgPr>
        <a:solidFill>
          <a:srgbClr val="CFE9FE"/>
        </a:solidFill>
      </p:bgPr>
    </p:bg>
    <p:spTree>
      <p:nvGrpSpPr>
        <p:cNvPr id="1305" name="Shape 1305"/>
        <p:cNvGrpSpPr/>
        <p:nvPr/>
      </p:nvGrpSpPr>
      <p:grpSpPr>
        <a:xfrm>
          <a:off x="0" y="0"/>
          <a:ext cx="0" cy="0"/>
          <a:chOff x="0" y="0"/>
          <a:chExt cx="0" cy="0"/>
        </a:xfrm>
      </p:grpSpPr>
      <p:sp>
        <p:nvSpPr>
          <p:cNvPr id="1306" name="Google Shape;1306;p8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1307" name="Google Shape;1307;p8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308" name="Google Shape;1308;p8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grpSp>
        <p:nvGrpSpPr>
          <p:cNvPr id="1309" name="Google Shape;1309;p86"/>
          <p:cNvGrpSpPr/>
          <p:nvPr/>
        </p:nvGrpSpPr>
        <p:grpSpPr>
          <a:xfrm>
            <a:off x="14497041" y="952412"/>
            <a:ext cx="1598127" cy="459104"/>
            <a:chOff x="5913125" y="1232600"/>
            <a:chExt cx="3443497" cy="989449"/>
          </a:xfrm>
        </p:grpSpPr>
        <p:sp>
          <p:nvSpPr>
            <p:cNvPr id="1310" name="Google Shape;1310;p8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311" name="Google Shape;1311;p8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312" name="Google Shape;1312;p8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1">
  <p:cSld name="TITLE_1_1_1_1_1_1_1_1_1_1_1_1_1_1_1_1_1_1_1_1_1_1_1_1_1_1_1_1_1_1_1_1">
    <p:bg>
      <p:bgPr>
        <a:solidFill>
          <a:srgbClr val="CFE9FE"/>
        </a:solidFill>
      </p:bgPr>
    </p:bg>
    <p:spTree>
      <p:nvGrpSpPr>
        <p:cNvPr id="1313" name="Shape 1313"/>
        <p:cNvGrpSpPr/>
        <p:nvPr/>
      </p:nvGrpSpPr>
      <p:grpSpPr>
        <a:xfrm>
          <a:off x="0" y="0"/>
          <a:ext cx="0" cy="0"/>
          <a:chOff x="0" y="0"/>
          <a:chExt cx="0" cy="0"/>
        </a:xfrm>
      </p:grpSpPr>
      <p:sp>
        <p:nvSpPr>
          <p:cNvPr id="1314" name="Google Shape;1314;p87"/>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15" name="Google Shape;1315;p87"/>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descr="8eddf9cd5d8993598fe8b721e932338b28a73d3f.png" id="1316" name="Google Shape;1316;p87"/>
          <p:cNvPicPr preferRelativeResize="0"/>
          <p:nvPr/>
        </p:nvPicPr>
        <p:blipFill rotWithShape="1">
          <a:blip r:embed="rId2">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1317" name="Google Shape;1317;p87"/>
          <p:cNvPicPr preferRelativeResize="0"/>
          <p:nvPr/>
        </p:nvPicPr>
        <p:blipFill rotWithShape="1">
          <a:blip r:embed="rId2">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1318" name="Google Shape;1318;p87"/>
          <p:cNvPicPr preferRelativeResize="0"/>
          <p:nvPr/>
        </p:nvPicPr>
        <p:blipFill rotWithShape="1">
          <a:blip r:embed="rId2">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
        <p:nvSpPr>
          <p:cNvPr id="1319" name="Google Shape;1319;p87"/>
          <p:cNvSpPr/>
          <p:nvPr>
            <p:ph idx="2" type="pic"/>
          </p:nvPr>
        </p:nvSpPr>
        <p:spPr>
          <a:xfrm>
            <a:off x="1314425" y="2338350"/>
            <a:ext cx="5610300" cy="5610300"/>
          </a:xfrm>
          <a:prstGeom prst="ellipse">
            <a:avLst/>
          </a:prstGeom>
          <a:noFill/>
          <a:ln>
            <a:noFill/>
          </a:ln>
        </p:spPr>
      </p:sp>
      <p:grpSp>
        <p:nvGrpSpPr>
          <p:cNvPr id="1320" name="Google Shape;1320;p87"/>
          <p:cNvGrpSpPr/>
          <p:nvPr/>
        </p:nvGrpSpPr>
        <p:grpSpPr>
          <a:xfrm>
            <a:off x="14497041" y="952412"/>
            <a:ext cx="1598127" cy="459104"/>
            <a:chOff x="5913125" y="1232600"/>
            <a:chExt cx="3443497" cy="989449"/>
          </a:xfrm>
        </p:grpSpPr>
        <p:sp>
          <p:nvSpPr>
            <p:cNvPr id="1321" name="Google Shape;1321;p8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322" name="Google Shape;1322;p8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323" name="Google Shape;1323;p8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rgbClr val="CFE9FE"/>
        </a:solidFill>
      </p:bgPr>
    </p:bg>
    <p:spTree>
      <p:nvGrpSpPr>
        <p:cNvPr id="1324" name="Shape 1324"/>
        <p:cNvGrpSpPr/>
        <p:nvPr/>
      </p:nvGrpSpPr>
      <p:grpSpPr>
        <a:xfrm>
          <a:off x="0" y="0"/>
          <a:ext cx="0" cy="0"/>
          <a:chOff x="0" y="0"/>
          <a:chExt cx="0" cy="0"/>
        </a:xfrm>
      </p:grpSpPr>
      <p:sp>
        <p:nvSpPr>
          <p:cNvPr id="1325" name="Google Shape;1325;p88"/>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26" name="Google Shape;1326;p88"/>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rtl="0" algn="ctr">
              <a:lnSpc>
                <a:spcPct val="90000"/>
              </a:lnSpc>
              <a:spcBef>
                <a:spcPts val="0"/>
              </a:spcBef>
              <a:spcAft>
                <a:spcPts val="0"/>
              </a:spcAft>
              <a:buSzPts val="5400"/>
              <a:buNone/>
              <a:defRPr sz="54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1327" name="Google Shape;1327;p88"/>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rtl="0" algn="ctr">
              <a:lnSpc>
                <a:spcPct val="90000"/>
              </a:lnSpc>
              <a:spcBef>
                <a:spcPts val="0"/>
              </a:spcBef>
              <a:spcAft>
                <a:spcPts val="0"/>
              </a:spcAft>
              <a:buSzPts val="3600"/>
              <a:buNone/>
              <a:defRPr sz="3600"/>
            </a:lvl1pPr>
            <a:lvl2pPr lvl="1" rtl="0" algn="ctr">
              <a:spcBef>
                <a:spcPts val="0"/>
              </a:spcBef>
              <a:spcAft>
                <a:spcPts val="0"/>
              </a:spcAft>
              <a:buSzPts val="2600"/>
              <a:buNone/>
              <a:defRPr/>
            </a:lvl2pPr>
            <a:lvl3pPr lvl="2" rtl="0" algn="ctr">
              <a:spcBef>
                <a:spcPts val="1800"/>
              </a:spcBef>
              <a:spcAft>
                <a:spcPts val="0"/>
              </a:spcAft>
              <a:buSzPts val="2400"/>
              <a:buNone/>
              <a:defRPr/>
            </a:lvl3pPr>
            <a:lvl4pPr lvl="3" rtl="0" algn="ctr">
              <a:spcBef>
                <a:spcPts val="1800"/>
              </a:spcBef>
              <a:spcAft>
                <a:spcPts val="0"/>
              </a:spcAft>
              <a:buSzPts val="2200"/>
              <a:buNone/>
              <a:defRPr/>
            </a:lvl4pPr>
            <a:lvl5pPr lvl="4" rtl="0" algn="ctr">
              <a:spcBef>
                <a:spcPts val="1800"/>
              </a:spcBef>
              <a:spcAft>
                <a:spcPts val="0"/>
              </a:spcAft>
              <a:buSzPts val="2000"/>
              <a:buNone/>
              <a:defRPr/>
            </a:lvl5pPr>
            <a:lvl6pPr lvl="5" rtl="0" algn="ctr">
              <a:spcBef>
                <a:spcPts val="1800"/>
              </a:spcBef>
              <a:spcAft>
                <a:spcPts val="0"/>
              </a:spcAft>
              <a:buSzPts val="1800"/>
              <a:buNone/>
              <a:defRPr/>
            </a:lvl6pPr>
            <a:lvl7pPr lvl="6" rtl="0" algn="ctr">
              <a:spcBef>
                <a:spcPts val="1800"/>
              </a:spcBef>
              <a:spcAft>
                <a:spcPts val="0"/>
              </a:spcAft>
              <a:buSzPts val="1800"/>
              <a:buNone/>
              <a:defRPr/>
            </a:lvl7pPr>
            <a:lvl8pPr lvl="7" rtl="0" algn="ctr">
              <a:spcBef>
                <a:spcPts val="1800"/>
              </a:spcBef>
              <a:spcAft>
                <a:spcPts val="0"/>
              </a:spcAft>
              <a:buSzPts val="1800"/>
              <a:buNone/>
              <a:defRPr/>
            </a:lvl8pPr>
            <a:lvl9pPr lvl="8" rtl="0" algn="ctr">
              <a:spcBef>
                <a:spcPts val="1800"/>
              </a:spcBef>
              <a:spcAft>
                <a:spcPts val="1800"/>
              </a:spcAft>
              <a:buSzPts val="1800"/>
              <a:buNone/>
              <a:defRPr/>
            </a:lvl9pPr>
          </a:lstStyle>
          <a:p/>
        </p:txBody>
      </p:sp>
      <p:sp>
        <p:nvSpPr>
          <p:cNvPr id="1328" name="Google Shape;1328;p88"/>
          <p:cNvSpPr/>
          <p:nvPr>
            <p:ph idx="2" type="pic"/>
          </p:nvPr>
        </p:nvSpPr>
        <p:spPr>
          <a:xfrm>
            <a:off x="6597968" y="1404938"/>
            <a:ext cx="5093100" cy="5093100"/>
          </a:xfrm>
          <a:prstGeom prst="ellipse">
            <a:avLst/>
          </a:prstGeom>
          <a:noFill/>
          <a:ln>
            <a:noFill/>
          </a:ln>
        </p:spPr>
      </p:sp>
      <p:grpSp>
        <p:nvGrpSpPr>
          <p:cNvPr id="1329" name="Google Shape;1329;p88"/>
          <p:cNvGrpSpPr/>
          <p:nvPr/>
        </p:nvGrpSpPr>
        <p:grpSpPr>
          <a:xfrm>
            <a:off x="14497041" y="952412"/>
            <a:ext cx="1598127" cy="459104"/>
            <a:chOff x="5913125" y="1232600"/>
            <a:chExt cx="3443497" cy="989449"/>
          </a:xfrm>
        </p:grpSpPr>
        <p:sp>
          <p:nvSpPr>
            <p:cNvPr id="1330" name="Google Shape;1330;p8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331" name="Google Shape;1331;p8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332" name="Google Shape;1332;p8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rgbClr val="CFE9FE"/>
        </a:solidFill>
      </p:bgPr>
    </p:bg>
    <p:spTree>
      <p:nvGrpSpPr>
        <p:cNvPr id="1333" name="Shape 1333"/>
        <p:cNvGrpSpPr/>
        <p:nvPr/>
      </p:nvGrpSpPr>
      <p:grpSpPr>
        <a:xfrm>
          <a:off x="0" y="0"/>
          <a:ext cx="0" cy="0"/>
          <a:chOff x="0" y="0"/>
          <a:chExt cx="0" cy="0"/>
        </a:xfrm>
      </p:grpSpPr>
      <p:sp>
        <p:nvSpPr>
          <p:cNvPr id="1334" name="Google Shape;1334;p89"/>
          <p:cNvSpPr/>
          <p:nvPr/>
        </p:nvSpPr>
        <p:spPr>
          <a:xfrm>
            <a:off x="24606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35" name="Google Shape;1335;p89"/>
          <p:cNvSpPr/>
          <p:nvPr/>
        </p:nvSpPr>
        <p:spPr>
          <a:xfrm>
            <a:off x="105783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36" name="Google Shape;1336;p89"/>
          <p:cNvSpPr/>
          <p:nvPr>
            <p:ph idx="2" type="pic"/>
          </p:nvPr>
        </p:nvSpPr>
        <p:spPr>
          <a:xfrm>
            <a:off x="2460307" y="1404938"/>
            <a:ext cx="5093100" cy="5093100"/>
          </a:xfrm>
          <a:prstGeom prst="ellipse">
            <a:avLst/>
          </a:prstGeom>
          <a:noFill/>
          <a:ln>
            <a:noFill/>
          </a:ln>
        </p:spPr>
      </p:sp>
      <p:sp>
        <p:nvSpPr>
          <p:cNvPr id="1337" name="Google Shape;1337;p89"/>
          <p:cNvSpPr/>
          <p:nvPr>
            <p:ph idx="3" type="pic"/>
          </p:nvPr>
        </p:nvSpPr>
        <p:spPr>
          <a:xfrm>
            <a:off x="10578465" y="1404938"/>
            <a:ext cx="5093100" cy="5093100"/>
          </a:xfrm>
          <a:prstGeom prst="ellipse">
            <a:avLst/>
          </a:prstGeom>
          <a:noFill/>
          <a:ln>
            <a:noFill/>
          </a:ln>
        </p:spPr>
      </p:sp>
      <p:sp>
        <p:nvSpPr>
          <p:cNvPr id="1338" name="Google Shape;1338;p89"/>
          <p:cNvSpPr txBox="1"/>
          <p:nvPr>
            <p:ph type="title"/>
          </p:nvPr>
        </p:nvSpPr>
        <p:spPr>
          <a:xfrm>
            <a:off x="823913" y="6835140"/>
            <a:ext cx="8365800" cy="1416300"/>
          </a:xfrm>
          <a:prstGeom prst="rect">
            <a:avLst/>
          </a:prstGeom>
        </p:spPr>
        <p:txBody>
          <a:bodyPr anchorCtr="0" anchor="b" bIns="0" lIns="0" spcFirstLastPara="1" rIns="0" wrap="square" tIns="0">
            <a:noAutofit/>
          </a:bodyPr>
          <a:lstStyle>
            <a:lvl1pPr lvl="0" rtl="0" algn="ctr">
              <a:lnSpc>
                <a:spcPct val="90000"/>
              </a:lnSpc>
              <a:spcBef>
                <a:spcPts val="0"/>
              </a:spcBef>
              <a:spcAft>
                <a:spcPts val="0"/>
              </a:spcAft>
              <a:buSzPts val="5000"/>
              <a:buNone/>
              <a:defRPr sz="5000"/>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1339" name="Google Shape;1339;p89"/>
          <p:cNvSpPr txBox="1"/>
          <p:nvPr>
            <p:ph idx="1" type="subTitle"/>
          </p:nvPr>
        </p:nvSpPr>
        <p:spPr>
          <a:xfrm>
            <a:off x="1840230" y="8301990"/>
            <a:ext cx="6333300" cy="896100"/>
          </a:xfrm>
          <a:prstGeom prst="rect">
            <a:avLst/>
          </a:prstGeom>
        </p:spPr>
        <p:txBody>
          <a:bodyPr anchorCtr="0" anchor="t" bIns="0" lIns="0" spcFirstLastPara="1" rIns="0" wrap="square" tIns="0">
            <a:noAutofit/>
          </a:bodyPr>
          <a:lstStyle>
            <a:lvl1pPr lvl="0" rtl="0" algn="ctr">
              <a:lnSpc>
                <a:spcPct val="90000"/>
              </a:lnSpc>
              <a:spcBef>
                <a:spcPts val="0"/>
              </a:spcBef>
              <a:spcAft>
                <a:spcPts val="0"/>
              </a:spcAft>
              <a:buSzPts val="3200"/>
              <a:buNone/>
              <a:defRPr sz="3200"/>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1340" name="Google Shape;1340;p89"/>
          <p:cNvSpPr txBox="1"/>
          <p:nvPr>
            <p:ph idx="4" type="title"/>
          </p:nvPr>
        </p:nvSpPr>
        <p:spPr>
          <a:xfrm>
            <a:off x="8942070" y="6835140"/>
            <a:ext cx="8365800" cy="1416300"/>
          </a:xfrm>
          <a:prstGeom prst="rect">
            <a:avLst/>
          </a:prstGeom>
        </p:spPr>
        <p:txBody>
          <a:bodyPr anchorCtr="0" anchor="b" bIns="0" lIns="0" spcFirstLastPara="1" rIns="0" wrap="square" tIns="0">
            <a:noAutofit/>
          </a:bodyPr>
          <a:lstStyle>
            <a:lvl1pPr lvl="0" rtl="0" algn="ctr">
              <a:lnSpc>
                <a:spcPct val="90000"/>
              </a:lnSpc>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1341" name="Google Shape;1341;p89"/>
          <p:cNvSpPr txBox="1"/>
          <p:nvPr>
            <p:ph idx="5" type="subTitle"/>
          </p:nvPr>
        </p:nvSpPr>
        <p:spPr>
          <a:xfrm>
            <a:off x="9958388" y="8301990"/>
            <a:ext cx="6333300" cy="896400"/>
          </a:xfrm>
          <a:prstGeom prst="rect">
            <a:avLst/>
          </a:prstGeom>
        </p:spPr>
        <p:txBody>
          <a:bodyPr anchorCtr="0" anchor="t" bIns="0" lIns="0" spcFirstLastPara="1" rIns="0" wrap="square" tIns="0">
            <a:noAutofit/>
          </a:bodyPr>
          <a:lstStyle>
            <a:lvl1pPr lvl="0" rtl="0" algn="ctr">
              <a:lnSpc>
                <a:spcPct val="90000"/>
              </a:lnSpc>
              <a:spcBef>
                <a:spcPts val="0"/>
              </a:spcBef>
              <a:spcAft>
                <a:spcPts val="0"/>
              </a:spcAft>
              <a:buSzPts val="3200"/>
              <a:buNone/>
              <a:defRPr sz="3200"/>
            </a:lvl1pPr>
            <a:lvl2pPr lvl="1" rtl="0">
              <a:spcBef>
                <a:spcPts val="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grpSp>
        <p:nvGrpSpPr>
          <p:cNvPr id="1342" name="Google Shape;1342;p89"/>
          <p:cNvGrpSpPr/>
          <p:nvPr/>
        </p:nvGrpSpPr>
        <p:grpSpPr>
          <a:xfrm>
            <a:off x="14497041" y="952412"/>
            <a:ext cx="1598127" cy="459104"/>
            <a:chOff x="5913125" y="1232600"/>
            <a:chExt cx="3443497" cy="989449"/>
          </a:xfrm>
        </p:grpSpPr>
        <p:sp>
          <p:nvSpPr>
            <p:cNvPr id="1343" name="Google Shape;1343;p89"/>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344" name="Google Shape;1344;p89"/>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345" name="Google Shape;1345;p89"/>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rgbClr val="CFE9FE"/>
        </a:solidFill>
      </p:bgPr>
    </p:bg>
    <p:spTree>
      <p:nvGrpSpPr>
        <p:cNvPr id="1346" name="Shape 1346"/>
        <p:cNvGrpSpPr/>
        <p:nvPr/>
      </p:nvGrpSpPr>
      <p:grpSpPr>
        <a:xfrm>
          <a:off x="0" y="0"/>
          <a:ext cx="0" cy="0"/>
          <a:chOff x="0" y="0"/>
          <a:chExt cx="0" cy="0"/>
        </a:xfrm>
      </p:grpSpPr>
      <p:sp>
        <p:nvSpPr>
          <p:cNvPr id="1347" name="Google Shape;1347;p90"/>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48" name="Google Shape;1348;p90"/>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49" name="Google Shape;1349;p90"/>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50" name="Google Shape;1350;p90"/>
          <p:cNvSpPr/>
          <p:nvPr>
            <p:ph idx="2" type="pic"/>
          </p:nvPr>
        </p:nvSpPr>
        <p:spPr>
          <a:xfrm>
            <a:off x="1132522" y="2890962"/>
            <a:ext cx="4442400" cy="4442400"/>
          </a:xfrm>
          <a:prstGeom prst="ellipse">
            <a:avLst/>
          </a:prstGeom>
          <a:noFill/>
          <a:ln>
            <a:noFill/>
          </a:ln>
        </p:spPr>
      </p:sp>
      <p:sp>
        <p:nvSpPr>
          <p:cNvPr id="1351" name="Google Shape;1351;p90"/>
          <p:cNvSpPr/>
          <p:nvPr>
            <p:ph idx="3" type="pic"/>
          </p:nvPr>
        </p:nvSpPr>
        <p:spPr>
          <a:xfrm>
            <a:off x="6922770" y="2890962"/>
            <a:ext cx="4442400" cy="4442400"/>
          </a:xfrm>
          <a:prstGeom prst="ellipse">
            <a:avLst/>
          </a:prstGeom>
          <a:noFill/>
          <a:ln>
            <a:noFill/>
          </a:ln>
        </p:spPr>
      </p:sp>
      <p:sp>
        <p:nvSpPr>
          <p:cNvPr id="1352" name="Google Shape;1352;p90"/>
          <p:cNvSpPr/>
          <p:nvPr>
            <p:ph idx="4" type="pic"/>
          </p:nvPr>
        </p:nvSpPr>
        <p:spPr>
          <a:xfrm>
            <a:off x="12713017" y="2890962"/>
            <a:ext cx="4442400" cy="4442400"/>
          </a:xfrm>
          <a:prstGeom prst="ellipse">
            <a:avLst/>
          </a:prstGeom>
          <a:noFill/>
          <a:ln>
            <a:noFill/>
          </a:ln>
        </p:spPr>
      </p:sp>
      <p:sp>
        <p:nvSpPr>
          <p:cNvPr id="1353" name="Google Shape;1353;p90"/>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354" name="Google Shape;1354;p90"/>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355" name="Google Shape;1355;p90"/>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descr="Blue_single_sparkle.png" id="1356" name="Google Shape;1356;p90"/>
          <p:cNvPicPr preferRelativeResize="0"/>
          <p:nvPr/>
        </p:nvPicPr>
        <p:blipFill rotWithShape="1">
          <a:blip r:embed="rId2">
            <a:alphaModFix/>
          </a:blip>
          <a:srcRect b="0" l="0" r="0" t="0"/>
          <a:stretch/>
        </p:blipFill>
        <p:spPr>
          <a:xfrm>
            <a:off x="6441236" y="6449190"/>
            <a:ext cx="952501" cy="966933"/>
          </a:xfrm>
          <a:prstGeom prst="rect">
            <a:avLst/>
          </a:prstGeom>
          <a:noFill/>
          <a:ln>
            <a:noFill/>
          </a:ln>
        </p:spPr>
      </p:pic>
      <p:pic>
        <p:nvPicPr>
          <p:cNvPr descr="Blue_single_sparkle.png" id="1357" name="Google Shape;1357;p90"/>
          <p:cNvPicPr preferRelativeResize="0"/>
          <p:nvPr/>
        </p:nvPicPr>
        <p:blipFill rotWithShape="1">
          <a:blip r:embed="rId2">
            <a:alphaModFix/>
          </a:blip>
          <a:srcRect b="0" l="0" r="0" t="0"/>
          <a:stretch/>
        </p:blipFill>
        <p:spPr>
          <a:xfrm>
            <a:off x="10856669" y="2918779"/>
            <a:ext cx="291386" cy="295799"/>
          </a:xfrm>
          <a:prstGeom prst="rect">
            <a:avLst/>
          </a:prstGeom>
          <a:noFill/>
          <a:ln>
            <a:noFill/>
          </a:ln>
        </p:spPr>
      </p:pic>
      <p:pic>
        <p:nvPicPr>
          <p:cNvPr descr="Blue_single_sparkle.png" id="1358" name="Google Shape;1358;p90"/>
          <p:cNvPicPr preferRelativeResize="0"/>
          <p:nvPr/>
        </p:nvPicPr>
        <p:blipFill rotWithShape="1">
          <a:blip r:embed="rId2">
            <a:alphaModFix/>
          </a:blip>
          <a:srcRect b="0" l="0" r="0" t="0"/>
          <a:stretch/>
        </p:blipFill>
        <p:spPr>
          <a:xfrm>
            <a:off x="12595198" y="3275996"/>
            <a:ext cx="418550" cy="424900"/>
          </a:xfrm>
          <a:prstGeom prst="rect">
            <a:avLst/>
          </a:prstGeom>
          <a:noFill/>
          <a:ln>
            <a:noFill/>
          </a:ln>
        </p:spPr>
      </p:pic>
      <p:pic>
        <p:nvPicPr>
          <p:cNvPr descr="Blue_single_sparkle.png" id="1359" name="Google Shape;1359;p90"/>
          <p:cNvPicPr preferRelativeResize="0"/>
          <p:nvPr/>
        </p:nvPicPr>
        <p:blipFill rotWithShape="1">
          <a:blip r:embed="rId2">
            <a:alphaModFix/>
          </a:blip>
          <a:srcRect b="0" l="0" r="0" t="0"/>
          <a:stretch/>
        </p:blipFill>
        <p:spPr>
          <a:xfrm>
            <a:off x="11418644" y="5835521"/>
            <a:ext cx="291386" cy="295799"/>
          </a:xfrm>
          <a:prstGeom prst="rect">
            <a:avLst/>
          </a:prstGeom>
          <a:noFill/>
          <a:ln>
            <a:noFill/>
          </a:ln>
        </p:spPr>
      </p:pic>
      <p:pic>
        <p:nvPicPr>
          <p:cNvPr descr="Blue_single_sparkle.png" id="1360" name="Google Shape;1360;p90"/>
          <p:cNvPicPr preferRelativeResize="0"/>
          <p:nvPr/>
        </p:nvPicPr>
        <p:blipFill rotWithShape="1">
          <a:blip r:embed="rId2">
            <a:alphaModFix/>
          </a:blip>
          <a:srcRect b="0" l="0" r="0" t="0"/>
          <a:stretch/>
        </p:blipFill>
        <p:spPr>
          <a:xfrm>
            <a:off x="16762169" y="6868137"/>
            <a:ext cx="291386" cy="295801"/>
          </a:xfrm>
          <a:prstGeom prst="rect">
            <a:avLst/>
          </a:prstGeom>
          <a:noFill/>
          <a:ln>
            <a:noFill/>
          </a:ln>
        </p:spPr>
      </p:pic>
      <p:pic>
        <p:nvPicPr>
          <p:cNvPr descr="Blue_single_sparkle.png" id="1361" name="Google Shape;1361;p90"/>
          <p:cNvPicPr preferRelativeResize="0"/>
          <p:nvPr/>
        </p:nvPicPr>
        <p:blipFill rotWithShape="1">
          <a:blip r:embed="rId2">
            <a:alphaModFix/>
          </a:blip>
          <a:srcRect b="0" l="0" r="0" t="0"/>
          <a:stretch/>
        </p:blipFill>
        <p:spPr>
          <a:xfrm>
            <a:off x="1112594" y="6597521"/>
            <a:ext cx="291386" cy="295799"/>
          </a:xfrm>
          <a:prstGeom prst="rect">
            <a:avLst/>
          </a:prstGeom>
          <a:noFill/>
          <a:ln>
            <a:noFill/>
          </a:ln>
        </p:spPr>
      </p:pic>
      <p:sp>
        <p:nvSpPr>
          <p:cNvPr id="1362" name="Google Shape;1362;p9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63" name="Google Shape;1363;p90"/>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364" name="Google Shape;1364;p90"/>
          <p:cNvGrpSpPr/>
          <p:nvPr/>
        </p:nvGrpSpPr>
        <p:grpSpPr>
          <a:xfrm>
            <a:off x="14497041" y="952412"/>
            <a:ext cx="1598127" cy="459104"/>
            <a:chOff x="5913125" y="1232600"/>
            <a:chExt cx="3443497" cy="989449"/>
          </a:xfrm>
        </p:grpSpPr>
        <p:sp>
          <p:nvSpPr>
            <p:cNvPr id="1365" name="Google Shape;1365;p9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366" name="Google Shape;1366;p9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367" name="Google Shape;1367;p9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rgbClr val="CFE9FE"/>
        </a:solidFill>
      </p:bgPr>
    </p:bg>
    <p:spTree>
      <p:nvGrpSpPr>
        <p:cNvPr id="1368" name="Shape 1368"/>
        <p:cNvGrpSpPr/>
        <p:nvPr/>
      </p:nvGrpSpPr>
      <p:grpSpPr>
        <a:xfrm>
          <a:off x="0" y="0"/>
          <a:ext cx="0" cy="0"/>
          <a:chOff x="0" y="0"/>
          <a:chExt cx="0" cy="0"/>
        </a:xfrm>
      </p:grpSpPr>
      <p:sp>
        <p:nvSpPr>
          <p:cNvPr id="1369" name="Google Shape;1369;p91"/>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70" name="Google Shape;1370;p91"/>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71" name="Google Shape;1371;p91"/>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72" name="Google Shape;1372;p91"/>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73" name="Google Shape;1373;p91"/>
          <p:cNvSpPr/>
          <p:nvPr>
            <p:ph idx="2" type="pic"/>
          </p:nvPr>
        </p:nvSpPr>
        <p:spPr>
          <a:xfrm>
            <a:off x="860108" y="3332187"/>
            <a:ext cx="3712800" cy="3712800"/>
          </a:xfrm>
          <a:prstGeom prst="ellipse">
            <a:avLst/>
          </a:prstGeom>
          <a:noFill/>
          <a:ln>
            <a:noFill/>
          </a:ln>
        </p:spPr>
      </p:sp>
      <p:sp>
        <p:nvSpPr>
          <p:cNvPr id="1374" name="Google Shape;1374;p91"/>
          <p:cNvSpPr/>
          <p:nvPr>
            <p:ph idx="3" type="pic"/>
          </p:nvPr>
        </p:nvSpPr>
        <p:spPr>
          <a:xfrm>
            <a:off x="5136833" y="3332187"/>
            <a:ext cx="3712800" cy="3712800"/>
          </a:xfrm>
          <a:prstGeom prst="ellipse">
            <a:avLst/>
          </a:prstGeom>
          <a:noFill/>
          <a:ln>
            <a:noFill/>
          </a:ln>
        </p:spPr>
      </p:sp>
      <p:sp>
        <p:nvSpPr>
          <p:cNvPr id="1375" name="Google Shape;1375;p91"/>
          <p:cNvSpPr/>
          <p:nvPr>
            <p:ph idx="4" type="pic"/>
          </p:nvPr>
        </p:nvSpPr>
        <p:spPr>
          <a:xfrm>
            <a:off x="9438323" y="3332187"/>
            <a:ext cx="3712800" cy="3712800"/>
          </a:xfrm>
          <a:prstGeom prst="ellipse">
            <a:avLst/>
          </a:prstGeom>
          <a:noFill/>
          <a:ln>
            <a:noFill/>
          </a:ln>
        </p:spPr>
      </p:sp>
      <p:sp>
        <p:nvSpPr>
          <p:cNvPr id="1376" name="Google Shape;1376;p91"/>
          <p:cNvSpPr/>
          <p:nvPr>
            <p:ph idx="5" type="pic"/>
          </p:nvPr>
        </p:nvSpPr>
        <p:spPr>
          <a:xfrm>
            <a:off x="13726478" y="3332187"/>
            <a:ext cx="3712800" cy="3712800"/>
          </a:xfrm>
          <a:prstGeom prst="ellipse">
            <a:avLst/>
          </a:prstGeom>
          <a:noFill/>
          <a:ln>
            <a:noFill/>
          </a:ln>
        </p:spPr>
      </p:sp>
      <p:sp>
        <p:nvSpPr>
          <p:cNvPr id="1377" name="Google Shape;1377;p91"/>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378" name="Google Shape;1378;p91"/>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379" name="Google Shape;1379;p91"/>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380" name="Google Shape;1380;p91"/>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descr="Blue_single_sparkle.png" id="1381" name="Google Shape;1381;p91"/>
          <p:cNvPicPr preferRelativeResize="0"/>
          <p:nvPr/>
        </p:nvPicPr>
        <p:blipFill rotWithShape="1">
          <a:blip r:embed="rId2">
            <a:alphaModFix/>
          </a:blip>
          <a:srcRect b="0" l="0" r="0" t="0"/>
          <a:stretch/>
        </p:blipFill>
        <p:spPr>
          <a:xfrm rot="-3849352">
            <a:off x="3063532" y="2801694"/>
            <a:ext cx="506675" cy="514351"/>
          </a:xfrm>
          <a:prstGeom prst="rect">
            <a:avLst/>
          </a:prstGeom>
          <a:noFill/>
          <a:ln>
            <a:noFill/>
          </a:ln>
        </p:spPr>
      </p:pic>
      <p:pic>
        <p:nvPicPr>
          <p:cNvPr descr="Blue_single_sparkle.png" id="1382" name="Google Shape;1382;p91"/>
          <p:cNvPicPr preferRelativeResize="0"/>
          <p:nvPr/>
        </p:nvPicPr>
        <p:blipFill rotWithShape="1">
          <a:blip r:embed="rId2">
            <a:alphaModFix/>
          </a:blip>
          <a:srcRect b="0" l="0" r="0" t="0"/>
          <a:stretch/>
        </p:blipFill>
        <p:spPr>
          <a:xfrm>
            <a:off x="4011106" y="3446653"/>
            <a:ext cx="291386" cy="295801"/>
          </a:xfrm>
          <a:prstGeom prst="rect">
            <a:avLst/>
          </a:prstGeom>
          <a:noFill/>
          <a:ln>
            <a:noFill/>
          </a:ln>
        </p:spPr>
      </p:pic>
      <p:pic>
        <p:nvPicPr>
          <p:cNvPr descr="Blue_single_sparkle.png" id="1383" name="Google Shape;1383;p91"/>
          <p:cNvPicPr preferRelativeResize="0"/>
          <p:nvPr/>
        </p:nvPicPr>
        <p:blipFill rotWithShape="1">
          <a:blip r:embed="rId2">
            <a:alphaModFix/>
          </a:blip>
          <a:srcRect b="0" l="0" r="0" t="0"/>
          <a:stretch/>
        </p:blipFill>
        <p:spPr>
          <a:xfrm>
            <a:off x="12066344" y="3082713"/>
            <a:ext cx="291386" cy="295801"/>
          </a:xfrm>
          <a:prstGeom prst="rect">
            <a:avLst/>
          </a:prstGeom>
          <a:noFill/>
          <a:ln>
            <a:noFill/>
          </a:ln>
        </p:spPr>
      </p:pic>
      <p:pic>
        <p:nvPicPr>
          <p:cNvPr descr="Blue_single_sparkle.png" id="1384" name="Google Shape;1384;p91"/>
          <p:cNvPicPr preferRelativeResize="0"/>
          <p:nvPr/>
        </p:nvPicPr>
        <p:blipFill rotWithShape="1">
          <a:blip r:embed="rId2">
            <a:alphaModFix/>
          </a:blip>
          <a:srcRect b="0" l="0" r="0" t="0"/>
          <a:stretch/>
        </p:blipFill>
        <p:spPr>
          <a:xfrm>
            <a:off x="13850154" y="2963842"/>
            <a:ext cx="656940" cy="666893"/>
          </a:xfrm>
          <a:prstGeom prst="rect">
            <a:avLst/>
          </a:prstGeom>
          <a:noFill/>
          <a:ln>
            <a:noFill/>
          </a:ln>
        </p:spPr>
      </p:pic>
      <p:pic>
        <p:nvPicPr>
          <p:cNvPr descr="Blue_single_sparkle.png" id="1385" name="Google Shape;1385;p91"/>
          <p:cNvPicPr preferRelativeResize="0"/>
          <p:nvPr/>
        </p:nvPicPr>
        <p:blipFill rotWithShape="1">
          <a:blip r:embed="rId2">
            <a:alphaModFix/>
          </a:blip>
          <a:srcRect b="0" l="0" r="0" t="0"/>
          <a:stretch/>
        </p:blipFill>
        <p:spPr>
          <a:xfrm>
            <a:off x="6828458" y="2894305"/>
            <a:ext cx="291386" cy="295801"/>
          </a:xfrm>
          <a:prstGeom prst="rect">
            <a:avLst/>
          </a:prstGeom>
          <a:noFill/>
          <a:ln>
            <a:noFill/>
          </a:ln>
        </p:spPr>
      </p:pic>
      <p:pic>
        <p:nvPicPr>
          <p:cNvPr descr="Blue_single_sparkle.png" id="1386" name="Google Shape;1386;p91"/>
          <p:cNvPicPr preferRelativeResize="0"/>
          <p:nvPr/>
        </p:nvPicPr>
        <p:blipFill rotWithShape="1">
          <a:blip r:embed="rId2">
            <a:alphaModFix/>
          </a:blip>
          <a:srcRect b="0" l="0" r="0" t="0"/>
          <a:stretch/>
        </p:blipFill>
        <p:spPr>
          <a:xfrm>
            <a:off x="16762169" y="6870146"/>
            <a:ext cx="291386" cy="295801"/>
          </a:xfrm>
          <a:prstGeom prst="rect">
            <a:avLst/>
          </a:prstGeom>
          <a:noFill/>
          <a:ln>
            <a:noFill/>
          </a:ln>
        </p:spPr>
      </p:pic>
      <p:pic>
        <p:nvPicPr>
          <p:cNvPr descr="Blue_single_sparkle.png" id="1387" name="Google Shape;1387;p91"/>
          <p:cNvPicPr preferRelativeResize="0"/>
          <p:nvPr/>
        </p:nvPicPr>
        <p:blipFill rotWithShape="1">
          <a:blip r:embed="rId2">
            <a:alphaModFix/>
          </a:blip>
          <a:srcRect b="0" l="0" r="0" t="0"/>
          <a:stretch/>
        </p:blipFill>
        <p:spPr>
          <a:xfrm>
            <a:off x="1112594" y="6599530"/>
            <a:ext cx="291386" cy="295801"/>
          </a:xfrm>
          <a:prstGeom prst="rect">
            <a:avLst/>
          </a:prstGeom>
          <a:noFill/>
          <a:ln>
            <a:noFill/>
          </a:ln>
        </p:spPr>
      </p:pic>
      <p:pic>
        <p:nvPicPr>
          <p:cNvPr descr="Blue_single_sparkle.png" id="1388" name="Google Shape;1388;p91"/>
          <p:cNvPicPr preferRelativeResize="0"/>
          <p:nvPr/>
        </p:nvPicPr>
        <p:blipFill rotWithShape="1">
          <a:blip r:embed="rId2">
            <a:alphaModFix/>
          </a:blip>
          <a:srcRect b="0" l="0" r="0" t="0"/>
          <a:stretch/>
        </p:blipFill>
        <p:spPr>
          <a:xfrm>
            <a:off x="12798875" y="6259922"/>
            <a:ext cx="527289" cy="535279"/>
          </a:xfrm>
          <a:prstGeom prst="rect">
            <a:avLst/>
          </a:prstGeom>
          <a:noFill/>
          <a:ln>
            <a:noFill/>
          </a:ln>
        </p:spPr>
      </p:pic>
      <p:pic>
        <p:nvPicPr>
          <p:cNvPr descr="Blue_single_sparkle.png" id="1389" name="Google Shape;1389;p91"/>
          <p:cNvPicPr preferRelativeResize="0"/>
          <p:nvPr/>
        </p:nvPicPr>
        <p:blipFill rotWithShape="1">
          <a:blip r:embed="rId2">
            <a:alphaModFix/>
          </a:blip>
          <a:srcRect b="0" l="0" r="0" t="0"/>
          <a:stretch/>
        </p:blipFill>
        <p:spPr>
          <a:xfrm>
            <a:off x="4489508" y="6163488"/>
            <a:ext cx="291386" cy="295801"/>
          </a:xfrm>
          <a:prstGeom prst="rect">
            <a:avLst/>
          </a:prstGeom>
          <a:noFill/>
          <a:ln>
            <a:noFill/>
          </a:ln>
        </p:spPr>
      </p:pic>
      <p:sp>
        <p:nvSpPr>
          <p:cNvPr id="1390" name="Google Shape;1390;p9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91" name="Google Shape;1391;p91"/>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392" name="Google Shape;1392;p91"/>
          <p:cNvGrpSpPr/>
          <p:nvPr/>
        </p:nvGrpSpPr>
        <p:grpSpPr>
          <a:xfrm>
            <a:off x="14497041" y="952412"/>
            <a:ext cx="1598127" cy="459104"/>
            <a:chOff x="5913125" y="1232600"/>
            <a:chExt cx="3443497" cy="989449"/>
          </a:xfrm>
        </p:grpSpPr>
        <p:sp>
          <p:nvSpPr>
            <p:cNvPr id="1393" name="Google Shape;1393;p9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394" name="Google Shape;1394;p9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395" name="Google Shape;1395;p9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_2">
    <p:bg>
      <p:bgPr>
        <a:solidFill>
          <a:srgbClr val="CFE9FE"/>
        </a:solidFill>
      </p:bgPr>
    </p:bg>
    <p:spTree>
      <p:nvGrpSpPr>
        <p:cNvPr id="1396" name="Shape 1396"/>
        <p:cNvGrpSpPr/>
        <p:nvPr/>
      </p:nvGrpSpPr>
      <p:grpSpPr>
        <a:xfrm>
          <a:off x="0" y="0"/>
          <a:ext cx="0" cy="0"/>
          <a:chOff x="0" y="0"/>
          <a:chExt cx="0" cy="0"/>
        </a:xfrm>
      </p:grpSpPr>
      <p:sp>
        <p:nvSpPr>
          <p:cNvPr id="1397" name="Google Shape;1397;p92"/>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98" name="Google Shape;1398;p92"/>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399" name="Google Shape;1399;p92"/>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00" name="Google Shape;1400;p92"/>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01" name="Google Shape;1401;p92"/>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02" name="Google Shape;1402;p92"/>
          <p:cNvSpPr/>
          <p:nvPr>
            <p:ph idx="2" type="pic"/>
          </p:nvPr>
        </p:nvSpPr>
        <p:spPr>
          <a:xfrm>
            <a:off x="859508" y="4125844"/>
            <a:ext cx="2857500" cy="2857500"/>
          </a:xfrm>
          <a:prstGeom prst="ellipse">
            <a:avLst/>
          </a:prstGeom>
          <a:noFill/>
          <a:ln>
            <a:noFill/>
          </a:ln>
        </p:spPr>
      </p:sp>
      <p:sp>
        <p:nvSpPr>
          <p:cNvPr id="1403" name="Google Shape;1403;p92"/>
          <p:cNvSpPr/>
          <p:nvPr>
            <p:ph idx="3" type="pic"/>
          </p:nvPr>
        </p:nvSpPr>
        <p:spPr>
          <a:xfrm>
            <a:off x="4295775" y="4125844"/>
            <a:ext cx="2857500" cy="2857500"/>
          </a:xfrm>
          <a:prstGeom prst="ellipse">
            <a:avLst/>
          </a:prstGeom>
          <a:noFill/>
          <a:ln>
            <a:noFill/>
          </a:ln>
        </p:spPr>
      </p:sp>
      <p:sp>
        <p:nvSpPr>
          <p:cNvPr id="1404" name="Google Shape;1404;p92"/>
          <p:cNvSpPr/>
          <p:nvPr>
            <p:ph idx="4" type="pic"/>
          </p:nvPr>
        </p:nvSpPr>
        <p:spPr>
          <a:xfrm>
            <a:off x="7732395" y="4125844"/>
            <a:ext cx="2857500" cy="2857500"/>
          </a:xfrm>
          <a:prstGeom prst="ellipse">
            <a:avLst/>
          </a:prstGeom>
          <a:noFill/>
          <a:ln>
            <a:noFill/>
          </a:ln>
        </p:spPr>
      </p:sp>
      <p:sp>
        <p:nvSpPr>
          <p:cNvPr id="1405" name="Google Shape;1405;p92"/>
          <p:cNvSpPr/>
          <p:nvPr>
            <p:ph idx="5" type="pic"/>
          </p:nvPr>
        </p:nvSpPr>
        <p:spPr>
          <a:xfrm>
            <a:off x="11168063" y="4125844"/>
            <a:ext cx="2857500" cy="2857500"/>
          </a:xfrm>
          <a:prstGeom prst="ellipse">
            <a:avLst/>
          </a:prstGeom>
          <a:noFill/>
          <a:ln>
            <a:noFill/>
          </a:ln>
        </p:spPr>
      </p:sp>
      <p:sp>
        <p:nvSpPr>
          <p:cNvPr id="1406" name="Google Shape;1406;p92"/>
          <p:cNvSpPr/>
          <p:nvPr>
            <p:ph idx="6" type="pic"/>
          </p:nvPr>
        </p:nvSpPr>
        <p:spPr>
          <a:xfrm>
            <a:off x="14603730" y="4125844"/>
            <a:ext cx="2857500" cy="2857500"/>
          </a:xfrm>
          <a:prstGeom prst="ellipse">
            <a:avLst/>
          </a:prstGeom>
          <a:noFill/>
          <a:ln>
            <a:noFill/>
          </a:ln>
        </p:spPr>
      </p:sp>
      <p:sp>
        <p:nvSpPr>
          <p:cNvPr id="1407" name="Google Shape;1407;p9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08" name="Google Shape;1408;p9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409" name="Google Shape;1409;p92"/>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410" name="Google Shape;1410;p92"/>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411" name="Google Shape;1411;p92"/>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412" name="Google Shape;1412;p92"/>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1413" name="Google Shape;1413;p92"/>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descr="Blue_single_sparkle.png" id="1414" name="Google Shape;1414;p92"/>
          <p:cNvPicPr preferRelativeResize="0"/>
          <p:nvPr/>
        </p:nvPicPr>
        <p:blipFill rotWithShape="1">
          <a:blip r:embed="rId2">
            <a:alphaModFix/>
          </a:blip>
          <a:srcRect b="0" l="0" r="0" t="0"/>
          <a:stretch/>
        </p:blipFill>
        <p:spPr>
          <a:xfrm>
            <a:off x="7540703" y="6482252"/>
            <a:ext cx="527290" cy="535279"/>
          </a:xfrm>
          <a:prstGeom prst="rect">
            <a:avLst/>
          </a:prstGeom>
          <a:noFill/>
          <a:ln>
            <a:noFill/>
          </a:ln>
        </p:spPr>
      </p:pic>
      <p:pic>
        <p:nvPicPr>
          <p:cNvPr descr="Blue_single_sparkle.png" id="1415" name="Google Shape;1415;p92"/>
          <p:cNvPicPr preferRelativeResize="0"/>
          <p:nvPr/>
        </p:nvPicPr>
        <p:blipFill rotWithShape="1">
          <a:blip r:embed="rId2">
            <a:alphaModFix/>
          </a:blip>
          <a:srcRect b="0" l="0" r="0" t="0"/>
          <a:stretch/>
        </p:blipFill>
        <p:spPr>
          <a:xfrm rot="-3849399">
            <a:off x="2813764" y="3588851"/>
            <a:ext cx="436697" cy="443304"/>
          </a:xfrm>
          <a:prstGeom prst="rect">
            <a:avLst/>
          </a:prstGeom>
          <a:noFill/>
          <a:ln>
            <a:noFill/>
          </a:ln>
        </p:spPr>
      </p:pic>
      <p:pic>
        <p:nvPicPr>
          <p:cNvPr descr="Blue_single_sparkle.png" id="1416" name="Google Shape;1416;p92"/>
          <p:cNvPicPr preferRelativeResize="0"/>
          <p:nvPr/>
        </p:nvPicPr>
        <p:blipFill rotWithShape="1">
          <a:blip r:embed="rId2">
            <a:alphaModFix/>
          </a:blip>
          <a:srcRect b="0" l="0" r="0" t="0"/>
          <a:stretch/>
        </p:blipFill>
        <p:spPr>
          <a:xfrm>
            <a:off x="3386925" y="4033309"/>
            <a:ext cx="250800" cy="254608"/>
          </a:xfrm>
          <a:prstGeom prst="rect">
            <a:avLst/>
          </a:prstGeom>
          <a:noFill/>
          <a:ln>
            <a:noFill/>
          </a:ln>
        </p:spPr>
      </p:pic>
      <p:pic>
        <p:nvPicPr>
          <p:cNvPr descr="Blue_single_sparkle.png" id="1417" name="Google Shape;1417;p92"/>
          <p:cNvPicPr preferRelativeResize="0"/>
          <p:nvPr/>
        </p:nvPicPr>
        <p:blipFill rotWithShape="1">
          <a:blip r:embed="rId2">
            <a:alphaModFix/>
          </a:blip>
          <a:srcRect b="0" l="0" r="0" t="0"/>
          <a:stretch/>
        </p:blipFill>
        <p:spPr>
          <a:xfrm>
            <a:off x="11475794" y="3841703"/>
            <a:ext cx="291386" cy="295801"/>
          </a:xfrm>
          <a:prstGeom prst="rect">
            <a:avLst/>
          </a:prstGeom>
          <a:noFill/>
          <a:ln>
            <a:noFill/>
          </a:ln>
        </p:spPr>
      </p:pic>
      <p:pic>
        <p:nvPicPr>
          <p:cNvPr descr="Blue_single_sparkle.png" id="1418" name="Google Shape;1418;p92"/>
          <p:cNvPicPr preferRelativeResize="0"/>
          <p:nvPr/>
        </p:nvPicPr>
        <p:blipFill rotWithShape="1">
          <a:blip r:embed="rId2">
            <a:alphaModFix/>
          </a:blip>
          <a:srcRect b="0" l="0" r="0" t="0"/>
          <a:stretch/>
        </p:blipFill>
        <p:spPr>
          <a:xfrm>
            <a:off x="8183724" y="3841703"/>
            <a:ext cx="291386" cy="295801"/>
          </a:xfrm>
          <a:prstGeom prst="rect">
            <a:avLst/>
          </a:prstGeom>
          <a:noFill/>
          <a:ln>
            <a:noFill/>
          </a:ln>
        </p:spPr>
      </p:pic>
      <p:pic>
        <p:nvPicPr>
          <p:cNvPr descr="Blue_single_sparkle.png" id="1419" name="Google Shape;1419;p92"/>
          <p:cNvPicPr preferRelativeResize="0"/>
          <p:nvPr/>
        </p:nvPicPr>
        <p:blipFill rotWithShape="1">
          <a:blip r:embed="rId2">
            <a:alphaModFix/>
          </a:blip>
          <a:srcRect b="0" l="0" r="0" t="0"/>
          <a:stretch/>
        </p:blipFill>
        <p:spPr>
          <a:xfrm>
            <a:off x="713584" y="6674265"/>
            <a:ext cx="291386" cy="295801"/>
          </a:xfrm>
          <a:prstGeom prst="rect">
            <a:avLst/>
          </a:prstGeom>
          <a:noFill/>
          <a:ln>
            <a:noFill/>
          </a:ln>
        </p:spPr>
      </p:pic>
      <p:pic>
        <p:nvPicPr>
          <p:cNvPr descr="Blue_single_sparkle.png" id="1420" name="Google Shape;1420;p92"/>
          <p:cNvPicPr preferRelativeResize="0"/>
          <p:nvPr/>
        </p:nvPicPr>
        <p:blipFill rotWithShape="1">
          <a:blip r:embed="rId2">
            <a:alphaModFix/>
          </a:blip>
          <a:srcRect b="0" l="0" r="0" t="0"/>
          <a:stretch/>
        </p:blipFill>
        <p:spPr>
          <a:xfrm>
            <a:off x="13836451" y="6483819"/>
            <a:ext cx="419625" cy="425992"/>
          </a:xfrm>
          <a:prstGeom prst="rect">
            <a:avLst/>
          </a:prstGeom>
          <a:noFill/>
          <a:ln>
            <a:noFill/>
          </a:ln>
        </p:spPr>
      </p:pic>
      <p:pic>
        <p:nvPicPr>
          <p:cNvPr descr="Blue_single_sparkle.png" id="1421" name="Google Shape;1421;p92"/>
          <p:cNvPicPr preferRelativeResize="0"/>
          <p:nvPr/>
        </p:nvPicPr>
        <p:blipFill rotWithShape="1">
          <a:blip r:embed="rId2">
            <a:alphaModFix/>
          </a:blip>
          <a:srcRect b="0" l="0" r="0" t="0"/>
          <a:stretch/>
        </p:blipFill>
        <p:spPr>
          <a:xfrm>
            <a:off x="4296185" y="6548916"/>
            <a:ext cx="291386" cy="295801"/>
          </a:xfrm>
          <a:prstGeom prst="rect">
            <a:avLst/>
          </a:prstGeom>
          <a:noFill/>
          <a:ln>
            <a:noFill/>
          </a:ln>
        </p:spPr>
      </p:pic>
      <p:pic>
        <p:nvPicPr>
          <p:cNvPr descr="Blue_single_sparkle.png" id="1422" name="Google Shape;1422;p92"/>
          <p:cNvPicPr preferRelativeResize="0"/>
          <p:nvPr/>
        </p:nvPicPr>
        <p:blipFill rotWithShape="1">
          <a:blip r:embed="rId2">
            <a:alphaModFix/>
          </a:blip>
          <a:srcRect b="0" l="0" r="0" t="0"/>
          <a:stretch/>
        </p:blipFill>
        <p:spPr>
          <a:xfrm>
            <a:off x="14573248" y="3952970"/>
            <a:ext cx="419625" cy="425981"/>
          </a:xfrm>
          <a:prstGeom prst="rect">
            <a:avLst/>
          </a:prstGeom>
          <a:noFill/>
          <a:ln>
            <a:noFill/>
          </a:ln>
        </p:spPr>
      </p:pic>
      <p:pic>
        <p:nvPicPr>
          <p:cNvPr descr="Blue_single_sparkle.png" id="1423" name="Google Shape;1423;p92"/>
          <p:cNvPicPr preferRelativeResize="0"/>
          <p:nvPr/>
        </p:nvPicPr>
        <p:blipFill rotWithShape="1">
          <a:blip r:embed="rId2">
            <a:alphaModFix/>
          </a:blip>
          <a:srcRect b="0" l="0" r="0" t="0"/>
          <a:stretch/>
        </p:blipFill>
        <p:spPr>
          <a:xfrm>
            <a:off x="17095544" y="6482241"/>
            <a:ext cx="291386" cy="295801"/>
          </a:xfrm>
          <a:prstGeom prst="rect">
            <a:avLst/>
          </a:prstGeom>
          <a:noFill/>
          <a:ln>
            <a:noFill/>
          </a:ln>
        </p:spPr>
      </p:pic>
      <p:grpSp>
        <p:nvGrpSpPr>
          <p:cNvPr id="1424" name="Google Shape;1424;p92"/>
          <p:cNvGrpSpPr/>
          <p:nvPr/>
        </p:nvGrpSpPr>
        <p:grpSpPr>
          <a:xfrm>
            <a:off x="14497041" y="952412"/>
            <a:ext cx="1598127" cy="459104"/>
            <a:chOff x="5913125" y="1232600"/>
            <a:chExt cx="3443497" cy="989449"/>
          </a:xfrm>
        </p:grpSpPr>
        <p:sp>
          <p:nvSpPr>
            <p:cNvPr id="1425" name="Google Shape;1425;p9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426" name="Google Shape;1426;p9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427" name="Google Shape;1427;p9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1_EH WIP 2">
  <p:cSld name="TITLE_1_1_1_1_1_1_1_1_1_1_1_1_1_1_1_1_1_1_1_1_1_1_1_1_1_1_1_1_1_1_1_1_1_1_1_1_1_1_1_1_1_2_1">
    <p:bg>
      <p:bgPr>
        <a:solidFill>
          <a:srgbClr val="CFE9FE"/>
        </a:solidFill>
      </p:bgPr>
    </p:bg>
    <p:spTree>
      <p:nvGrpSpPr>
        <p:cNvPr id="1428" name="Shape 1428"/>
        <p:cNvGrpSpPr/>
        <p:nvPr/>
      </p:nvGrpSpPr>
      <p:grpSpPr>
        <a:xfrm>
          <a:off x="0" y="0"/>
          <a:ext cx="0" cy="0"/>
          <a:chOff x="0" y="0"/>
          <a:chExt cx="0" cy="0"/>
        </a:xfrm>
      </p:grpSpPr>
      <p:sp>
        <p:nvSpPr>
          <p:cNvPr id="1429" name="Google Shape;1429;p93"/>
          <p:cNvSpPr/>
          <p:nvPr/>
        </p:nvSpPr>
        <p:spPr>
          <a:xfrm>
            <a:off x="860310" y="2042383"/>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30" name="Google Shape;1430;p93"/>
          <p:cNvSpPr/>
          <p:nvPr/>
        </p:nvSpPr>
        <p:spPr>
          <a:xfrm>
            <a:off x="7732061" y="2042383"/>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31" name="Google Shape;1431;p93"/>
          <p:cNvSpPr/>
          <p:nvPr/>
        </p:nvSpPr>
        <p:spPr>
          <a:xfrm>
            <a:off x="4296185" y="2042383"/>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32" name="Google Shape;1432;p93"/>
          <p:cNvSpPr/>
          <p:nvPr/>
        </p:nvSpPr>
        <p:spPr>
          <a:xfrm>
            <a:off x="11167937" y="2042383"/>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33" name="Google Shape;1433;p93"/>
          <p:cNvSpPr/>
          <p:nvPr/>
        </p:nvSpPr>
        <p:spPr>
          <a:xfrm>
            <a:off x="14603813" y="2042383"/>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34" name="Google Shape;1434;p93"/>
          <p:cNvSpPr/>
          <p:nvPr>
            <p:ph idx="2" type="pic"/>
          </p:nvPr>
        </p:nvSpPr>
        <p:spPr>
          <a:xfrm>
            <a:off x="860108" y="2042228"/>
            <a:ext cx="2857500" cy="2857500"/>
          </a:xfrm>
          <a:prstGeom prst="ellipse">
            <a:avLst/>
          </a:prstGeom>
          <a:noFill/>
          <a:ln>
            <a:noFill/>
          </a:ln>
        </p:spPr>
      </p:sp>
      <p:sp>
        <p:nvSpPr>
          <p:cNvPr id="1435" name="Google Shape;1435;p93"/>
          <p:cNvSpPr/>
          <p:nvPr>
            <p:ph idx="3" type="pic"/>
          </p:nvPr>
        </p:nvSpPr>
        <p:spPr>
          <a:xfrm>
            <a:off x="4295775" y="2042228"/>
            <a:ext cx="2857500" cy="2857500"/>
          </a:xfrm>
          <a:prstGeom prst="ellipse">
            <a:avLst/>
          </a:prstGeom>
          <a:noFill/>
          <a:ln>
            <a:noFill/>
          </a:ln>
        </p:spPr>
      </p:sp>
      <p:sp>
        <p:nvSpPr>
          <p:cNvPr id="1436" name="Google Shape;1436;p93"/>
          <p:cNvSpPr/>
          <p:nvPr>
            <p:ph idx="4" type="pic"/>
          </p:nvPr>
        </p:nvSpPr>
        <p:spPr>
          <a:xfrm>
            <a:off x="7732395" y="2042228"/>
            <a:ext cx="2857500" cy="2857500"/>
          </a:xfrm>
          <a:prstGeom prst="ellipse">
            <a:avLst/>
          </a:prstGeom>
          <a:noFill/>
          <a:ln>
            <a:noFill/>
          </a:ln>
        </p:spPr>
      </p:sp>
      <p:sp>
        <p:nvSpPr>
          <p:cNvPr id="1437" name="Google Shape;1437;p93"/>
          <p:cNvSpPr/>
          <p:nvPr>
            <p:ph idx="5" type="pic"/>
          </p:nvPr>
        </p:nvSpPr>
        <p:spPr>
          <a:xfrm>
            <a:off x="11168063" y="2042228"/>
            <a:ext cx="2857500" cy="2857500"/>
          </a:xfrm>
          <a:prstGeom prst="ellipse">
            <a:avLst/>
          </a:prstGeom>
          <a:noFill/>
          <a:ln>
            <a:noFill/>
          </a:ln>
        </p:spPr>
      </p:sp>
      <p:sp>
        <p:nvSpPr>
          <p:cNvPr id="1438" name="Google Shape;1438;p93"/>
          <p:cNvSpPr/>
          <p:nvPr>
            <p:ph idx="6" type="pic"/>
          </p:nvPr>
        </p:nvSpPr>
        <p:spPr>
          <a:xfrm>
            <a:off x="14603730" y="2042228"/>
            <a:ext cx="2857500" cy="2857500"/>
          </a:xfrm>
          <a:prstGeom prst="ellipse">
            <a:avLst/>
          </a:prstGeom>
          <a:noFill/>
          <a:ln>
            <a:noFill/>
          </a:ln>
        </p:spPr>
      </p:sp>
      <p:sp>
        <p:nvSpPr>
          <p:cNvPr id="1439" name="Google Shape;1439;p9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40" name="Google Shape;1440;p93"/>
          <p:cNvSpPr txBox="1"/>
          <p:nvPr>
            <p:ph idx="1" type="body"/>
          </p:nvPr>
        </p:nvSpPr>
        <p:spPr>
          <a:xfrm>
            <a:off x="940058" y="5083173"/>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41" name="Google Shape;1441;p93"/>
          <p:cNvSpPr txBox="1"/>
          <p:nvPr>
            <p:ph idx="7" type="body"/>
          </p:nvPr>
        </p:nvSpPr>
        <p:spPr>
          <a:xfrm>
            <a:off x="4375725" y="5083173"/>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42" name="Google Shape;1442;p93"/>
          <p:cNvSpPr txBox="1"/>
          <p:nvPr>
            <p:ph idx="8" type="body"/>
          </p:nvPr>
        </p:nvSpPr>
        <p:spPr>
          <a:xfrm>
            <a:off x="7812345" y="5083173"/>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43" name="Google Shape;1443;p93"/>
          <p:cNvSpPr txBox="1"/>
          <p:nvPr>
            <p:ph idx="9" type="body"/>
          </p:nvPr>
        </p:nvSpPr>
        <p:spPr>
          <a:xfrm>
            <a:off x="11248013" y="5083173"/>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44" name="Google Shape;1444;p93"/>
          <p:cNvSpPr txBox="1"/>
          <p:nvPr>
            <p:ph idx="13" type="body"/>
          </p:nvPr>
        </p:nvSpPr>
        <p:spPr>
          <a:xfrm>
            <a:off x="14683680" y="5083173"/>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45" name="Google Shape;1445;p93"/>
          <p:cNvSpPr/>
          <p:nvPr/>
        </p:nvSpPr>
        <p:spPr>
          <a:xfrm>
            <a:off x="851821" y="6191439"/>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46" name="Google Shape;1446;p93"/>
          <p:cNvSpPr/>
          <p:nvPr/>
        </p:nvSpPr>
        <p:spPr>
          <a:xfrm>
            <a:off x="7723572" y="6191439"/>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47" name="Google Shape;1447;p93"/>
          <p:cNvSpPr/>
          <p:nvPr/>
        </p:nvSpPr>
        <p:spPr>
          <a:xfrm>
            <a:off x="4287696" y="6191439"/>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48" name="Google Shape;1448;p93"/>
          <p:cNvSpPr/>
          <p:nvPr/>
        </p:nvSpPr>
        <p:spPr>
          <a:xfrm>
            <a:off x="11159448" y="6191439"/>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49" name="Google Shape;1449;p93"/>
          <p:cNvSpPr/>
          <p:nvPr/>
        </p:nvSpPr>
        <p:spPr>
          <a:xfrm>
            <a:off x="14595324" y="6191439"/>
            <a:ext cx="2857500" cy="28575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50" name="Google Shape;1450;p93"/>
          <p:cNvSpPr/>
          <p:nvPr>
            <p:ph idx="14" type="pic"/>
          </p:nvPr>
        </p:nvSpPr>
        <p:spPr>
          <a:xfrm>
            <a:off x="851618" y="6191283"/>
            <a:ext cx="2857500" cy="2857500"/>
          </a:xfrm>
          <a:prstGeom prst="ellipse">
            <a:avLst/>
          </a:prstGeom>
          <a:noFill/>
          <a:ln>
            <a:noFill/>
          </a:ln>
        </p:spPr>
      </p:sp>
      <p:sp>
        <p:nvSpPr>
          <p:cNvPr id="1451" name="Google Shape;1451;p93"/>
          <p:cNvSpPr/>
          <p:nvPr>
            <p:ph idx="15" type="pic"/>
          </p:nvPr>
        </p:nvSpPr>
        <p:spPr>
          <a:xfrm>
            <a:off x="4287286" y="6191283"/>
            <a:ext cx="2857500" cy="2857500"/>
          </a:xfrm>
          <a:prstGeom prst="ellipse">
            <a:avLst/>
          </a:prstGeom>
          <a:noFill/>
          <a:ln>
            <a:noFill/>
          </a:ln>
        </p:spPr>
      </p:sp>
      <p:sp>
        <p:nvSpPr>
          <p:cNvPr id="1452" name="Google Shape;1452;p93"/>
          <p:cNvSpPr/>
          <p:nvPr>
            <p:ph idx="16" type="pic"/>
          </p:nvPr>
        </p:nvSpPr>
        <p:spPr>
          <a:xfrm>
            <a:off x="7723906" y="6191283"/>
            <a:ext cx="2857500" cy="2857500"/>
          </a:xfrm>
          <a:prstGeom prst="ellipse">
            <a:avLst/>
          </a:prstGeom>
          <a:noFill/>
          <a:ln>
            <a:noFill/>
          </a:ln>
        </p:spPr>
      </p:sp>
      <p:sp>
        <p:nvSpPr>
          <p:cNvPr id="1453" name="Google Shape;1453;p93"/>
          <p:cNvSpPr/>
          <p:nvPr>
            <p:ph idx="17" type="pic"/>
          </p:nvPr>
        </p:nvSpPr>
        <p:spPr>
          <a:xfrm>
            <a:off x="11159573" y="6191283"/>
            <a:ext cx="2857500" cy="2857500"/>
          </a:xfrm>
          <a:prstGeom prst="ellipse">
            <a:avLst/>
          </a:prstGeom>
          <a:noFill/>
          <a:ln>
            <a:noFill/>
          </a:ln>
        </p:spPr>
      </p:sp>
      <p:sp>
        <p:nvSpPr>
          <p:cNvPr id="1454" name="Google Shape;1454;p93"/>
          <p:cNvSpPr/>
          <p:nvPr>
            <p:ph idx="18" type="pic"/>
          </p:nvPr>
        </p:nvSpPr>
        <p:spPr>
          <a:xfrm>
            <a:off x="14595241" y="6191283"/>
            <a:ext cx="2857500" cy="2857500"/>
          </a:xfrm>
          <a:prstGeom prst="ellipse">
            <a:avLst/>
          </a:prstGeom>
          <a:noFill/>
          <a:ln>
            <a:noFill/>
          </a:ln>
        </p:spPr>
      </p:sp>
      <p:sp>
        <p:nvSpPr>
          <p:cNvPr id="1455" name="Google Shape;1455;p93"/>
          <p:cNvSpPr txBox="1"/>
          <p:nvPr>
            <p:ph idx="19" type="body"/>
          </p:nvPr>
        </p:nvSpPr>
        <p:spPr>
          <a:xfrm>
            <a:off x="931568" y="9232229"/>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56" name="Google Shape;1456;p93"/>
          <p:cNvSpPr txBox="1"/>
          <p:nvPr>
            <p:ph idx="20" type="body"/>
          </p:nvPr>
        </p:nvSpPr>
        <p:spPr>
          <a:xfrm>
            <a:off x="4367236" y="9232229"/>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57" name="Google Shape;1457;p93"/>
          <p:cNvSpPr txBox="1"/>
          <p:nvPr>
            <p:ph idx="21" type="body"/>
          </p:nvPr>
        </p:nvSpPr>
        <p:spPr>
          <a:xfrm>
            <a:off x="7803856" y="9232229"/>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58" name="Google Shape;1458;p93"/>
          <p:cNvSpPr txBox="1"/>
          <p:nvPr>
            <p:ph idx="22" type="body"/>
          </p:nvPr>
        </p:nvSpPr>
        <p:spPr>
          <a:xfrm>
            <a:off x="11239523" y="9232229"/>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sp>
        <p:nvSpPr>
          <p:cNvPr id="1459" name="Google Shape;1459;p93"/>
          <p:cNvSpPr txBox="1"/>
          <p:nvPr>
            <p:ph idx="23" type="body"/>
          </p:nvPr>
        </p:nvSpPr>
        <p:spPr>
          <a:xfrm>
            <a:off x="14675191" y="9232229"/>
            <a:ext cx="2697600" cy="535200"/>
          </a:xfrm>
          <a:prstGeom prst="rect">
            <a:avLst/>
          </a:prstGeom>
        </p:spPr>
        <p:txBody>
          <a:bodyPr anchorCtr="0" anchor="t" bIns="0" lIns="0" spcFirstLastPara="1" rIns="0" wrap="square" tIns="0">
            <a:noAutofit/>
          </a:bodyPr>
          <a:lstStyle>
            <a:lvl1pPr indent="-355600" lvl="0" marL="457200" algn="ctr">
              <a:spcBef>
                <a:spcPts val="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1pPr>
            <a:lvl2pPr indent="-355600" lvl="1" marL="914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2pPr>
            <a:lvl3pPr indent="-355600" lvl="2" marL="1371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3pPr>
            <a:lvl4pPr indent="-355600" lvl="3" marL="18288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55600" lvl="5" marL="27432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6pPr>
            <a:lvl7pPr indent="-355600" lvl="6" marL="32004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7pPr>
            <a:lvl8pPr indent="-355600" lvl="7" marL="3657600" algn="ctr">
              <a:spcBef>
                <a:spcPts val="1800"/>
              </a:spcBef>
              <a:spcAft>
                <a:spcPts val="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8pPr>
            <a:lvl9pPr indent="-355600" lvl="8" marL="4114800" algn="ctr">
              <a:spcBef>
                <a:spcPts val="1800"/>
              </a:spcBef>
              <a:spcAft>
                <a:spcPts val="1800"/>
              </a:spcAft>
              <a:buClr>
                <a:schemeClr val="dk1"/>
              </a:buClr>
              <a:buSzPts val="2000"/>
              <a:buFont typeface="Avant Garde Demi SFDC"/>
              <a:buChar char="■"/>
              <a:defRPr sz="2000">
                <a:solidFill>
                  <a:schemeClr val="dk1"/>
                </a:solidFill>
                <a:latin typeface="Avant Garde Demi SFDC"/>
                <a:ea typeface="Avant Garde Demi SFDC"/>
                <a:cs typeface="Avant Garde Demi SFDC"/>
                <a:sym typeface="Avant Garde Demi SFDC"/>
              </a:defRPr>
            </a:lvl9pPr>
          </a:lstStyle>
          <a:p/>
        </p:txBody>
      </p:sp>
      <p:pic>
        <p:nvPicPr>
          <p:cNvPr descr="Blue_single_sparkle.png" id="1460" name="Google Shape;1460;p93"/>
          <p:cNvPicPr preferRelativeResize="0"/>
          <p:nvPr/>
        </p:nvPicPr>
        <p:blipFill rotWithShape="1">
          <a:blip r:embed="rId2">
            <a:alphaModFix/>
          </a:blip>
          <a:srcRect b="0" l="0" r="0" t="0"/>
          <a:stretch/>
        </p:blipFill>
        <p:spPr>
          <a:xfrm>
            <a:off x="17260565" y="2057965"/>
            <a:ext cx="527290" cy="535279"/>
          </a:xfrm>
          <a:prstGeom prst="rect">
            <a:avLst/>
          </a:prstGeom>
          <a:noFill/>
          <a:ln>
            <a:noFill/>
          </a:ln>
        </p:spPr>
      </p:pic>
      <p:pic>
        <p:nvPicPr>
          <p:cNvPr descr="Blue_single_sparkle.png" id="1461" name="Google Shape;1461;p93"/>
          <p:cNvPicPr preferRelativeResize="0"/>
          <p:nvPr/>
        </p:nvPicPr>
        <p:blipFill rotWithShape="1">
          <a:blip r:embed="rId2">
            <a:alphaModFix/>
          </a:blip>
          <a:srcRect b="0" l="0" r="0" t="0"/>
          <a:stretch/>
        </p:blipFill>
        <p:spPr>
          <a:xfrm>
            <a:off x="13495094" y="1898603"/>
            <a:ext cx="291386" cy="295801"/>
          </a:xfrm>
          <a:prstGeom prst="rect">
            <a:avLst/>
          </a:prstGeom>
          <a:noFill/>
          <a:ln>
            <a:noFill/>
          </a:ln>
        </p:spPr>
      </p:pic>
      <p:pic>
        <p:nvPicPr>
          <p:cNvPr descr="Blue_single_sparkle.png" id="1462" name="Google Shape;1462;p93"/>
          <p:cNvPicPr preferRelativeResize="0"/>
          <p:nvPr/>
        </p:nvPicPr>
        <p:blipFill rotWithShape="1">
          <a:blip r:embed="rId2">
            <a:alphaModFix/>
          </a:blip>
          <a:srcRect b="0" l="0" r="0" t="0"/>
          <a:stretch/>
        </p:blipFill>
        <p:spPr>
          <a:xfrm>
            <a:off x="568912" y="4228303"/>
            <a:ext cx="291386" cy="295801"/>
          </a:xfrm>
          <a:prstGeom prst="rect">
            <a:avLst/>
          </a:prstGeom>
          <a:noFill/>
          <a:ln>
            <a:noFill/>
          </a:ln>
        </p:spPr>
      </p:pic>
      <p:pic>
        <p:nvPicPr>
          <p:cNvPr descr="Blue_single_sparkle.png" id="1463" name="Google Shape;1463;p93"/>
          <p:cNvPicPr preferRelativeResize="0"/>
          <p:nvPr/>
        </p:nvPicPr>
        <p:blipFill rotWithShape="1">
          <a:blip r:embed="rId2">
            <a:alphaModFix/>
          </a:blip>
          <a:srcRect b="0" l="0" r="0" t="0"/>
          <a:stretch/>
        </p:blipFill>
        <p:spPr>
          <a:xfrm>
            <a:off x="17651734" y="1670202"/>
            <a:ext cx="291386" cy="295801"/>
          </a:xfrm>
          <a:prstGeom prst="rect">
            <a:avLst/>
          </a:prstGeom>
          <a:noFill/>
          <a:ln>
            <a:noFill/>
          </a:ln>
        </p:spPr>
      </p:pic>
      <p:pic>
        <p:nvPicPr>
          <p:cNvPr descr="Blue_single_sparkle.png" id="1464" name="Google Shape;1464;p93"/>
          <p:cNvPicPr preferRelativeResize="0"/>
          <p:nvPr/>
        </p:nvPicPr>
        <p:blipFill rotWithShape="1">
          <a:blip r:embed="rId2">
            <a:alphaModFix/>
          </a:blip>
          <a:srcRect b="0" l="0" r="0" t="0"/>
          <a:stretch/>
        </p:blipFill>
        <p:spPr>
          <a:xfrm>
            <a:off x="10205860" y="4585004"/>
            <a:ext cx="291386" cy="295801"/>
          </a:xfrm>
          <a:prstGeom prst="rect">
            <a:avLst/>
          </a:prstGeom>
          <a:noFill/>
          <a:ln>
            <a:noFill/>
          </a:ln>
        </p:spPr>
      </p:pic>
      <p:pic>
        <p:nvPicPr>
          <p:cNvPr descr="Blue_single_sparkle.png" id="1465" name="Google Shape;1465;p93"/>
          <p:cNvPicPr preferRelativeResize="0"/>
          <p:nvPr/>
        </p:nvPicPr>
        <p:blipFill rotWithShape="1">
          <a:blip r:embed="rId2">
            <a:alphaModFix/>
          </a:blip>
          <a:srcRect b="0" l="0" r="0" t="0"/>
          <a:stretch/>
        </p:blipFill>
        <p:spPr>
          <a:xfrm>
            <a:off x="13716003" y="4465277"/>
            <a:ext cx="527290" cy="535279"/>
          </a:xfrm>
          <a:prstGeom prst="rect">
            <a:avLst/>
          </a:prstGeom>
          <a:noFill/>
          <a:ln>
            <a:noFill/>
          </a:ln>
        </p:spPr>
      </p:pic>
      <p:pic>
        <p:nvPicPr>
          <p:cNvPr descr="Blue_single_sparkle.png" id="1466" name="Google Shape;1466;p93"/>
          <p:cNvPicPr preferRelativeResize="0"/>
          <p:nvPr/>
        </p:nvPicPr>
        <p:blipFill rotWithShape="1">
          <a:blip r:embed="rId2">
            <a:alphaModFix/>
          </a:blip>
          <a:srcRect b="0" l="0" r="0" t="0"/>
          <a:stretch/>
        </p:blipFill>
        <p:spPr>
          <a:xfrm>
            <a:off x="851619" y="4704753"/>
            <a:ext cx="291386" cy="295801"/>
          </a:xfrm>
          <a:prstGeom prst="rect">
            <a:avLst/>
          </a:prstGeom>
          <a:noFill/>
          <a:ln>
            <a:noFill/>
          </a:ln>
        </p:spPr>
      </p:pic>
      <p:pic>
        <p:nvPicPr>
          <p:cNvPr descr="Blue_single_sparkle.png" id="1467" name="Google Shape;1467;p93"/>
          <p:cNvPicPr preferRelativeResize="0"/>
          <p:nvPr/>
        </p:nvPicPr>
        <p:blipFill rotWithShape="1">
          <a:blip r:embed="rId2">
            <a:alphaModFix/>
          </a:blip>
          <a:srcRect b="0" l="0" r="0" t="0"/>
          <a:stretch/>
        </p:blipFill>
        <p:spPr>
          <a:xfrm>
            <a:off x="489053" y="8527902"/>
            <a:ext cx="527290" cy="535279"/>
          </a:xfrm>
          <a:prstGeom prst="rect">
            <a:avLst/>
          </a:prstGeom>
          <a:noFill/>
          <a:ln>
            <a:noFill/>
          </a:ln>
        </p:spPr>
      </p:pic>
      <p:pic>
        <p:nvPicPr>
          <p:cNvPr descr="Blue_single_sparkle.png" id="1468" name="Google Shape;1468;p93"/>
          <p:cNvPicPr preferRelativeResize="0"/>
          <p:nvPr/>
        </p:nvPicPr>
        <p:blipFill rotWithShape="1">
          <a:blip r:embed="rId2">
            <a:alphaModFix/>
          </a:blip>
          <a:srcRect b="0" l="0" r="0" t="0"/>
          <a:stretch/>
        </p:blipFill>
        <p:spPr>
          <a:xfrm>
            <a:off x="6932500" y="6463684"/>
            <a:ext cx="250800" cy="254608"/>
          </a:xfrm>
          <a:prstGeom prst="rect">
            <a:avLst/>
          </a:prstGeom>
          <a:noFill/>
          <a:ln>
            <a:noFill/>
          </a:ln>
        </p:spPr>
      </p:pic>
      <p:pic>
        <p:nvPicPr>
          <p:cNvPr descr="Blue_single_sparkle.png" id="1469" name="Google Shape;1469;p93"/>
          <p:cNvPicPr preferRelativeResize="0"/>
          <p:nvPr/>
        </p:nvPicPr>
        <p:blipFill rotWithShape="1">
          <a:blip r:embed="rId2">
            <a:alphaModFix/>
          </a:blip>
          <a:srcRect b="0" l="0" r="0" t="0"/>
          <a:stretch/>
        </p:blipFill>
        <p:spPr>
          <a:xfrm>
            <a:off x="7584362" y="8710603"/>
            <a:ext cx="291386" cy="295801"/>
          </a:xfrm>
          <a:prstGeom prst="rect">
            <a:avLst/>
          </a:prstGeom>
          <a:noFill/>
          <a:ln>
            <a:noFill/>
          </a:ln>
        </p:spPr>
      </p:pic>
      <p:pic>
        <p:nvPicPr>
          <p:cNvPr descr="Blue_single_sparkle.png" id="1470" name="Google Shape;1470;p93"/>
          <p:cNvPicPr preferRelativeResize="0"/>
          <p:nvPr/>
        </p:nvPicPr>
        <p:blipFill rotWithShape="1">
          <a:blip r:embed="rId2">
            <a:alphaModFix/>
          </a:blip>
          <a:srcRect b="0" l="0" r="0" t="0"/>
          <a:stretch/>
        </p:blipFill>
        <p:spPr>
          <a:xfrm>
            <a:off x="14853361" y="8881803"/>
            <a:ext cx="291386" cy="295801"/>
          </a:xfrm>
          <a:prstGeom prst="rect">
            <a:avLst/>
          </a:prstGeom>
          <a:noFill/>
          <a:ln>
            <a:noFill/>
          </a:ln>
        </p:spPr>
      </p:pic>
      <p:grpSp>
        <p:nvGrpSpPr>
          <p:cNvPr id="1471" name="Google Shape;1471;p93"/>
          <p:cNvGrpSpPr/>
          <p:nvPr/>
        </p:nvGrpSpPr>
        <p:grpSpPr>
          <a:xfrm>
            <a:off x="14497041" y="952412"/>
            <a:ext cx="1598127" cy="459104"/>
            <a:chOff x="5913125" y="1232600"/>
            <a:chExt cx="3443497" cy="989449"/>
          </a:xfrm>
        </p:grpSpPr>
        <p:sp>
          <p:nvSpPr>
            <p:cNvPr id="1472" name="Google Shape;1472;p93"/>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473" name="Google Shape;1473;p93"/>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474" name="Google Shape;1474;p93"/>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1">
  <p:cSld name="TITLE_1_1_1_1_1_1_1_1_1_1_1_1_1_1_1_1_1_1_1_1_1_1_1_1_1_1_1_1_1_1_1_1_1_1_1_1_1_1_1_1_1_1_2">
    <p:bg>
      <p:bgPr>
        <a:solidFill>
          <a:srgbClr val="CFE9FE"/>
        </a:solidFill>
      </p:bgPr>
    </p:bg>
    <p:spTree>
      <p:nvGrpSpPr>
        <p:cNvPr id="1475" name="Shape 1475"/>
        <p:cNvGrpSpPr/>
        <p:nvPr/>
      </p:nvGrpSpPr>
      <p:grpSpPr>
        <a:xfrm>
          <a:off x="0" y="0"/>
          <a:ext cx="0" cy="0"/>
          <a:chOff x="0" y="0"/>
          <a:chExt cx="0" cy="0"/>
        </a:xfrm>
      </p:grpSpPr>
      <p:sp>
        <p:nvSpPr>
          <p:cNvPr id="1476" name="Google Shape;1476;p94"/>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77" name="Google Shape;1477;p94"/>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78" name="Google Shape;1478;p94"/>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1479" name="Google Shape;1479;p94"/>
          <p:cNvSpPr/>
          <p:nvPr>
            <p:ph idx="2" type="pic"/>
          </p:nvPr>
        </p:nvSpPr>
        <p:spPr>
          <a:xfrm>
            <a:off x="6597968" y="1404938"/>
            <a:ext cx="5093100" cy="5093100"/>
          </a:xfrm>
          <a:prstGeom prst="ellipse">
            <a:avLst/>
          </a:prstGeom>
          <a:noFill/>
          <a:ln>
            <a:noFill/>
          </a:ln>
        </p:spPr>
      </p:sp>
      <p:pic>
        <p:nvPicPr>
          <p:cNvPr descr="8eddf9cd5d8993598fe8b721e932338b28a73d3f.png" id="1480" name="Google Shape;1480;p94"/>
          <p:cNvPicPr preferRelativeResize="0"/>
          <p:nvPr/>
        </p:nvPicPr>
        <p:blipFill rotWithShape="1">
          <a:blip r:embed="rId2">
            <a:alphaModFix/>
          </a:blip>
          <a:srcRect b="2170" l="0" r="20382" t="9240"/>
          <a:stretch/>
        </p:blipFill>
        <p:spPr>
          <a:xfrm flipH="1" rot="-597649">
            <a:off x="5596100" y="5701376"/>
            <a:ext cx="1044882" cy="1162700"/>
          </a:xfrm>
          <a:custGeom>
            <a:rect b="b" l="l" r="r" t="t"/>
            <a:pathLst>
              <a:path extrusionOk="0" h="21600" w="21600">
                <a:moveTo>
                  <a:pt x="10487" y="0"/>
                </a:moveTo>
                <a:lnTo>
                  <a:pt x="2048" y="8248"/>
                </a:lnTo>
                <a:lnTo>
                  <a:pt x="0" y="9137"/>
                </a:lnTo>
                <a:lnTo>
                  <a:pt x="2" y="12915"/>
                </a:lnTo>
                <a:lnTo>
                  <a:pt x="580" y="13821"/>
                </a:lnTo>
                <a:lnTo>
                  <a:pt x="11215" y="21600"/>
                </a:lnTo>
                <a:lnTo>
                  <a:pt x="15652" y="15525"/>
                </a:lnTo>
                <a:lnTo>
                  <a:pt x="21600" y="9518"/>
                </a:lnTo>
                <a:lnTo>
                  <a:pt x="15376" y="7106"/>
                </a:lnTo>
                <a:lnTo>
                  <a:pt x="10487" y="0"/>
                </a:lnTo>
                <a:close/>
              </a:path>
            </a:pathLst>
          </a:custGeom>
          <a:noFill/>
          <a:ln>
            <a:noFill/>
          </a:ln>
        </p:spPr>
      </p:pic>
      <p:pic>
        <p:nvPicPr>
          <p:cNvPr descr="8eddf9cd5d8993598fe8b721e932338b28a73d3f.png" id="1481" name="Google Shape;1481;p94"/>
          <p:cNvPicPr preferRelativeResize="0"/>
          <p:nvPr/>
        </p:nvPicPr>
        <p:blipFill rotWithShape="1">
          <a:blip r:embed="rId2">
            <a:alphaModFix/>
          </a:blip>
          <a:srcRect b="2197" l="0" r="20414" t="9229"/>
          <a:stretch/>
        </p:blipFill>
        <p:spPr>
          <a:xfrm rot="-2746721">
            <a:off x="5245125" y="5371239"/>
            <a:ext cx="575979" cy="641012"/>
          </a:xfrm>
          <a:custGeom>
            <a:rect b="b" l="l" r="r" t="t"/>
            <a:pathLst>
              <a:path extrusionOk="0" h="21600" w="21600">
                <a:moveTo>
                  <a:pt x="10490" y="0"/>
                </a:moveTo>
                <a:lnTo>
                  <a:pt x="2058" y="8247"/>
                </a:lnTo>
                <a:lnTo>
                  <a:pt x="0" y="9142"/>
                </a:lnTo>
                <a:lnTo>
                  <a:pt x="4" y="12920"/>
                </a:lnTo>
                <a:lnTo>
                  <a:pt x="585" y="13821"/>
                </a:lnTo>
                <a:lnTo>
                  <a:pt x="11219" y="21600"/>
                </a:lnTo>
                <a:lnTo>
                  <a:pt x="15658" y="15531"/>
                </a:lnTo>
                <a:lnTo>
                  <a:pt x="21600" y="9522"/>
                </a:lnTo>
                <a:lnTo>
                  <a:pt x="15376" y="7105"/>
                </a:lnTo>
                <a:lnTo>
                  <a:pt x="10490" y="0"/>
                </a:lnTo>
                <a:close/>
              </a:path>
            </a:pathLst>
          </a:custGeom>
          <a:noFill/>
          <a:ln>
            <a:noFill/>
          </a:ln>
        </p:spPr>
      </p:pic>
      <p:pic>
        <p:nvPicPr>
          <p:cNvPr descr="8eddf9cd5d8993598fe8b721e932338b28a73d3f.png" id="1482" name="Google Shape;1482;p94"/>
          <p:cNvPicPr preferRelativeResize="0"/>
          <p:nvPr/>
        </p:nvPicPr>
        <p:blipFill rotWithShape="1">
          <a:blip r:embed="rId2">
            <a:alphaModFix/>
          </a:blip>
          <a:srcRect b="2153" l="24" r="20390" t="9225"/>
          <a:stretch/>
        </p:blipFill>
        <p:spPr>
          <a:xfrm rot="-2746521">
            <a:off x="11678628" y="2347531"/>
            <a:ext cx="474057" cy="527862"/>
          </a:xfrm>
          <a:custGeom>
            <a:rect b="b" l="l" r="r" t="t"/>
            <a:pathLst>
              <a:path extrusionOk="0" h="21600" w="21600">
                <a:moveTo>
                  <a:pt x="10478" y="0"/>
                </a:moveTo>
                <a:lnTo>
                  <a:pt x="2040" y="8247"/>
                </a:lnTo>
                <a:lnTo>
                  <a:pt x="1" y="9135"/>
                </a:lnTo>
                <a:lnTo>
                  <a:pt x="0" y="12912"/>
                </a:lnTo>
                <a:lnTo>
                  <a:pt x="580" y="13819"/>
                </a:lnTo>
                <a:lnTo>
                  <a:pt x="11210" y="21600"/>
                </a:lnTo>
                <a:lnTo>
                  <a:pt x="15659" y="15524"/>
                </a:lnTo>
                <a:lnTo>
                  <a:pt x="21600" y="9517"/>
                </a:lnTo>
                <a:lnTo>
                  <a:pt x="15367" y="7109"/>
                </a:lnTo>
                <a:lnTo>
                  <a:pt x="10478" y="0"/>
                </a:lnTo>
                <a:close/>
              </a:path>
            </a:pathLst>
          </a:custGeom>
          <a:noFill/>
          <a:ln>
            <a:noFill/>
          </a:ln>
        </p:spPr>
      </p:pic>
      <p:pic>
        <p:nvPicPr>
          <p:cNvPr descr="8eddf9cd5d8993598fe8b721e932338b28a73d3f.png" id="1483" name="Google Shape;1483;p94"/>
          <p:cNvPicPr preferRelativeResize="0"/>
          <p:nvPr/>
        </p:nvPicPr>
        <p:blipFill rotWithShape="1">
          <a:blip r:embed="rId2">
            <a:alphaModFix/>
          </a:blip>
          <a:srcRect b="2196" l="8" r="20406" t="9245"/>
          <a:stretch/>
        </p:blipFill>
        <p:spPr>
          <a:xfrm rot="666881">
            <a:off x="6153616" y="5194806"/>
            <a:ext cx="463041" cy="515262"/>
          </a:xfrm>
          <a:custGeom>
            <a:rect b="b" l="l" r="r" t="t"/>
            <a:pathLst>
              <a:path extrusionOk="0" h="21600" w="21600">
                <a:moveTo>
                  <a:pt x="10492" y="0"/>
                </a:moveTo>
                <a:lnTo>
                  <a:pt x="2045" y="8248"/>
                </a:lnTo>
                <a:lnTo>
                  <a:pt x="3" y="9139"/>
                </a:lnTo>
                <a:lnTo>
                  <a:pt x="0" y="12919"/>
                </a:lnTo>
                <a:lnTo>
                  <a:pt x="578" y="13824"/>
                </a:lnTo>
                <a:lnTo>
                  <a:pt x="11221" y="21600"/>
                </a:lnTo>
                <a:lnTo>
                  <a:pt x="15664" y="15533"/>
                </a:lnTo>
                <a:lnTo>
                  <a:pt x="21600" y="9518"/>
                </a:lnTo>
                <a:lnTo>
                  <a:pt x="15375" y="7109"/>
                </a:lnTo>
                <a:lnTo>
                  <a:pt x="10492" y="0"/>
                </a:lnTo>
                <a:close/>
              </a:path>
            </a:pathLst>
          </a:custGeom>
          <a:noFill/>
          <a:ln>
            <a:noFill/>
          </a:ln>
        </p:spPr>
      </p:pic>
      <p:pic>
        <p:nvPicPr>
          <p:cNvPr descr="8eddf9cd5d8993598fe8b721e932338b28a73d3f.png" id="1484" name="Google Shape;1484;p94"/>
          <p:cNvPicPr preferRelativeResize="0"/>
          <p:nvPr/>
        </p:nvPicPr>
        <p:blipFill rotWithShape="1">
          <a:blip r:embed="rId2">
            <a:alphaModFix/>
          </a:blip>
          <a:srcRect b="2188" l="0" r="20401" t="9230"/>
          <a:stretch/>
        </p:blipFill>
        <p:spPr>
          <a:xfrm rot="-368769">
            <a:off x="11829207" y="1506232"/>
            <a:ext cx="996629" cy="1109169"/>
          </a:xfrm>
          <a:custGeom>
            <a:rect b="b" l="l" r="r" t="t"/>
            <a:pathLst>
              <a:path extrusionOk="0" h="21600" w="21600">
                <a:moveTo>
                  <a:pt x="10488" y="0"/>
                </a:moveTo>
                <a:lnTo>
                  <a:pt x="2051" y="8248"/>
                </a:lnTo>
                <a:lnTo>
                  <a:pt x="1" y="9140"/>
                </a:lnTo>
                <a:lnTo>
                  <a:pt x="0" y="12921"/>
                </a:lnTo>
                <a:lnTo>
                  <a:pt x="580" y="13820"/>
                </a:lnTo>
                <a:lnTo>
                  <a:pt x="11216" y="21600"/>
                </a:lnTo>
                <a:lnTo>
                  <a:pt x="15661" y="15525"/>
                </a:lnTo>
                <a:lnTo>
                  <a:pt x="21600" y="9519"/>
                </a:lnTo>
                <a:lnTo>
                  <a:pt x="15374" y="7106"/>
                </a:lnTo>
                <a:lnTo>
                  <a:pt x="10488" y="0"/>
                </a:lnTo>
                <a:close/>
              </a:path>
            </a:pathLst>
          </a:custGeom>
          <a:noFill/>
          <a:ln>
            <a:noFill/>
          </a:ln>
        </p:spPr>
      </p:pic>
      <p:grpSp>
        <p:nvGrpSpPr>
          <p:cNvPr id="1485" name="Google Shape;1485;p94"/>
          <p:cNvGrpSpPr/>
          <p:nvPr/>
        </p:nvGrpSpPr>
        <p:grpSpPr>
          <a:xfrm>
            <a:off x="14497041" y="952412"/>
            <a:ext cx="1598127" cy="459104"/>
            <a:chOff x="5913125" y="1232600"/>
            <a:chExt cx="3443497" cy="989449"/>
          </a:xfrm>
        </p:grpSpPr>
        <p:sp>
          <p:nvSpPr>
            <p:cNvPr id="1486" name="Google Shape;1486;p9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487" name="Google Shape;1487;p9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488" name="Google Shape;1488;p9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1">
  <p:cSld name="TITLE_1_1_1_1_1_1_1_1_1_1_1_1_1_1_1_1_1_1_1_1_1_1_1_1_1_1_1_1_1_1_1_1_1_1_1_1_1_1_1_1_1_1_1_1">
    <p:bg>
      <p:bgPr>
        <a:solidFill>
          <a:srgbClr val="CFE9FE"/>
        </a:solidFill>
      </p:bgPr>
    </p:bg>
    <p:spTree>
      <p:nvGrpSpPr>
        <p:cNvPr id="1489" name="Shape 1489"/>
        <p:cNvGrpSpPr/>
        <p:nvPr/>
      </p:nvGrpSpPr>
      <p:grpSpPr>
        <a:xfrm>
          <a:off x="0" y="0"/>
          <a:ext cx="0" cy="0"/>
          <a:chOff x="0" y="0"/>
          <a:chExt cx="0" cy="0"/>
        </a:xfrm>
      </p:grpSpPr>
      <p:sp>
        <p:nvSpPr>
          <p:cNvPr id="1490" name="Google Shape;1490;p95"/>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91" name="Google Shape;1491;p95"/>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492" name="Google Shape;1492;p95"/>
          <p:cNvSpPr/>
          <p:nvPr>
            <p:ph idx="2" type="pic"/>
          </p:nvPr>
        </p:nvSpPr>
        <p:spPr>
          <a:xfrm>
            <a:off x="2307907" y="1404938"/>
            <a:ext cx="5093100" cy="5093100"/>
          </a:xfrm>
          <a:prstGeom prst="ellipse">
            <a:avLst/>
          </a:prstGeom>
          <a:noFill/>
          <a:ln>
            <a:noFill/>
          </a:ln>
        </p:spPr>
      </p:sp>
      <p:sp>
        <p:nvSpPr>
          <p:cNvPr id="1493" name="Google Shape;1493;p95"/>
          <p:cNvSpPr/>
          <p:nvPr>
            <p:ph idx="3" type="pic"/>
          </p:nvPr>
        </p:nvSpPr>
        <p:spPr>
          <a:xfrm>
            <a:off x="10883265" y="1404938"/>
            <a:ext cx="5093100" cy="5093100"/>
          </a:xfrm>
          <a:prstGeom prst="ellipse">
            <a:avLst/>
          </a:prstGeom>
          <a:noFill/>
          <a:ln>
            <a:noFill/>
          </a:ln>
        </p:spPr>
      </p:sp>
      <p:sp>
        <p:nvSpPr>
          <p:cNvPr id="1494" name="Google Shape;1494;p95"/>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95" name="Google Shape;1495;p95"/>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496" name="Google Shape;1496;p95"/>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1497" name="Google Shape;1497;p95"/>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descr="Blue_single_sparkle.png" id="1498" name="Google Shape;1498;p95"/>
          <p:cNvPicPr preferRelativeResize="0"/>
          <p:nvPr/>
        </p:nvPicPr>
        <p:blipFill rotWithShape="1">
          <a:blip r:embed="rId2">
            <a:alphaModFix/>
          </a:blip>
          <a:srcRect b="0" l="0" r="0" t="0"/>
          <a:stretch/>
        </p:blipFill>
        <p:spPr>
          <a:xfrm rot="975911">
            <a:off x="1987655" y="5372886"/>
            <a:ext cx="952501" cy="966932"/>
          </a:xfrm>
          <a:prstGeom prst="rect">
            <a:avLst/>
          </a:prstGeom>
          <a:noFill/>
          <a:ln>
            <a:noFill/>
          </a:ln>
        </p:spPr>
      </p:pic>
      <p:pic>
        <p:nvPicPr>
          <p:cNvPr descr="Blue_single_sparkle.png" id="1499" name="Google Shape;1499;p95"/>
          <p:cNvPicPr preferRelativeResize="0"/>
          <p:nvPr/>
        </p:nvPicPr>
        <p:blipFill rotWithShape="1">
          <a:blip r:embed="rId2">
            <a:alphaModFix/>
          </a:blip>
          <a:srcRect b="0" l="0" r="0" t="0"/>
          <a:stretch/>
        </p:blipFill>
        <p:spPr>
          <a:xfrm rot="-4372338">
            <a:off x="1158910" y="5922811"/>
            <a:ext cx="506674" cy="514351"/>
          </a:xfrm>
          <a:prstGeom prst="rect">
            <a:avLst/>
          </a:prstGeom>
          <a:noFill/>
          <a:ln>
            <a:noFill/>
          </a:ln>
        </p:spPr>
      </p:pic>
      <p:pic>
        <p:nvPicPr>
          <p:cNvPr descr="Blue_single_sparkle.png" id="1500" name="Google Shape;1500;p95"/>
          <p:cNvPicPr preferRelativeResize="0"/>
          <p:nvPr/>
        </p:nvPicPr>
        <p:blipFill rotWithShape="1">
          <a:blip r:embed="rId2">
            <a:alphaModFix/>
          </a:blip>
          <a:srcRect b="0" l="0" r="0" t="0"/>
          <a:stretch/>
        </p:blipFill>
        <p:spPr>
          <a:xfrm>
            <a:off x="1406754" y="5067925"/>
            <a:ext cx="244157" cy="247856"/>
          </a:xfrm>
          <a:prstGeom prst="rect">
            <a:avLst/>
          </a:prstGeom>
          <a:noFill/>
          <a:ln>
            <a:noFill/>
          </a:ln>
        </p:spPr>
      </p:pic>
      <p:pic>
        <p:nvPicPr>
          <p:cNvPr descr="Blue_single_sparkle.png" id="1501" name="Google Shape;1501;p95"/>
          <p:cNvPicPr preferRelativeResize="0"/>
          <p:nvPr/>
        </p:nvPicPr>
        <p:blipFill rotWithShape="1">
          <a:blip r:embed="rId2">
            <a:alphaModFix/>
          </a:blip>
          <a:srcRect b="0" l="0" r="0" t="0"/>
          <a:stretch/>
        </p:blipFill>
        <p:spPr>
          <a:xfrm rot="4699899">
            <a:off x="10944743" y="2796922"/>
            <a:ext cx="314851" cy="319645"/>
          </a:xfrm>
          <a:prstGeom prst="rect">
            <a:avLst/>
          </a:prstGeom>
          <a:noFill/>
          <a:ln>
            <a:noFill/>
          </a:ln>
        </p:spPr>
      </p:pic>
      <p:pic>
        <p:nvPicPr>
          <p:cNvPr descr="Blue_single_sparkle.png" id="1502" name="Google Shape;1502;p95"/>
          <p:cNvPicPr preferRelativeResize="0"/>
          <p:nvPr/>
        </p:nvPicPr>
        <p:blipFill rotWithShape="1">
          <a:blip r:embed="rId2">
            <a:alphaModFix/>
          </a:blip>
          <a:srcRect b="0" l="0" r="0" t="0"/>
          <a:stretch/>
        </p:blipFill>
        <p:spPr>
          <a:xfrm rot="3263048">
            <a:off x="11021259" y="1770466"/>
            <a:ext cx="798582" cy="810682"/>
          </a:xfrm>
          <a:prstGeom prst="rect">
            <a:avLst/>
          </a:prstGeom>
          <a:noFill/>
          <a:ln>
            <a:noFill/>
          </a:ln>
        </p:spPr>
      </p:pic>
      <p:grpSp>
        <p:nvGrpSpPr>
          <p:cNvPr id="1503" name="Google Shape;1503;p95"/>
          <p:cNvGrpSpPr/>
          <p:nvPr/>
        </p:nvGrpSpPr>
        <p:grpSpPr>
          <a:xfrm>
            <a:off x="14497041" y="952412"/>
            <a:ext cx="1598127" cy="459104"/>
            <a:chOff x="5913125" y="1232600"/>
            <a:chExt cx="3443497" cy="989449"/>
          </a:xfrm>
        </p:grpSpPr>
        <p:sp>
          <p:nvSpPr>
            <p:cNvPr id="1504" name="Google Shape;1504;p95"/>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505" name="Google Shape;1505;p95"/>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506" name="Google Shape;1506;p95"/>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TITLE_1_1_1_1_1_1_1_1_1_1_1_1_1_1_1_1_1_1_1_1_1_1_1_1_1_1_1_3">
    <p:bg>
      <p:bgPr>
        <a:solidFill>
          <a:srgbClr val="CFE9FE"/>
        </a:solidFill>
      </p:bgPr>
    </p:bg>
    <p:spTree>
      <p:nvGrpSpPr>
        <p:cNvPr id="1507" name="Shape 1507"/>
        <p:cNvGrpSpPr/>
        <p:nvPr/>
      </p:nvGrpSpPr>
      <p:grpSpPr>
        <a:xfrm>
          <a:off x="0" y="0"/>
          <a:ext cx="0" cy="0"/>
          <a:chOff x="0" y="0"/>
          <a:chExt cx="0" cy="0"/>
        </a:xfrm>
      </p:grpSpPr>
      <p:pic>
        <p:nvPicPr>
          <p:cNvPr id="1508" name="Google Shape;1508;p96" title="Blue Gradient.png"/>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1509" name="Google Shape;1509;p96"/>
          <p:cNvPicPr preferRelativeResize="0"/>
          <p:nvPr/>
        </p:nvPicPr>
        <p:blipFill>
          <a:blip r:embed="rId3">
            <a:alphaModFix/>
          </a:blip>
          <a:stretch>
            <a:fillRect/>
          </a:stretch>
        </p:blipFill>
        <p:spPr>
          <a:xfrm>
            <a:off x="16550000" y="848191"/>
            <a:ext cx="953599" cy="667526"/>
          </a:xfrm>
          <a:prstGeom prst="rect">
            <a:avLst/>
          </a:prstGeom>
          <a:noFill/>
          <a:ln>
            <a:noFill/>
          </a:ln>
        </p:spPr>
      </p:pic>
      <p:grpSp>
        <p:nvGrpSpPr>
          <p:cNvPr id="1510" name="Google Shape;1510;p96"/>
          <p:cNvGrpSpPr/>
          <p:nvPr/>
        </p:nvGrpSpPr>
        <p:grpSpPr>
          <a:xfrm>
            <a:off x="14497632" y="952412"/>
            <a:ext cx="1598471" cy="459104"/>
            <a:chOff x="5913125" y="1232600"/>
            <a:chExt cx="3443497" cy="989449"/>
          </a:xfrm>
        </p:grpSpPr>
        <p:sp>
          <p:nvSpPr>
            <p:cNvPr id="1511" name="Google Shape;1511;p96"/>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512" name="Google Shape;1512;p96"/>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513" name="Google Shape;1513;p96"/>
          <p:cNvCxnSpPr/>
          <p:nvPr/>
        </p:nvCxnSpPr>
        <p:spPr>
          <a:xfrm>
            <a:off x="16318725" y="889313"/>
            <a:ext cx="0" cy="585600"/>
          </a:xfrm>
          <a:prstGeom prst="straightConnector1">
            <a:avLst/>
          </a:prstGeom>
          <a:noFill/>
          <a:ln cap="flat" cmpd="sng" w="9550">
            <a:solidFill>
              <a:schemeClr val="lt1"/>
            </a:solidFill>
            <a:prstDash val="solid"/>
            <a:round/>
            <a:headEnd len="med" w="med" type="none"/>
            <a:tailEnd len="med" w="med" type="none"/>
          </a:ln>
        </p:spPr>
      </p:cxnSp>
      <p:pic>
        <p:nvPicPr>
          <p:cNvPr id="1514" name="Google Shape;1514;p96" title="Menu.png"/>
          <p:cNvPicPr preferRelativeResize="0"/>
          <p:nvPr/>
        </p:nvPicPr>
        <p:blipFill rotWithShape="1">
          <a:blip r:embed="rId4">
            <a:alphaModFix/>
          </a:blip>
          <a:srcRect b="0" l="0" r="0" t="0"/>
          <a:stretch/>
        </p:blipFill>
        <p:spPr>
          <a:xfrm>
            <a:off x="12369034" y="3496375"/>
            <a:ext cx="4894855" cy="5835932"/>
          </a:xfrm>
          <a:prstGeom prst="rect">
            <a:avLst/>
          </a:prstGeom>
          <a:noFill/>
          <a:ln>
            <a:noFill/>
          </a:ln>
        </p:spPr>
      </p:pic>
      <p:pic>
        <p:nvPicPr>
          <p:cNvPr id="1515" name="Google Shape;1515;p96" title="Menu.png"/>
          <p:cNvPicPr preferRelativeResize="0"/>
          <p:nvPr/>
        </p:nvPicPr>
        <p:blipFill rotWithShape="1">
          <a:blip r:embed="rId4">
            <a:alphaModFix/>
          </a:blip>
          <a:srcRect b="0" l="0" r="0" t="0"/>
          <a:stretch/>
        </p:blipFill>
        <p:spPr>
          <a:xfrm>
            <a:off x="6927433" y="3496375"/>
            <a:ext cx="4894855" cy="5835932"/>
          </a:xfrm>
          <a:prstGeom prst="rect">
            <a:avLst/>
          </a:prstGeom>
          <a:noFill/>
          <a:ln>
            <a:noFill/>
          </a:ln>
        </p:spPr>
      </p:pic>
      <p:pic>
        <p:nvPicPr>
          <p:cNvPr id="1516" name="Google Shape;1516;p96" title="Menu.png"/>
          <p:cNvPicPr preferRelativeResize="0"/>
          <p:nvPr/>
        </p:nvPicPr>
        <p:blipFill rotWithShape="1">
          <a:blip r:embed="rId4">
            <a:alphaModFix/>
          </a:blip>
          <a:srcRect b="0" l="0" r="0" t="0"/>
          <a:stretch/>
        </p:blipFill>
        <p:spPr>
          <a:xfrm>
            <a:off x="1407838" y="3496375"/>
            <a:ext cx="4894855" cy="5835932"/>
          </a:xfrm>
          <a:prstGeom prst="rect">
            <a:avLst/>
          </a:prstGeom>
          <a:noFill/>
          <a:ln>
            <a:noFill/>
          </a:ln>
        </p:spPr>
      </p:pic>
      <p:pic>
        <p:nvPicPr>
          <p:cNvPr id="1517" name="Google Shape;1517;p96" title="AdobeStock_597020217.png"/>
          <p:cNvPicPr preferRelativeResize="0"/>
          <p:nvPr/>
        </p:nvPicPr>
        <p:blipFill rotWithShape="1">
          <a:blip r:embed="rId5">
            <a:alphaModFix/>
          </a:blip>
          <a:srcRect b="11944" l="15966" r="20502" t="18693"/>
          <a:stretch/>
        </p:blipFill>
        <p:spPr>
          <a:xfrm flipH="1" rot="990685">
            <a:off x="523153" y="2853288"/>
            <a:ext cx="1982704" cy="1912203"/>
          </a:xfrm>
          <a:prstGeom prst="rect">
            <a:avLst/>
          </a:prstGeom>
          <a:noFill/>
          <a:ln>
            <a:noFill/>
          </a:ln>
        </p:spPr>
      </p:pic>
      <p:grpSp>
        <p:nvGrpSpPr>
          <p:cNvPr id="1518" name="Google Shape;1518;p96"/>
          <p:cNvGrpSpPr/>
          <p:nvPr/>
        </p:nvGrpSpPr>
        <p:grpSpPr>
          <a:xfrm>
            <a:off x="6002948" y="8591025"/>
            <a:ext cx="817168" cy="1029086"/>
            <a:chOff x="592482" y="4761013"/>
            <a:chExt cx="817168" cy="1029086"/>
          </a:xfrm>
        </p:grpSpPr>
        <p:pic>
          <p:nvPicPr>
            <p:cNvPr id="1519" name="Google Shape;1519;p96" title="Blue_single_sparkle.png"/>
            <p:cNvPicPr preferRelativeResize="0"/>
            <p:nvPr/>
          </p:nvPicPr>
          <p:blipFill>
            <a:blip r:embed="rId6">
              <a:alphaModFix/>
            </a:blip>
            <a:stretch>
              <a:fillRect/>
            </a:stretch>
          </p:blipFill>
          <p:spPr>
            <a:xfrm rot="417217">
              <a:off x="721264" y="4797978"/>
              <a:ext cx="650798" cy="660419"/>
            </a:xfrm>
            <a:prstGeom prst="rect">
              <a:avLst/>
            </a:prstGeom>
            <a:noFill/>
            <a:ln>
              <a:noFill/>
            </a:ln>
          </p:spPr>
        </p:pic>
        <p:pic>
          <p:nvPicPr>
            <p:cNvPr id="1520" name="Google Shape;1520;p96" title="Blue_single_sparkle.png"/>
            <p:cNvPicPr preferRelativeResize="0"/>
            <p:nvPr/>
          </p:nvPicPr>
          <p:blipFill>
            <a:blip r:embed="rId6">
              <a:alphaModFix/>
            </a:blip>
            <a:stretch>
              <a:fillRect/>
            </a:stretch>
          </p:blipFill>
          <p:spPr>
            <a:xfrm rot="265254">
              <a:off x="602667" y="5505388"/>
              <a:ext cx="270684" cy="274686"/>
            </a:xfrm>
            <a:prstGeom prst="rect">
              <a:avLst/>
            </a:prstGeom>
            <a:noFill/>
            <a:ln>
              <a:noFill/>
            </a:ln>
          </p:spPr>
        </p:pic>
      </p:grpSp>
      <p:pic>
        <p:nvPicPr>
          <p:cNvPr id="1521" name="Google Shape;1521;p96" title="Orange_single_sparkle.png"/>
          <p:cNvPicPr preferRelativeResize="0"/>
          <p:nvPr/>
        </p:nvPicPr>
        <p:blipFill>
          <a:blip r:embed="rId7">
            <a:alphaModFix/>
          </a:blip>
          <a:stretch>
            <a:fillRect/>
          </a:stretch>
        </p:blipFill>
        <p:spPr>
          <a:xfrm rot="122229">
            <a:off x="11429078" y="3576817"/>
            <a:ext cx="697478" cy="706320"/>
          </a:xfrm>
          <a:prstGeom prst="rect">
            <a:avLst/>
          </a:prstGeom>
          <a:noFill/>
          <a:ln>
            <a:noFill/>
          </a:ln>
        </p:spPr>
      </p:pic>
      <p:pic>
        <p:nvPicPr>
          <p:cNvPr id="1522" name="Google Shape;1522;p96" title="Yellow_single_sparkle_blur.png"/>
          <p:cNvPicPr preferRelativeResize="0"/>
          <p:nvPr/>
        </p:nvPicPr>
        <p:blipFill>
          <a:blip r:embed="rId8">
            <a:alphaModFix/>
          </a:blip>
          <a:stretch>
            <a:fillRect/>
          </a:stretch>
        </p:blipFill>
        <p:spPr>
          <a:xfrm>
            <a:off x="6776646" y="5425549"/>
            <a:ext cx="336601" cy="341000"/>
          </a:xfrm>
          <a:prstGeom prst="rect">
            <a:avLst/>
          </a:prstGeom>
          <a:noFill/>
          <a:ln>
            <a:noFill/>
          </a:ln>
        </p:spPr>
      </p:pic>
      <p:grpSp>
        <p:nvGrpSpPr>
          <p:cNvPr id="1523" name="Google Shape;1523;p96"/>
          <p:cNvGrpSpPr/>
          <p:nvPr/>
        </p:nvGrpSpPr>
        <p:grpSpPr>
          <a:xfrm>
            <a:off x="5994352" y="2612446"/>
            <a:ext cx="2201702" cy="2201528"/>
            <a:chOff x="5994352" y="2764846"/>
            <a:chExt cx="2201702" cy="2201528"/>
          </a:xfrm>
        </p:grpSpPr>
        <p:pic>
          <p:nvPicPr>
            <p:cNvPr id="1524" name="Google Shape;1524;p96" title="AdobeStock_614262260.png"/>
            <p:cNvPicPr preferRelativeResize="0"/>
            <p:nvPr/>
          </p:nvPicPr>
          <p:blipFill>
            <a:blip r:embed="rId9">
              <a:alphaModFix/>
            </a:blip>
            <a:stretch>
              <a:fillRect/>
            </a:stretch>
          </p:blipFill>
          <p:spPr>
            <a:xfrm rot="899947">
              <a:off x="6196369" y="2966837"/>
              <a:ext cx="1797669" cy="1797545"/>
            </a:xfrm>
            <a:prstGeom prst="rect">
              <a:avLst/>
            </a:prstGeom>
            <a:noFill/>
            <a:ln>
              <a:noFill/>
            </a:ln>
          </p:spPr>
        </p:pic>
        <p:pic>
          <p:nvPicPr>
            <p:cNvPr id="1525" name="Google Shape;1525;p96" title="Yellow_single_sparkle_blur.png"/>
            <p:cNvPicPr preferRelativeResize="0"/>
            <p:nvPr/>
          </p:nvPicPr>
          <p:blipFill>
            <a:blip r:embed="rId8">
              <a:alphaModFix/>
            </a:blip>
            <a:stretch>
              <a:fillRect/>
            </a:stretch>
          </p:blipFill>
          <p:spPr>
            <a:xfrm>
              <a:off x="6609100" y="3178256"/>
              <a:ext cx="167550" cy="169725"/>
            </a:xfrm>
            <a:prstGeom prst="rect">
              <a:avLst/>
            </a:prstGeom>
            <a:noFill/>
            <a:ln>
              <a:noFill/>
            </a:ln>
          </p:spPr>
        </p:pic>
        <p:pic>
          <p:nvPicPr>
            <p:cNvPr id="1526" name="Google Shape;1526;p96" title="Orange_single_sparkle.png"/>
            <p:cNvPicPr preferRelativeResize="0"/>
            <p:nvPr/>
          </p:nvPicPr>
          <p:blipFill>
            <a:blip r:embed="rId7">
              <a:alphaModFix/>
            </a:blip>
            <a:stretch>
              <a:fillRect/>
            </a:stretch>
          </p:blipFill>
          <p:spPr>
            <a:xfrm rot="122250">
              <a:off x="7341533" y="3396671"/>
              <a:ext cx="180226" cy="182533"/>
            </a:xfrm>
            <a:prstGeom prst="rect">
              <a:avLst/>
            </a:prstGeom>
            <a:noFill/>
            <a:ln>
              <a:noFill/>
            </a:ln>
          </p:spPr>
        </p:pic>
      </p:grpSp>
      <p:grpSp>
        <p:nvGrpSpPr>
          <p:cNvPr id="1527" name="Google Shape;1527;p96"/>
          <p:cNvGrpSpPr/>
          <p:nvPr/>
        </p:nvGrpSpPr>
        <p:grpSpPr>
          <a:xfrm>
            <a:off x="16013003" y="2403750"/>
            <a:ext cx="1982689" cy="2220925"/>
            <a:chOff x="15633625" y="6553175"/>
            <a:chExt cx="1982689" cy="2220925"/>
          </a:xfrm>
        </p:grpSpPr>
        <p:pic>
          <p:nvPicPr>
            <p:cNvPr id="1528" name="Google Shape;1528;p96" title="Violet_single_sparkle-2.png"/>
            <p:cNvPicPr preferRelativeResize="0"/>
            <p:nvPr/>
          </p:nvPicPr>
          <p:blipFill>
            <a:blip r:embed="rId10">
              <a:alphaModFix/>
            </a:blip>
            <a:stretch>
              <a:fillRect/>
            </a:stretch>
          </p:blipFill>
          <p:spPr>
            <a:xfrm rot="791858">
              <a:off x="16342899" y="6647166"/>
              <a:ext cx="182307" cy="185091"/>
            </a:xfrm>
            <a:prstGeom prst="rect">
              <a:avLst/>
            </a:prstGeom>
            <a:noFill/>
            <a:ln>
              <a:noFill/>
            </a:ln>
          </p:spPr>
        </p:pic>
        <p:pic>
          <p:nvPicPr>
            <p:cNvPr id="1529" name="Google Shape;1529;p96" title="AdobeStock_1397988692.png"/>
            <p:cNvPicPr preferRelativeResize="0"/>
            <p:nvPr/>
          </p:nvPicPr>
          <p:blipFill rotWithShape="1">
            <a:blip r:embed="rId11">
              <a:alphaModFix/>
            </a:blip>
            <a:srcRect b="0" l="0" r="0" t="19698"/>
            <a:stretch/>
          </p:blipFill>
          <p:spPr>
            <a:xfrm>
              <a:off x="15633625" y="7181924"/>
              <a:ext cx="1982689" cy="1592177"/>
            </a:xfrm>
            <a:prstGeom prst="rect">
              <a:avLst/>
            </a:prstGeom>
            <a:noFill/>
            <a:ln>
              <a:noFill/>
            </a:ln>
          </p:spPr>
        </p:pic>
        <p:pic>
          <p:nvPicPr>
            <p:cNvPr id="1530" name="Google Shape;1530;p96" title="Violet_single_sparkle-2.png"/>
            <p:cNvPicPr preferRelativeResize="0"/>
            <p:nvPr/>
          </p:nvPicPr>
          <p:blipFill>
            <a:blip r:embed="rId10">
              <a:alphaModFix/>
            </a:blip>
            <a:stretch>
              <a:fillRect/>
            </a:stretch>
          </p:blipFill>
          <p:spPr>
            <a:xfrm rot="791842">
              <a:off x="15693334" y="7131055"/>
              <a:ext cx="257407" cy="261335"/>
            </a:xfrm>
            <a:prstGeom prst="rect">
              <a:avLst/>
            </a:prstGeom>
            <a:noFill/>
            <a:ln>
              <a:noFill/>
            </a:ln>
          </p:spPr>
        </p:pic>
        <p:pic>
          <p:nvPicPr>
            <p:cNvPr id="1531" name="Google Shape;1531;p96" title="Violet_single_sparkle-2.png"/>
            <p:cNvPicPr preferRelativeResize="0"/>
            <p:nvPr/>
          </p:nvPicPr>
          <p:blipFill>
            <a:blip r:embed="rId10">
              <a:alphaModFix/>
            </a:blip>
            <a:stretch>
              <a:fillRect/>
            </a:stretch>
          </p:blipFill>
          <p:spPr>
            <a:xfrm rot="791915">
              <a:off x="17322084" y="7276304"/>
              <a:ext cx="196059" cy="199067"/>
            </a:xfrm>
            <a:prstGeom prst="rect">
              <a:avLst/>
            </a:prstGeom>
            <a:noFill/>
            <a:ln>
              <a:noFill/>
            </a:ln>
          </p:spPr>
        </p:pic>
        <p:pic>
          <p:nvPicPr>
            <p:cNvPr id="1532" name="Google Shape;1532;p96" title="Violet_single_sparkle-2.png"/>
            <p:cNvPicPr preferRelativeResize="0"/>
            <p:nvPr/>
          </p:nvPicPr>
          <p:blipFill>
            <a:blip r:embed="rId10">
              <a:alphaModFix/>
            </a:blip>
            <a:stretch>
              <a:fillRect/>
            </a:stretch>
          </p:blipFill>
          <p:spPr>
            <a:xfrm rot="791840">
              <a:off x="17054762" y="6587768"/>
              <a:ext cx="343375" cy="348614"/>
            </a:xfrm>
            <a:prstGeom prst="rect">
              <a:avLst/>
            </a:prstGeom>
            <a:noFill/>
            <a:ln>
              <a:noFill/>
            </a:ln>
          </p:spPr>
        </p:pic>
      </p:grpSp>
      <p:sp>
        <p:nvSpPr>
          <p:cNvPr id="1533" name="Google Shape;1533;p96"/>
          <p:cNvSpPr txBox="1"/>
          <p:nvPr>
            <p:ph type="title"/>
          </p:nvPr>
        </p:nvSpPr>
        <p:spPr>
          <a:xfrm>
            <a:off x="3674850" y="1574425"/>
            <a:ext cx="10938300" cy="1058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 Cards_Dark">
  <p:cSld name="CUSTOM_1_1">
    <p:bg>
      <p:bgPr>
        <a:blipFill>
          <a:blip r:embed="rId2">
            <a:alphaModFix/>
          </a:blip>
          <a:stretch>
            <a:fillRect/>
          </a:stretch>
        </a:blipFill>
      </p:bgPr>
    </p:bg>
    <p:spTree>
      <p:nvGrpSpPr>
        <p:cNvPr id="1534" name="Shape 1534"/>
        <p:cNvGrpSpPr/>
        <p:nvPr/>
      </p:nvGrpSpPr>
      <p:grpSpPr>
        <a:xfrm>
          <a:off x="0" y="0"/>
          <a:ext cx="0" cy="0"/>
          <a:chOff x="0" y="0"/>
          <a:chExt cx="0" cy="0"/>
        </a:xfrm>
      </p:grpSpPr>
      <p:sp>
        <p:nvSpPr>
          <p:cNvPr id="1535" name="Google Shape;1535;p97"/>
          <p:cNvSpPr/>
          <p:nvPr/>
        </p:nvSpPr>
        <p:spPr>
          <a:xfrm rot="10800000">
            <a:off x="9826950" y="1737115"/>
            <a:ext cx="5960400" cy="34608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36" name="Google Shape;1536;p97"/>
          <p:cNvSpPr txBox="1"/>
          <p:nvPr>
            <p:ph type="title"/>
          </p:nvPr>
        </p:nvSpPr>
        <p:spPr>
          <a:xfrm>
            <a:off x="10297950" y="2048115"/>
            <a:ext cx="4560000" cy="143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37" name="Google Shape;1537;p97"/>
          <p:cNvSpPr txBox="1"/>
          <p:nvPr>
            <p:ph idx="1" type="body"/>
          </p:nvPr>
        </p:nvSpPr>
        <p:spPr>
          <a:xfrm>
            <a:off x="10297950" y="3752965"/>
            <a:ext cx="4912200" cy="1022400"/>
          </a:xfrm>
          <a:prstGeom prst="rect">
            <a:avLst/>
          </a:prstGeom>
        </p:spPr>
        <p:txBody>
          <a:bodyPr anchorCtr="0" anchor="t" bIns="0" lIns="0" spcFirstLastPara="1" rIns="0" wrap="square" tIns="0">
            <a:noAutofit/>
          </a:bodyPr>
          <a:lstStyle>
            <a:lvl1pPr indent="-406400" lvl="0" marL="457200">
              <a:spcBef>
                <a:spcPts val="0"/>
              </a:spcBef>
              <a:spcAft>
                <a:spcPts val="0"/>
              </a:spcAft>
              <a:buClr>
                <a:schemeClr val="lt1"/>
              </a:buClr>
              <a:buSzPts val="2800"/>
              <a:buChar char="●"/>
              <a:defRPr sz="2800">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1538" name="Google Shape;1538;p97"/>
          <p:cNvSpPr/>
          <p:nvPr/>
        </p:nvSpPr>
        <p:spPr>
          <a:xfrm rot="10800000">
            <a:off x="2500650" y="1700815"/>
            <a:ext cx="3033600" cy="7234800"/>
          </a:xfrm>
          <a:prstGeom prst="roundRect">
            <a:avLst>
              <a:gd fmla="val 16667" name="adj"/>
            </a:avLst>
          </a:prstGeom>
          <a:gradFill>
            <a:gsLst>
              <a:gs pos="0">
                <a:srgbClr val="FFFFFF">
                  <a:alpha val="29020"/>
                  <a:alpha val="10760"/>
                </a:srgbClr>
              </a:gs>
              <a:gs pos="100000">
                <a:srgbClr val="FFFFFF">
                  <a:alpha val="12157"/>
                  <a:alpha val="10760"/>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39" name="Google Shape;1539;p97"/>
          <p:cNvSpPr/>
          <p:nvPr/>
        </p:nvSpPr>
        <p:spPr>
          <a:xfrm>
            <a:off x="5913900" y="1700815"/>
            <a:ext cx="3533400" cy="3533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40" name="Google Shape;1540;p97"/>
          <p:cNvSpPr txBox="1"/>
          <p:nvPr>
            <p:ph idx="2" type="title"/>
          </p:nvPr>
        </p:nvSpPr>
        <p:spPr>
          <a:xfrm>
            <a:off x="2971650" y="2389615"/>
            <a:ext cx="2091600" cy="21558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0"/>
              <a:buNone/>
              <a:defRPr sz="10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41" name="Google Shape;1541;p97"/>
          <p:cNvSpPr txBox="1"/>
          <p:nvPr>
            <p:ph idx="3" type="body"/>
          </p:nvPr>
        </p:nvSpPr>
        <p:spPr>
          <a:xfrm>
            <a:off x="3007650" y="4775215"/>
            <a:ext cx="2091600" cy="3365400"/>
          </a:xfrm>
          <a:prstGeom prst="rect">
            <a:avLst/>
          </a:prstGeom>
        </p:spPr>
        <p:txBody>
          <a:bodyPr anchorCtr="0" anchor="t" bIns="0" lIns="0" spcFirstLastPara="1" rIns="0" wrap="square" tIns="0">
            <a:noAutofit/>
          </a:bodyPr>
          <a:lstStyle>
            <a:lvl1pPr indent="-406400" lvl="0" marL="457200">
              <a:spcBef>
                <a:spcPts val="0"/>
              </a:spcBef>
              <a:spcAft>
                <a:spcPts val="0"/>
              </a:spcAft>
              <a:buClr>
                <a:schemeClr val="lt1"/>
              </a:buClr>
              <a:buSzPts val="2800"/>
              <a:buChar char="●"/>
              <a:defRPr sz="2800">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1542" name="Google Shape;1542;p97"/>
          <p:cNvSpPr txBox="1"/>
          <p:nvPr>
            <p:ph idx="4" type="title"/>
          </p:nvPr>
        </p:nvSpPr>
        <p:spPr>
          <a:xfrm>
            <a:off x="6634800" y="1895715"/>
            <a:ext cx="2091600" cy="1431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0"/>
              <a:buNone/>
              <a:defRPr sz="10000">
                <a:solidFill>
                  <a:schemeClr val="lt1"/>
                </a:solidFill>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543" name="Google Shape;1543;p97"/>
          <p:cNvSpPr txBox="1"/>
          <p:nvPr>
            <p:ph idx="5" type="body"/>
          </p:nvPr>
        </p:nvSpPr>
        <p:spPr>
          <a:xfrm>
            <a:off x="6282600" y="3600565"/>
            <a:ext cx="2796000" cy="1022400"/>
          </a:xfrm>
          <a:prstGeom prst="rect">
            <a:avLst/>
          </a:prstGeom>
        </p:spPr>
        <p:txBody>
          <a:bodyPr anchorCtr="0" anchor="t" bIns="0" lIns="0" spcFirstLastPara="1" rIns="0" wrap="square" tIns="0">
            <a:noAutofit/>
          </a:bodyPr>
          <a:lstStyle>
            <a:lvl1pPr indent="-406400" lvl="0" marL="457200" algn="ctr">
              <a:spcBef>
                <a:spcPts val="0"/>
              </a:spcBef>
              <a:spcAft>
                <a:spcPts val="0"/>
              </a:spcAft>
              <a:buClr>
                <a:schemeClr val="lt1"/>
              </a:buClr>
              <a:buSzPts val="2800"/>
              <a:buChar char="●"/>
              <a:defRPr sz="2800">
                <a:solidFill>
                  <a:schemeClr val="lt1"/>
                </a:solidFill>
              </a:defRPr>
            </a:lvl1pPr>
            <a:lvl2pPr indent="-393700" lvl="1" marL="914400" algn="ctr">
              <a:spcBef>
                <a:spcPts val="1800"/>
              </a:spcBef>
              <a:spcAft>
                <a:spcPts val="0"/>
              </a:spcAft>
              <a:buClr>
                <a:schemeClr val="lt1"/>
              </a:buClr>
              <a:buSzPts val="2600"/>
              <a:buChar char="○"/>
              <a:defRPr>
                <a:solidFill>
                  <a:schemeClr val="lt1"/>
                </a:solidFill>
              </a:defRPr>
            </a:lvl2pPr>
            <a:lvl3pPr indent="-381000" lvl="2" marL="1371600" algn="ctr">
              <a:spcBef>
                <a:spcPts val="1800"/>
              </a:spcBef>
              <a:spcAft>
                <a:spcPts val="0"/>
              </a:spcAft>
              <a:buClr>
                <a:schemeClr val="lt1"/>
              </a:buClr>
              <a:buSzPts val="2400"/>
              <a:buChar char="■"/>
              <a:defRPr>
                <a:solidFill>
                  <a:schemeClr val="lt1"/>
                </a:solidFill>
              </a:defRPr>
            </a:lvl3pPr>
            <a:lvl4pPr indent="-368300" lvl="3" marL="1828800" algn="ctr">
              <a:spcBef>
                <a:spcPts val="1800"/>
              </a:spcBef>
              <a:spcAft>
                <a:spcPts val="0"/>
              </a:spcAft>
              <a:buClr>
                <a:schemeClr val="lt1"/>
              </a:buClr>
              <a:buSzPts val="2200"/>
              <a:buChar char="●"/>
              <a:defRPr>
                <a:solidFill>
                  <a:schemeClr val="lt1"/>
                </a:solidFill>
              </a:defRPr>
            </a:lvl4pPr>
            <a:lvl5pPr indent="-355600" lvl="4" marL="2286000" algn="ctr">
              <a:spcBef>
                <a:spcPts val="1800"/>
              </a:spcBef>
              <a:spcAft>
                <a:spcPts val="0"/>
              </a:spcAft>
              <a:buClr>
                <a:schemeClr val="lt1"/>
              </a:buClr>
              <a:buSzPts val="2000"/>
              <a:buChar char="○"/>
              <a:defRPr>
                <a:solidFill>
                  <a:schemeClr val="lt1"/>
                </a:solidFill>
              </a:defRPr>
            </a:lvl5pPr>
            <a:lvl6pPr indent="-342900" lvl="5" marL="2743200" algn="ctr">
              <a:spcBef>
                <a:spcPts val="1800"/>
              </a:spcBef>
              <a:spcAft>
                <a:spcPts val="0"/>
              </a:spcAft>
              <a:buClr>
                <a:schemeClr val="lt1"/>
              </a:buClr>
              <a:buSzPts val="1800"/>
              <a:buChar char="■"/>
              <a:defRPr>
                <a:solidFill>
                  <a:schemeClr val="lt1"/>
                </a:solidFill>
              </a:defRPr>
            </a:lvl6pPr>
            <a:lvl7pPr indent="-342900" lvl="6" marL="3200400" algn="ctr">
              <a:spcBef>
                <a:spcPts val="1800"/>
              </a:spcBef>
              <a:spcAft>
                <a:spcPts val="0"/>
              </a:spcAft>
              <a:buClr>
                <a:schemeClr val="lt1"/>
              </a:buClr>
              <a:buSzPts val="1800"/>
              <a:buChar char="●"/>
              <a:defRPr>
                <a:solidFill>
                  <a:schemeClr val="lt1"/>
                </a:solidFill>
              </a:defRPr>
            </a:lvl7pPr>
            <a:lvl8pPr indent="-342900" lvl="7" marL="3657600" algn="ctr">
              <a:spcBef>
                <a:spcPts val="1800"/>
              </a:spcBef>
              <a:spcAft>
                <a:spcPts val="0"/>
              </a:spcAft>
              <a:buClr>
                <a:schemeClr val="lt1"/>
              </a:buClr>
              <a:buSzPts val="1800"/>
              <a:buChar char="○"/>
              <a:defRPr>
                <a:solidFill>
                  <a:schemeClr val="lt1"/>
                </a:solidFill>
              </a:defRPr>
            </a:lvl8pPr>
            <a:lvl9pPr indent="-342900" lvl="8" marL="4114800" algn="ctr">
              <a:spcBef>
                <a:spcPts val="1800"/>
              </a:spcBef>
              <a:spcAft>
                <a:spcPts val="1800"/>
              </a:spcAft>
              <a:buClr>
                <a:schemeClr val="lt1"/>
              </a:buClr>
              <a:buSzPts val="1800"/>
              <a:buChar char="■"/>
              <a:defRPr>
                <a:solidFill>
                  <a:schemeClr val="lt1"/>
                </a:solidFill>
              </a:defRPr>
            </a:lvl9pPr>
          </a:lstStyle>
          <a:p/>
        </p:txBody>
      </p:sp>
      <p:sp>
        <p:nvSpPr>
          <p:cNvPr id="1544" name="Google Shape;1544;p97"/>
          <p:cNvSpPr/>
          <p:nvPr/>
        </p:nvSpPr>
        <p:spPr>
          <a:xfrm>
            <a:off x="12421950" y="5570215"/>
            <a:ext cx="3365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45" name="Google Shape;1545;p97"/>
          <p:cNvSpPr/>
          <p:nvPr/>
        </p:nvSpPr>
        <p:spPr>
          <a:xfrm rot="10800000">
            <a:off x="5997900" y="5570215"/>
            <a:ext cx="5960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46" name="Google Shape;1546;p97"/>
          <p:cNvSpPr txBox="1"/>
          <p:nvPr>
            <p:ph idx="6" type="title"/>
          </p:nvPr>
        </p:nvSpPr>
        <p:spPr>
          <a:xfrm>
            <a:off x="6522000" y="5736890"/>
            <a:ext cx="4560000" cy="143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47" name="Google Shape;1547;p97"/>
          <p:cNvSpPr txBox="1"/>
          <p:nvPr>
            <p:ph idx="7" type="body"/>
          </p:nvPr>
        </p:nvSpPr>
        <p:spPr>
          <a:xfrm>
            <a:off x="6522000" y="7441740"/>
            <a:ext cx="4912200" cy="1022400"/>
          </a:xfrm>
          <a:prstGeom prst="rect">
            <a:avLst/>
          </a:prstGeom>
        </p:spPr>
        <p:txBody>
          <a:bodyPr anchorCtr="0" anchor="t" bIns="0" lIns="0" spcFirstLastPara="1" rIns="0" wrap="square" tIns="0">
            <a:noAutofit/>
          </a:bodyPr>
          <a:lstStyle>
            <a:lvl1pPr indent="-406400" lvl="0" marL="457200">
              <a:spcBef>
                <a:spcPts val="0"/>
              </a:spcBef>
              <a:spcAft>
                <a:spcPts val="0"/>
              </a:spcAft>
              <a:buClr>
                <a:schemeClr val="lt1"/>
              </a:buClr>
              <a:buSzPts val="2800"/>
              <a:buChar char="●"/>
              <a:defRPr sz="2800">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1548" name="Google Shape;1548;p97"/>
          <p:cNvSpPr txBox="1"/>
          <p:nvPr>
            <p:ph idx="8" type="title"/>
          </p:nvPr>
        </p:nvSpPr>
        <p:spPr>
          <a:xfrm>
            <a:off x="13058850" y="5736890"/>
            <a:ext cx="2091600" cy="1431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0"/>
              <a:buNone/>
              <a:defRPr sz="10000">
                <a:solidFill>
                  <a:schemeClr val="lt1"/>
                </a:solidFill>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549" name="Google Shape;1549;p97"/>
          <p:cNvSpPr txBox="1"/>
          <p:nvPr>
            <p:ph idx="9" type="body"/>
          </p:nvPr>
        </p:nvSpPr>
        <p:spPr>
          <a:xfrm>
            <a:off x="12706650" y="7441740"/>
            <a:ext cx="2796000" cy="1022400"/>
          </a:xfrm>
          <a:prstGeom prst="rect">
            <a:avLst/>
          </a:prstGeom>
        </p:spPr>
        <p:txBody>
          <a:bodyPr anchorCtr="0" anchor="t" bIns="0" lIns="0" spcFirstLastPara="1" rIns="0" wrap="square" tIns="0">
            <a:noAutofit/>
          </a:bodyPr>
          <a:lstStyle>
            <a:lvl1pPr indent="-406400" lvl="0" marL="457200" algn="ctr">
              <a:spcBef>
                <a:spcPts val="0"/>
              </a:spcBef>
              <a:spcAft>
                <a:spcPts val="0"/>
              </a:spcAft>
              <a:buClr>
                <a:schemeClr val="lt1"/>
              </a:buClr>
              <a:buSzPts val="2800"/>
              <a:buChar char="●"/>
              <a:defRPr sz="2800">
                <a:solidFill>
                  <a:schemeClr val="lt1"/>
                </a:solidFill>
              </a:defRPr>
            </a:lvl1pPr>
            <a:lvl2pPr indent="-393700" lvl="1" marL="914400" algn="ctr">
              <a:spcBef>
                <a:spcPts val="1800"/>
              </a:spcBef>
              <a:spcAft>
                <a:spcPts val="0"/>
              </a:spcAft>
              <a:buClr>
                <a:schemeClr val="lt1"/>
              </a:buClr>
              <a:buSzPts val="2600"/>
              <a:buChar char="○"/>
              <a:defRPr>
                <a:solidFill>
                  <a:schemeClr val="lt1"/>
                </a:solidFill>
              </a:defRPr>
            </a:lvl2pPr>
            <a:lvl3pPr indent="-381000" lvl="2" marL="1371600" algn="ctr">
              <a:spcBef>
                <a:spcPts val="1800"/>
              </a:spcBef>
              <a:spcAft>
                <a:spcPts val="0"/>
              </a:spcAft>
              <a:buClr>
                <a:schemeClr val="lt1"/>
              </a:buClr>
              <a:buSzPts val="2400"/>
              <a:buChar char="■"/>
              <a:defRPr>
                <a:solidFill>
                  <a:schemeClr val="lt1"/>
                </a:solidFill>
              </a:defRPr>
            </a:lvl3pPr>
            <a:lvl4pPr indent="-368300" lvl="3" marL="1828800" algn="ctr">
              <a:spcBef>
                <a:spcPts val="1800"/>
              </a:spcBef>
              <a:spcAft>
                <a:spcPts val="0"/>
              </a:spcAft>
              <a:buClr>
                <a:schemeClr val="lt1"/>
              </a:buClr>
              <a:buSzPts val="2200"/>
              <a:buChar char="●"/>
              <a:defRPr>
                <a:solidFill>
                  <a:schemeClr val="lt1"/>
                </a:solidFill>
              </a:defRPr>
            </a:lvl4pPr>
            <a:lvl5pPr indent="-355600" lvl="4" marL="2286000" algn="ctr">
              <a:spcBef>
                <a:spcPts val="1800"/>
              </a:spcBef>
              <a:spcAft>
                <a:spcPts val="0"/>
              </a:spcAft>
              <a:buClr>
                <a:schemeClr val="lt1"/>
              </a:buClr>
              <a:buSzPts val="2000"/>
              <a:buChar char="○"/>
              <a:defRPr>
                <a:solidFill>
                  <a:schemeClr val="lt1"/>
                </a:solidFill>
              </a:defRPr>
            </a:lvl5pPr>
            <a:lvl6pPr indent="-342900" lvl="5" marL="2743200" algn="ctr">
              <a:spcBef>
                <a:spcPts val="1800"/>
              </a:spcBef>
              <a:spcAft>
                <a:spcPts val="0"/>
              </a:spcAft>
              <a:buClr>
                <a:schemeClr val="lt1"/>
              </a:buClr>
              <a:buSzPts val="1800"/>
              <a:buChar char="■"/>
              <a:defRPr>
                <a:solidFill>
                  <a:schemeClr val="lt1"/>
                </a:solidFill>
              </a:defRPr>
            </a:lvl6pPr>
            <a:lvl7pPr indent="-342900" lvl="6" marL="3200400" algn="ctr">
              <a:spcBef>
                <a:spcPts val="1800"/>
              </a:spcBef>
              <a:spcAft>
                <a:spcPts val="0"/>
              </a:spcAft>
              <a:buClr>
                <a:schemeClr val="lt1"/>
              </a:buClr>
              <a:buSzPts val="1800"/>
              <a:buChar char="●"/>
              <a:defRPr>
                <a:solidFill>
                  <a:schemeClr val="lt1"/>
                </a:solidFill>
              </a:defRPr>
            </a:lvl7pPr>
            <a:lvl8pPr indent="-342900" lvl="7" marL="3657600" algn="ctr">
              <a:spcBef>
                <a:spcPts val="1800"/>
              </a:spcBef>
              <a:spcAft>
                <a:spcPts val="0"/>
              </a:spcAft>
              <a:buClr>
                <a:schemeClr val="lt1"/>
              </a:buClr>
              <a:buSzPts val="1800"/>
              <a:buChar char="○"/>
              <a:defRPr>
                <a:solidFill>
                  <a:schemeClr val="lt1"/>
                </a:solidFill>
              </a:defRPr>
            </a:lvl8pPr>
            <a:lvl9pPr indent="-342900" lvl="8" marL="4114800" algn="ctr">
              <a:spcBef>
                <a:spcPts val="1800"/>
              </a:spcBef>
              <a:spcAft>
                <a:spcPts val="1800"/>
              </a:spcAft>
              <a:buClr>
                <a:schemeClr val="lt1"/>
              </a:buClr>
              <a:buSzPts val="1800"/>
              <a:buChar char="■"/>
              <a:defRPr>
                <a:solidFill>
                  <a:schemeClr val="lt1"/>
                </a:solidFill>
              </a:defRPr>
            </a:lvl9pPr>
          </a:lstStyle>
          <a:p/>
        </p:txBody>
      </p:sp>
      <p:pic>
        <p:nvPicPr>
          <p:cNvPr id="1550" name="Google Shape;1550;p97" title="Sparkle-3D-Storytelling-Icon-Cloud-Blue-Straight-RGB.png"/>
          <p:cNvPicPr preferRelativeResize="0"/>
          <p:nvPr/>
        </p:nvPicPr>
        <p:blipFill>
          <a:blip r:embed="rId3">
            <a:alphaModFix/>
          </a:blip>
          <a:stretch>
            <a:fillRect/>
          </a:stretch>
        </p:blipFill>
        <p:spPr>
          <a:xfrm rot="222553">
            <a:off x="-980721" y="3324392"/>
            <a:ext cx="2147965" cy="2147965"/>
          </a:xfrm>
          <a:prstGeom prst="rect">
            <a:avLst/>
          </a:prstGeom>
          <a:noFill/>
          <a:ln>
            <a:noFill/>
          </a:ln>
        </p:spPr>
      </p:pic>
      <p:pic>
        <p:nvPicPr>
          <p:cNvPr id="1551" name="Google Shape;1551;p97" title="Sparkle-3D-Storytelling-Icon-Yellow-Straight-RGB.png"/>
          <p:cNvPicPr preferRelativeResize="0"/>
          <p:nvPr/>
        </p:nvPicPr>
        <p:blipFill>
          <a:blip r:embed="rId4">
            <a:alphaModFix/>
          </a:blip>
          <a:stretch>
            <a:fillRect/>
          </a:stretch>
        </p:blipFill>
        <p:spPr>
          <a:xfrm>
            <a:off x="228600" y="6229350"/>
            <a:ext cx="1257301" cy="1257301"/>
          </a:xfrm>
          <a:prstGeom prst="rect">
            <a:avLst/>
          </a:prstGeom>
          <a:noFill/>
          <a:ln>
            <a:noFill/>
          </a:ln>
        </p:spPr>
      </p:pic>
      <p:pic>
        <p:nvPicPr>
          <p:cNvPr id="1552" name="Google Shape;1552;p97" title="Sparkle-3D-Storytelling-Icon-Pink-Left-RGB.png"/>
          <p:cNvPicPr preferRelativeResize="0"/>
          <p:nvPr/>
        </p:nvPicPr>
        <p:blipFill>
          <a:blip r:embed="rId5">
            <a:alphaModFix/>
          </a:blip>
          <a:stretch>
            <a:fillRect/>
          </a:stretch>
        </p:blipFill>
        <p:spPr>
          <a:xfrm>
            <a:off x="16887900" y="3143250"/>
            <a:ext cx="2510249" cy="2510249"/>
          </a:xfrm>
          <a:prstGeom prst="rect">
            <a:avLst/>
          </a:prstGeom>
          <a:noFill/>
          <a:ln>
            <a:noFill/>
          </a:ln>
        </p:spPr>
      </p:pic>
      <p:pic>
        <p:nvPicPr>
          <p:cNvPr id="1553" name="Google Shape;1553;p97" title="Sparkle-3D-Storytelling-Icon-Electric-Blue-Straight-RGB.png"/>
          <p:cNvPicPr preferRelativeResize="0"/>
          <p:nvPr/>
        </p:nvPicPr>
        <p:blipFill>
          <a:blip r:embed="rId6">
            <a:alphaModFix/>
          </a:blip>
          <a:stretch>
            <a:fillRect/>
          </a:stretch>
        </p:blipFill>
        <p:spPr>
          <a:xfrm>
            <a:off x="16470300" y="5736900"/>
            <a:ext cx="1257301" cy="1257301"/>
          </a:xfrm>
          <a:prstGeom prst="rect">
            <a:avLst/>
          </a:prstGeom>
          <a:noFill/>
          <a:ln>
            <a:noFill/>
          </a:ln>
        </p:spPr>
      </p:pic>
      <p:grpSp>
        <p:nvGrpSpPr>
          <p:cNvPr id="1554" name="Google Shape;1554;p97"/>
          <p:cNvGrpSpPr/>
          <p:nvPr/>
        </p:nvGrpSpPr>
        <p:grpSpPr>
          <a:xfrm>
            <a:off x="14497041" y="952412"/>
            <a:ext cx="1598127" cy="459104"/>
            <a:chOff x="5913125" y="1232600"/>
            <a:chExt cx="3443497" cy="989449"/>
          </a:xfrm>
        </p:grpSpPr>
        <p:sp>
          <p:nvSpPr>
            <p:cNvPr id="1555" name="Google Shape;1555;p97"/>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556" name="Google Shape;1556;p97"/>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557" name="Google Shape;1557;p97"/>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
        <p:nvSpPr>
          <p:cNvPr id="1558" name="Google Shape;1558;p97"/>
          <p:cNvSpPr txBox="1"/>
          <p:nvPr>
            <p:ph idx="13" type="title"/>
          </p:nvPr>
        </p:nvSpPr>
        <p:spPr>
          <a:xfrm>
            <a:off x="736600" y="569121"/>
            <a:ext cx="14979600" cy="667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200"/>
              <a:buFont typeface="Avant Garde Demi SFDC"/>
              <a:buNone/>
              <a:defRPr sz="5200">
                <a:solidFill>
                  <a:schemeClr val="lt1"/>
                </a:solidFill>
                <a:latin typeface="Avant Garde Demi SFDC"/>
                <a:ea typeface="Avant Garde Demi SFDC"/>
                <a:cs typeface="Avant Garde Demi SFDC"/>
                <a:sym typeface="Avant Garde Demi SFDC"/>
              </a:defRPr>
            </a:lvl1pPr>
            <a:lvl2pPr lvl="1"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2pPr>
            <a:lvl3pPr lvl="2"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3pPr>
            <a:lvl4pPr lvl="3"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4pPr>
            <a:lvl5pPr lvl="4"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5pPr>
            <a:lvl6pPr lvl="5"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6pPr>
            <a:lvl7pPr lvl="6"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7pPr>
            <a:lvl8pPr lvl="7"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8pPr>
            <a:lvl9pPr lvl="8"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 Cards_Dark 1">
  <p:cSld name="CUSTOM_1_1_1">
    <p:bg>
      <p:bgPr>
        <a:blipFill>
          <a:blip r:embed="rId2">
            <a:alphaModFix/>
          </a:blip>
          <a:stretch>
            <a:fillRect/>
          </a:stretch>
        </a:blipFill>
      </p:bgPr>
    </p:bg>
    <p:spTree>
      <p:nvGrpSpPr>
        <p:cNvPr id="1559" name="Shape 1559"/>
        <p:cNvGrpSpPr/>
        <p:nvPr/>
      </p:nvGrpSpPr>
      <p:grpSpPr>
        <a:xfrm>
          <a:off x="0" y="0"/>
          <a:ext cx="0" cy="0"/>
          <a:chOff x="0" y="0"/>
          <a:chExt cx="0" cy="0"/>
        </a:xfrm>
      </p:grpSpPr>
      <p:sp>
        <p:nvSpPr>
          <p:cNvPr id="1560" name="Google Shape;1560;p98"/>
          <p:cNvSpPr/>
          <p:nvPr/>
        </p:nvSpPr>
        <p:spPr>
          <a:xfrm rot="10800000">
            <a:off x="9342600" y="1737115"/>
            <a:ext cx="5960400" cy="34608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61" name="Google Shape;1561;p98"/>
          <p:cNvSpPr txBox="1"/>
          <p:nvPr>
            <p:ph type="title"/>
          </p:nvPr>
        </p:nvSpPr>
        <p:spPr>
          <a:xfrm>
            <a:off x="9813600" y="2048115"/>
            <a:ext cx="4560000" cy="143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62" name="Google Shape;1562;p98"/>
          <p:cNvSpPr txBox="1"/>
          <p:nvPr>
            <p:ph idx="1" type="body"/>
          </p:nvPr>
        </p:nvSpPr>
        <p:spPr>
          <a:xfrm>
            <a:off x="9813600" y="3752965"/>
            <a:ext cx="4912200" cy="1022400"/>
          </a:xfrm>
          <a:prstGeom prst="rect">
            <a:avLst/>
          </a:prstGeom>
        </p:spPr>
        <p:txBody>
          <a:bodyPr anchorCtr="0" anchor="t" bIns="0" lIns="0" spcFirstLastPara="1" rIns="0" wrap="square" tIns="0">
            <a:noAutofit/>
          </a:bodyPr>
          <a:lstStyle>
            <a:lvl1pPr indent="-406400" lvl="0" marL="457200">
              <a:spcBef>
                <a:spcPts val="0"/>
              </a:spcBef>
              <a:spcAft>
                <a:spcPts val="0"/>
              </a:spcAft>
              <a:buClr>
                <a:schemeClr val="lt1"/>
              </a:buClr>
              <a:buSzPts val="2800"/>
              <a:buChar char="●"/>
              <a:defRPr sz="2800">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1563" name="Google Shape;1563;p98"/>
          <p:cNvSpPr/>
          <p:nvPr/>
        </p:nvSpPr>
        <p:spPr>
          <a:xfrm>
            <a:off x="12421950" y="5570215"/>
            <a:ext cx="3365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64" name="Google Shape;1564;p98"/>
          <p:cNvSpPr/>
          <p:nvPr/>
        </p:nvSpPr>
        <p:spPr>
          <a:xfrm rot="10800000">
            <a:off x="5997900" y="5570215"/>
            <a:ext cx="5960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65" name="Google Shape;1565;p98"/>
          <p:cNvSpPr txBox="1"/>
          <p:nvPr>
            <p:ph idx="2" type="title"/>
          </p:nvPr>
        </p:nvSpPr>
        <p:spPr>
          <a:xfrm>
            <a:off x="6522000" y="5736890"/>
            <a:ext cx="4560000" cy="143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66" name="Google Shape;1566;p98"/>
          <p:cNvSpPr txBox="1"/>
          <p:nvPr>
            <p:ph idx="3" type="body"/>
          </p:nvPr>
        </p:nvSpPr>
        <p:spPr>
          <a:xfrm>
            <a:off x="6522000" y="7441740"/>
            <a:ext cx="4912200" cy="1022400"/>
          </a:xfrm>
          <a:prstGeom prst="rect">
            <a:avLst/>
          </a:prstGeom>
        </p:spPr>
        <p:txBody>
          <a:bodyPr anchorCtr="0" anchor="t" bIns="0" lIns="0" spcFirstLastPara="1" rIns="0" wrap="square" tIns="0">
            <a:noAutofit/>
          </a:bodyPr>
          <a:lstStyle>
            <a:lvl1pPr indent="-406400" lvl="0" marL="457200">
              <a:spcBef>
                <a:spcPts val="0"/>
              </a:spcBef>
              <a:spcAft>
                <a:spcPts val="0"/>
              </a:spcAft>
              <a:buClr>
                <a:schemeClr val="lt1"/>
              </a:buClr>
              <a:buSzPts val="2800"/>
              <a:buChar char="●"/>
              <a:defRPr sz="2800">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1567" name="Google Shape;1567;p98"/>
          <p:cNvSpPr txBox="1"/>
          <p:nvPr>
            <p:ph idx="4" type="title"/>
          </p:nvPr>
        </p:nvSpPr>
        <p:spPr>
          <a:xfrm>
            <a:off x="13058850" y="5736890"/>
            <a:ext cx="2091600" cy="1431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0"/>
              <a:buNone/>
              <a:defRPr sz="10000">
                <a:solidFill>
                  <a:schemeClr val="lt1"/>
                </a:solidFill>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568" name="Google Shape;1568;p98"/>
          <p:cNvSpPr txBox="1"/>
          <p:nvPr>
            <p:ph idx="5" type="body"/>
          </p:nvPr>
        </p:nvSpPr>
        <p:spPr>
          <a:xfrm>
            <a:off x="12706650" y="7441740"/>
            <a:ext cx="2796000" cy="1022400"/>
          </a:xfrm>
          <a:prstGeom prst="rect">
            <a:avLst/>
          </a:prstGeom>
        </p:spPr>
        <p:txBody>
          <a:bodyPr anchorCtr="0" anchor="t" bIns="0" lIns="0" spcFirstLastPara="1" rIns="0" wrap="square" tIns="0">
            <a:noAutofit/>
          </a:bodyPr>
          <a:lstStyle>
            <a:lvl1pPr indent="-406400" lvl="0" marL="457200" algn="ctr">
              <a:spcBef>
                <a:spcPts val="0"/>
              </a:spcBef>
              <a:spcAft>
                <a:spcPts val="0"/>
              </a:spcAft>
              <a:buClr>
                <a:schemeClr val="lt1"/>
              </a:buClr>
              <a:buSzPts val="2800"/>
              <a:buChar char="●"/>
              <a:defRPr sz="2800">
                <a:solidFill>
                  <a:schemeClr val="lt1"/>
                </a:solidFill>
              </a:defRPr>
            </a:lvl1pPr>
            <a:lvl2pPr indent="-393700" lvl="1" marL="914400" algn="ctr">
              <a:spcBef>
                <a:spcPts val="1800"/>
              </a:spcBef>
              <a:spcAft>
                <a:spcPts val="0"/>
              </a:spcAft>
              <a:buClr>
                <a:schemeClr val="lt1"/>
              </a:buClr>
              <a:buSzPts val="2600"/>
              <a:buChar char="○"/>
              <a:defRPr>
                <a:solidFill>
                  <a:schemeClr val="lt1"/>
                </a:solidFill>
              </a:defRPr>
            </a:lvl2pPr>
            <a:lvl3pPr indent="-381000" lvl="2" marL="1371600" algn="ctr">
              <a:spcBef>
                <a:spcPts val="1800"/>
              </a:spcBef>
              <a:spcAft>
                <a:spcPts val="0"/>
              </a:spcAft>
              <a:buClr>
                <a:schemeClr val="lt1"/>
              </a:buClr>
              <a:buSzPts val="2400"/>
              <a:buChar char="■"/>
              <a:defRPr>
                <a:solidFill>
                  <a:schemeClr val="lt1"/>
                </a:solidFill>
              </a:defRPr>
            </a:lvl3pPr>
            <a:lvl4pPr indent="-368300" lvl="3" marL="1828800" algn="ctr">
              <a:spcBef>
                <a:spcPts val="1800"/>
              </a:spcBef>
              <a:spcAft>
                <a:spcPts val="0"/>
              </a:spcAft>
              <a:buClr>
                <a:schemeClr val="lt1"/>
              </a:buClr>
              <a:buSzPts val="2200"/>
              <a:buChar char="●"/>
              <a:defRPr>
                <a:solidFill>
                  <a:schemeClr val="lt1"/>
                </a:solidFill>
              </a:defRPr>
            </a:lvl4pPr>
            <a:lvl5pPr indent="-355600" lvl="4" marL="2286000" algn="ctr">
              <a:spcBef>
                <a:spcPts val="1800"/>
              </a:spcBef>
              <a:spcAft>
                <a:spcPts val="0"/>
              </a:spcAft>
              <a:buClr>
                <a:schemeClr val="lt1"/>
              </a:buClr>
              <a:buSzPts val="2000"/>
              <a:buChar char="○"/>
              <a:defRPr>
                <a:solidFill>
                  <a:schemeClr val="lt1"/>
                </a:solidFill>
              </a:defRPr>
            </a:lvl5pPr>
            <a:lvl6pPr indent="-342900" lvl="5" marL="2743200" algn="ctr">
              <a:spcBef>
                <a:spcPts val="1800"/>
              </a:spcBef>
              <a:spcAft>
                <a:spcPts val="0"/>
              </a:spcAft>
              <a:buClr>
                <a:schemeClr val="lt1"/>
              </a:buClr>
              <a:buSzPts val="1800"/>
              <a:buChar char="■"/>
              <a:defRPr>
                <a:solidFill>
                  <a:schemeClr val="lt1"/>
                </a:solidFill>
              </a:defRPr>
            </a:lvl6pPr>
            <a:lvl7pPr indent="-342900" lvl="6" marL="3200400" algn="ctr">
              <a:spcBef>
                <a:spcPts val="1800"/>
              </a:spcBef>
              <a:spcAft>
                <a:spcPts val="0"/>
              </a:spcAft>
              <a:buClr>
                <a:schemeClr val="lt1"/>
              </a:buClr>
              <a:buSzPts val="1800"/>
              <a:buChar char="●"/>
              <a:defRPr>
                <a:solidFill>
                  <a:schemeClr val="lt1"/>
                </a:solidFill>
              </a:defRPr>
            </a:lvl7pPr>
            <a:lvl8pPr indent="-342900" lvl="7" marL="3657600" algn="ctr">
              <a:spcBef>
                <a:spcPts val="1800"/>
              </a:spcBef>
              <a:spcAft>
                <a:spcPts val="0"/>
              </a:spcAft>
              <a:buClr>
                <a:schemeClr val="lt1"/>
              </a:buClr>
              <a:buSzPts val="1800"/>
              <a:buChar char="○"/>
              <a:defRPr>
                <a:solidFill>
                  <a:schemeClr val="lt1"/>
                </a:solidFill>
              </a:defRPr>
            </a:lvl8pPr>
            <a:lvl9pPr indent="-342900" lvl="8" marL="4114800" algn="ctr">
              <a:spcBef>
                <a:spcPts val="1800"/>
              </a:spcBef>
              <a:spcAft>
                <a:spcPts val="1800"/>
              </a:spcAft>
              <a:buClr>
                <a:schemeClr val="lt1"/>
              </a:buClr>
              <a:buSzPts val="1800"/>
              <a:buChar char="■"/>
              <a:defRPr>
                <a:solidFill>
                  <a:schemeClr val="lt1"/>
                </a:solidFill>
              </a:defRPr>
            </a:lvl9pPr>
          </a:lstStyle>
          <a:p/>
        </p:txBody>
      </p:sp>
      <p:pic>
        <p:nvPicPr>
          <p:cNvPr id="1569" name="Google Shape;1569;p98" title="Sparkle-3D-Storytelling-Icon-Cloud-Blue-Straight-RGB.png"/>
          <p:cNvPicPr preferRelativeResize="0"/>
          <p:nvPr/>
        </p:nvPicPr>
        <p:blipFill>
          <a:blip r:embed="rId3">
            <a:alphaModFix/>
          </a:blip>
          <a:stretch>
            <a:fillRect/>
          </a:stretch>
        </p:blipFill>
        <p:spPr>
          <a:xfrm rot="222553">
            <a:off x="-980721" y="3324392"/>
            <a:ext cx="2147965" cy="2147965"/>
          </a:xfrm>
          <a:prstGeom prst="rect">
            <a:avLst/>
          </a:prstGeom>
          <a:noFill/>
          <a:ln>
            <a:noFill/>
          </a:ln>
        </p:spPr>
      </p:pic>
      <p:pic>
        <p:nvPicPr>
          <p:cNvPr id="1570" name="Google Shape;1570;p98" title="Sparkle-3D-Storytelling-Icon-Yellow-Straight-RGB.png"/>
          <p:cNvPicPr preferRelativeResize="0"/>
          <p:nvPr/>
        </p:nvPicPr>
        <p:blipFill>
          <a:blip r:embed="rId4">
            <a:alphaModFix/>
          </a:blip>
          <a:stretch>
            <a:fillRect/>
          </a:stretch>
        </p:blipFill>
        <p:spPr>
          <a:xfrm>
            <a:off x="228600" y="6229350"/>
            <a:ext cx="1257304" cy="1257304"/>
          </a:xfrm>
          <a:prstGeom prst="rect">
            <a:avLst/>
          </a:prstGeom>
          <a:noFill/>
          <a:ln>
            <a:noFill/>
          </a:ln>
        </p:spPr>
      </p:pic>
      <p:pic>
        <p:nvPicPr>
          <p:cNvPr id="1571" name="Google Shape;1571;p98" title="Sparkle-3D-Storytelling-Icon-Pink-Left-RGB.png"/>
          <p:cNvPicPr preferRelativeResize="0"/>
          <p:nvPr/>
        </p:nvPicPr>
        <p:blipFill>
          <a:blip r:embed="rId5">
            <a:alphaModFix/>
          </a:blip>
          <a:stretch>
            <a:fillRect/>
          </a:stretch>
        </p:blipFill>
        <p:spPr>
          <a:xfrm>
            <a:off x="16887900" y="3143250"/>
            <a:ext cx="2510249" cy="2510249"/>
          </a:xfrm>
          <a:prstGeom prst="rect">
            <a:avLst/>
          </a:prstGeom>
          <a:noFill/>
          <a:ln>
            <a:noFill/>
          </a:ln>
        </p:spPr>
      </p:pic>
      <p:pic>
        <p:nvPicPr>
          <p:cNvPr id="1572" name="Google Shape;1572;p98" title="Sparkle-3D-Storytelling-Icon-Electric-Blue-Straight-RGB.png"/>
          <p:cNvPicPr preferRelativeResize="0"/>
          <p:nvPr/>
        </p:nvPicPr>
        <p:blipFill>
          <a:blip r:embed="rId6">
            <a:alphaModFix/>
          </a:blip>
          <a:stretch>
            <a:fillRect/>
          </a:stretch>
        </p:blipFill>
        <p:spPr>
          <a:xfrm>
            <a:off x="16470300" y="5736900"/>
            <a:ext cx="1257304" cy="1257304"/>
          </a:xfrm>
          <a:prstGeom prst="rect">
            <a:avLst/>
          </a:prstGeom>
          <a:noFill/>
          <a:ln>
            <a:noFill/>
          </a:ln>
        </p:spPr>
      </p:pic>
      <p:grpSp>
        <p:nvGrpSpPr>
          <p:cNvPr id="1573" name="Google Shape;1573;p98"/>
          <p:cNvGrpSpPr/>
          <p:nvPr/>
        </p:nvGrpSpPr>
        <p:grpSpPr>
          <a:xfrm>
            <a:off x="14497632" y="952412"/>
            <a:ext cx="1598471" cy="459104"/>
            <a:chOff x="5913125" y="1232600"/>
            <a:chExt cx="3443497" cy="989449"/>
          </a:xfrm>
        </p:grpSpPr>
        <p:sp>
          <p:nvSpPr>
            <p:cNvPr id="1574" name="Google Shape;1574;p98"/>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575" name="Google Shape;1575;p98"/>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576" name="Google Shape;1576;p98"/>
          <p:cNvCxnSpPr/>
          <p:nvPr/>
        </p:nvCxnSpPr>
        <p:spPr>
          <a:xfrm>
            <a:off x="16318725" y="889313"/>
            <a:ext cx="0" cy="585600"/>
          </a:xfrm>
          <a:prstGeom prst="straightConnector1">
            <a:avLst/>
          </a:prstGeom>
          <a:noFill/>
          <a:ln cap="flat" cmpd="sng" w="9550">
            <a:solidFill>
              <a:schemeClr val="lt1"/>
            </a:solidFill>
            <a:prstDash val="solid"/>
            <a:round/>
            <a:headEnd len="med" w="med" type="none"/>
            <a:tailEnd len="med" w="med" type="none"/>
          </a:ln>
        </p:spPr>
      </p:cxnSp>
      <p:sp>
        <p:nvSpPr>
          <p:cNvPr id="1577" name="Google Shape;1577;p98"/>
          <p:cNvSpPr/>
          <p:nvPr/>
        </p:nvSpPr>
        <p:spPr>
          <a:xfrm rot="10800000">
            <a:off x="2985000" y="1737115"/>
            <a:ext cx="5960400" cy="34608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78" name="Google Shape;1578;p98"/>
          <p:cNvSpPr txBox="1"/>
          <p:nvPr>
            <p:ph idx="6" type="title"/>
          </p:nvPr>
        </p:nvSpPr>
        <p:spPr>
          <a:xfrm>
            <a:off x="3456000" y="2048115"/>
            <a:ext cx="4560000" cy="143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79" name="Google Shape;1579;p98"/>
          <p:cNvSpPr txBox="1"/>
          <p:nvPr>
            <p:ph idx="7" type="body"/>
          </p:nvPr>
        </p:nvSpPr>
        <p:spPr>
          <a:xfrm>
            <a:off x="3456000" y="3752965"/>
            <a:ext cx="4912200" cy="1022400"/>
          </a:xfrm>
          <a:prstGeom prst="rect">
            <a:avLst/>
          </a:prstGeom>
        </p:spPr>
        <p:txBody>
          <a:bodyPr anchorCtr="0" anchor="t" bIns="0" lIns="0" spcFirstLastPara="1" rIns="0" wrap="square" tIns="0">
            <a:noAutofit/>
          </a:bodyPr>
          <a:lstStyle>
            <a:lvl1pPr indent="-406400" lvl="0" marL="457200">
              <a:spcBef>
                <a:spcPts val="0"/>
              </a:spcBef>
              <a:spcAft>
                <a:spcPts val="0"/>
              </a:spcAft>
              <a:buClr>
                <a:schemeClr val="lt1"/>
              </a:buClr>
              <a:buSzPts val="2800"/>
              <a:buChar char="●"/>
              <a:defRPr sz="2800">
                <a:solidFill>
                  <a:schemeClr val="lt1"/>
                </a:solidFill>
              </a:defRPr>
            </a:lvl1pPr>
            <a:lvl2pPr indent="-393700" lvl="1" marL="914400">
              <a:spcBef>
                <a:spcPts val="1800"/>
              </a:spcBef>
              <a:spcAft>
                <a:spcPts val="0"/>
              </a:spcAft>
              <a:buClr>
                <a:schemeClr val="lt1"/>
              </a:buClr>
              <a:buSzPts val="2600"/>
              <a:buChar char="○"/>
              <a:defRPr>
                <a:solidFill>
                  <a:schemeClr val="lt1"/>
                </a:solidFill>
              </a:defRPr>
            </a:lvl2pPr>
            <a:lvl3pPr indent="-381000" lvl="2" marL="1371600">
              <a:spcBef>
                <a:spcPts val="1800"/>
              </a:spcBef>
              <a:spcAft>
                <a:spcPts val="0"/>
              </a:spcAft>
              <a:buClr>
                <a:schemeClr val="lt1"/>
              </a:buClr>
              <a:buSzPts val="2400"/>
              <a:buChar char="■"/>
              <a:defRPr>
                <a:solidFill>
                  <a:schemeClr val="lt1"/>
                </a:solidFill>
              </a:defRPr>
            </a:lvl3pPr>
            <a:lvl4pPr indent="-368300" lvl="3" marL="1828800">
              <a:spcBef>
                <a:spcPts val="1800"/>
              </a:spcBef>
              <a:spcAft>
                <a:spcPts val="0"/>
              </a:spcAft>
              <a:buClr>
                <a:schemeClr val="lt1"/>
              </a:buClr>
              <a:buSzPts val="2200"/>
              <a:buChar char="●"/>
              <a:defRPr>
                <a:solidFill>
                  <a:schemeClr val="lt1"/>
                </a:solidFill>
              </a:defRPr>
            </a:lvl4pPr>
            <a:lvl5pPr indent="-355600" lvl="4" marL="2286000">
              <a:spcBef>
                <a:spcPts val="1800"/>
              </a:spcBef>
              <a:spcAft>
                <a:spcPts val="0"/>
              </a:spcAft>
              <a:buClr>
                <a:schemeClr val="lt1"/>
              </a:buClr>
              <a:buSzPts val="2000"/>
              <a:buChar char="○"/>
              <a:defRPr>
                <a:solidFill>
                  <a:schemeClr val="lt1"/>
                </a:solidFill>
              </a:defRPr>
            </a:lvl5pPr>
            <a:lvl6pPr indent="-342900" lvl="5" marL="2743200">
              <a:spcBef>
                <a:spcPts val="1800"/>
              </a:spcBef>
              <a:spcAft>
                <a:spcPts val="0"/>
              </a:spcAft>
              <a:buClr>
                <a:schemeClr val="lt1"/>
              </a:buClr>
              <a:buSzPts val="1800"/>
              <a:buChar char="■"/>
              <a:defRPr>
                <a:solidFill>
                  <a:schemeClr val="lt1"/>
                </a:solidFill>
              </a:defRPr>
            </a:lvl6pPr>
            <a:lvl7pPr indent="-342900" lvl="6" marL="3200400">
              <a:spcBef>
                <a:spcPts val="1800"/>
              </a:spcBef>
              <a:spcAft>
                <a:spcPts val="0"/>
              </a:spcAft>
              <a:buClr>
                <a:schemeClr val="lt1"/>
              </a:buClr>
              <a:buSzPts val="1800"/>
              <a:buChar char="●"/>
              <a:defRPr>
                <a:solidFill>
                  <a:schemeClr val="lt1"/>
                </a:solidFill>
              </a:defRPr>
            </a:lvl7pPr>
            <a:lvl8pPr indent="-342900" lvl="7" marL="3657600">
              <a:spcBef>
                <a:spcPts val="1800"/>
              </a:spcBef>
              <a:spcAft>
                <a:spcPts val="0"/>
              </a:spcAft>
              <a:buClr>
                <a:schemeClr val="lt1"/>
              </a:buClr>
              <a:buSzPts val="1800"/>
              <a:buChar char="○"/>
              <a:defRPr>
                <a:solidFill>
                  <a:schemeClr val="lt1"/>
                </a:solidFill>
              </a:defRPr>
            </a:lvl8pPr>
            <a:lvl9pPr indent="-342900" lvl="8" marL="4114800">
              <a:spcBef>
                <a:spcPts val="1800"/>
              </a:spcBef>
              <a:spcAft>
                <a:spcPts val="1800"/>
              </a:spcAft>
              <a:buClr>
                <a:schemeClr val="lt1"/>
              </a:buClr>
              <a:buSzPts val="1800"/>
              <a:buChar char="■"/>
              <a:defRPr>
                <a:solidFill>
                  <a:schemeClr val="lt1"/>
                </a:solidFill>
              </a:defRPr>
            </a:lvl9pPr>
          </a:lstStyle>
          <a:p/>
        </p:txBody>
      </p:sp>
      <p:sp>
        <p:nvSpPr>
          <p:cNvPr id="1580" name="Google Shape;1580;p98"/>
          <p:cNvSpPr/>
          <p:nvPr/>
        </p:nvSpPr>
        <p:spPr>
          <a:xfrm>
            <a:off x="2059200" y="5570215"/>
            <a:ext cx="3365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81" name="Google Shape;1581;p98"/>
          <p:cNvSpPr txBox="1"/>
          <p:nvPr>
            <p:ph idx="8" type="title"/>
          </p:nvPr>
        </p:nvSpPr>
        <p:spPr>
          <a:xfrm>
            <a:off x="2696100" y="5736890"/>
            <a:ext cx="2091600" cy="1431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0"/>
              <a:buNone/>
              <a:defRPr sz="10000">
                <a:solidFill>
                  <a:schemeClr val="lt1"/>
                </a:solidFill>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582" name="Google Shape;1582;p98"/>
          <p:cNvSpPr txBox="1"/>
          <p:nvPr>
            <p:ph idx="9" type="body"/>
          </p:nvPr>
        </p:nvSpPr>
        <p:spPr>
          <a:xfrm>
            <a:off x="2343900" y="7441740"/>
            <a:ext cx="2796000" cy="1022400"/>
          </a:xfrm>
          <a:prstGeom prst="rect">
            <a:avLst/>
          </a:prstGeom>
        </p:spPr>
        <p:txBody>
          <a:bodyPr anchorCtr="0" anchor="t" bIns="0" lIns="0" spcFirstLastPara="1" rIns="0" wrap="square" tIns="0">
            <a:noAutofit/>
          </a:bodyPr>
          <a:lstStyle>
            <a:lvl1pPr indent="-406400" lvl="0" marL="457200" algn="ctr">
              <a:spcBef>
                <a:spcPts val="0"/>
              </a:spcBef>
              <a:spcAft>
                <a:spcPts val="0"/>
              </a:spcAft>
              <a:buClr>
                <a:schemeClr val="lt1"/>
              </a:buClr>
              <a:buSzPts val="2800"/>
              <a:buChar char="●"/>
              <a:defRPr sz="2800">
                <a:solidFill>
                  <a:schemeClr val="lt1"/>
                </a:solidFill>
              </a:defRPr>
            </a:lvl1pPr>
            <a:lvl2pPr indent="-393700" lvl="1" marL="914400" algn="ctr">
              <a:spcBef>
                <a:spcPts val="1800"/>
              </a:spcBef>
              <a:spcAft>
                <a:spcPts val="0"/>
              </a:spcAft>
              <a:buClr>
                <a:schemeClr val="lt1"/>
              </a:buClr>
              <a:buSzPts val="2600"/>
              <a:buChar char="○"/>
              <a:defRPr>
                <a:solidFill>
                  <a:schemeClr val="lt1"/>
                </a:solidFill>
              </a:defRPr>
            </a:lvl2pPr>
            <a:lvl3pPr indent="-381000" lvl="2" marL="1371600" algn="ctr">
              <a:spcBef>
                <a:spcPts val="1800"/>
              </a:spcBef>
              <a:spcAft>
                <a:spcPts val="0"/>
              </a:spcAft>
              <a:buClr>
                <a:schemeClr val="lt1"/>
              </a:buClr>
              <a:buSzPts val="2400"/>
              <a:buChar char="■"/>
              <a:defRPr>
                <a:solidFill>
                  <a:schemeClr val="lt1"/>
                </a:solidFill>
              </a:defRPr>
            </a:lvl3pPr>
            <a:lvl4pPr indent="-368300" lvl="3" marL="1828800" algn="ctr">
              <a:spcBef>
                <a:spcPts val="1800"/>
              </a:spcBef>
              <a:spcAft>
                <a:spcPts val="0"/>
              </a:spcAft>
              <a:buClr>
                <a:schemeClr val="lt1"/>
              </a:buClr>
              <a:buSzPts val="2200"/>
              <a:buChar char="●"/>
              <a:defRPr>
                <a:solidFill>
                  <a:schemeClr val="lt1"/>
                </a:solidFill>
              </a:defRPr>
            </a:lvl4pPr>
            <a:lvl5pPr indent="-355600" lvl="4" marL="2286000" algn="ctr">
              <a:spcBef>
                <a:spcPts val="1800"/>
              </a:spcBef>
              <a:spcAft>
                <a:spcPts val="0"/>
              </a:spcAft>
              <a:buClr>
                <a:schemeClr val="lt1"/>
              </a:buClr>
              <a:buSzPts val="2000"/>
              <a:buChar char="○"/>
              <a:defRPr>
                <a:solidFill>
                  <a:schemeClr val="lt1"/>
                </a:solidFill>
              </a:defRPr>
            </a:lvl5pPr>
            <a:lvl6pPr indent="-342900" lvl="5" marL="2743200" algn="ctr">
              <a:spcBef>
                <a:spcPts val="1800"/>
              </a:spcBef>
              <a:spcAft>
                <a:spcPts val="0"/>
              </a:spcAft>
              <a:buClr>
                <a:schemeClr val="lt1"/>
              </a:buClr>
              <a:buSzPts val="1800"/>
              <a:buChar char="■"/>
              <a:defRPr>
                <a:solidFill>
                  <a:schemeClr val="lt1"/>
                </a:solidFill>
              </a:defRPr>
            </a:lvl6pPr>
            <a:lvl7pPr indent="-342900" lvl="6" marL="3200400" algn="ctr">
              <a:spcBef>
                <a:spcPts val="1800"/>
              </a:spcBef>
              <a:spcAft>
                <a:spcPts val="0"/>
              </a:spcAft>
              <a:buClr>
                <a:schemeClr val="lt1"/>
              </a:buClr>
              <a:buSzPts val="1800"/>
              <a:buChar char="●"/>
              <a:defRPr>
                <a:solidFill>
                  <a:schemeClr val="lt1"/>
                </a:solidFill>
              </a:defRPr>
            </a:lvl7pPr>
            <a:lvl8pPr indent="-342900" lvl="7" marL="3657600" algn="ctr">
              <a:spcBef>
                <a:spcPts val="1800"/>
              </a:spcBef>
              <a:spcAft>
                <a:spcPts val="0"/>
              </a:spcAft>
              <a:buClr>
                <a:schemeClr val="lt1"/>
              </a:buClr>
              <a:buSzPts val="1800"/>
              <a:buChar char="○"/>
              <a:defRPr>
                <a:solidFill>
                  <a:schemeClr val="lt1"/>
                </a:solidFill>
              </a:defRPr>
            </a:lvl8pPr>
            <a:lvl9pPr indent="-342900" lvl="8" marL="4114800" algn="ctr">
              <a:spcBef>
                <a:spcPts val="1800"/>
              </a:spcBef>
              <a:spcAft>
                <a:spcPts val="1800"/>
              </a:spcAft>
              <a:buClr>
                <a:schemeClr val="lt1"/>
              </a:buClr>
              <a:buSzPts val="1800"/>
              <a:buChar char="■"/>
              <a:defRPr>
                <a:solidFill>
                  <a:schemeClr val="lt1"/>
                </a:solidFill>
              </a:defRPr>
            </a:lvl9pPr>
          </a:lstStyle>
          <a:p/>
        </p:txBody>
      </p:sp>
      <p:sp>
        <p:nvSpPr>
          <p:cNvPr id="1583" name="Google Shape;1583;p98"/>
          <p:cNvSpPr txBox="1"/>
          <p:nvPr>
            <p:ph idx="13" type="title"/>
          </p:nvPr>
        </p:nvSpPr>
        <p:spPr>
          <a:xfrm>
            <a:off x="736600" y="569121"/>
            <a:ext cx="14979600" cy="667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200"/>
              <a:buFont typeface="Avant Garde Demi SFDC"/>
              <a:buNone/>
              <a:defRPr sz="5200">
                <a:solidFill>
                  <a:schemeClr val="lt1"/>
                </a:solidFill>
                <a:latin typeface="Avant Garde Demi SFDC"/>
                <a:ea typeface="Avant Garde Demi SFDC"/>
                <a:cs typeface="Avant Garde Demi SFDC"/>
                <a:sym typeface="Avant Garde Demi SFDC"/>
              </a:defRPr>
            </a:lvl1pPr>
            <a:lvl2pPr lvl="1"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2pPr>
            <a:lvl3pPr lvl="2"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3pPr>
            <a:lvl4pPr lvl="3"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4pPr>
            <a:lvl5pPr lvl="4"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5pPr>
            <a:lvl6pPr lvl="5"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6pPr>
            <a:lvl7pPr lvl="6"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7pPr>
            <a:lvl8pPr lvl="7"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8pPr>
            <a:lvl9pPr lvl="8"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 Cards_Dark 1 1">
  <p:cSld name="CUSTOM_1_1_1_1">
    <p:bg>
      <p:bgPr>
        <a:blipFill>
          <a:blip r:embed="rId2">
            <a:alphaModFix/>
          </a:blip>
          <a:stretch>
            <a:fillRect/>
          </a:stretch>
        </a:blipFill>
      </p:bgPr>
    </p:bg>
    <p:spTree>
      <p:nvGrpSpPr>
        <p:cNvPr id="1584" name="Shape 1584"/>
        <p:cNvGrpSpPr/>
        <p:nvPr/>
      </p:nvGrpSpPr>
      <p:grpSpPr>
        <a:xfrm>
          <a:off x="0" y="0"/>
          <a:ext cx="0" cy="0"/>
          <a:chOff x="0" y="0"/>
          <a:chExt cx="0" cy="0"/>
        </a:xfrm>
      </p:grpSpPr>
      <p:pic>
        <p:nvPicPr>
          <p:cNvPr id="1585" name="Google Shape;1585;p99" title="Sparkle-3D-Storytelling-Icon-Cloud-Blue-Straight-RGB.png"/>
          <p:cNvPicPr preferRelativeResize="0"/>
          <p:nvPr/>
        </p:nvPicPr>
        <p:blipFill>
          <a:blip r:embed="rId3">
            <a:alphaModFix/>
          </a:blip>
          <a:stretch>
            <a:fillRect/>
          </a:stretch>
        </p:blipFill>
        <p:spPr>
          <a:xfrm rot="222553">
            <a:off x="-980721" y="3324392"/>
            <a:ext cx="2147965" cy="2147965"/>
          </a:xfrm>
          <a:prstGeom prst="rect">
            <a:avLst/>
          </a:prstGeom>
          <a:noFill/>
          <a:ln>
            <a:noFill/>
          </a:ln>
        </p:spPr>
      </p:pic>
      <p:pic>
        <p:nvPicPr>
          <p:cNvPr id="1586" name="Google Shape;1586;p99" title="Sparkle-3D-Storytelling-Icon-Yellow-Straight-RGB.png"/>
          <p:cNvPicPr preferRelativeResize="0"/>
          <p:nvPr/>
        </p:nvPicPr>
        <p:blipFill>
          <a:blip r:embed="rId4">
            <a:alphaModFix/>
          </a:blip>
          <a:stretch>
            <a:fillRect/>
          </a:stretch>
        </p:blipFill>
        <p:spPr>
          <a:xfrm>
            <a:off x="228600" y="6229350"/>
            <a:ext cx="1257304" cy="1257304"/>
          </a:xfrm>
          <a:prstGeom prst="rect">
            <a:avLst/>
          </a:prstGeom>
          <a:noFill/>
          <a:ln>
            <a:noFill/>
          </a:ln>
        </p:spPr>
      </p:pic>
      <p:pic>
        <p:nvPicPr>
          <p:cNvPr id="1587" name="Google Shape;1587;p99" title="Sparkle-3D-Storytelling-Icon-Pink-Left-RGB.png"/>
          <p:cNvPicPr preferRelativeResize="0"/>
          <p:nvPr/>
        </p:nvPicPr>
        <p:blipFill>
          <a:blip r:embed="rId5">
            <a:alphaModFix/>
          </a:blip>
          <a:stretch>
            <a:fillRect/>
          </a:stretch>
        </p:blipFill>
        <p:spPr>
          <a:xfrm>
            <a:off x="16887900" y="3143250"/>
            <a:ext cx="2510249" cy="2510249"/>
          </a:xfrm>
          <a:prstGeom prst="rect">
            <a:avLst/>
          </a:prstGeom>
          <a:noFill/>
          <a:ln>
            <a:noFill/>
          </a:ln>
        </p:spPr>
      </p:pic>
      <p:pic>
        <p:nvPicPr>
          <p:cNvPr id="1588" name="Google Shape;1588;p99" title="Sparkle-3D-Storytelling-Icon-Electric-Blue-Straight-RGB.png"/>
          <p:cNvPicPr preferRelativeResize="0"/>
          <p:nvPr/>
        </p:nvPicPr>
        <p:blipFill>
          <a:blip r:embed="rId6">
            <a:alphaModFix/>
          </a:blip>
          <a:stretch>
            <a:fillRect/>
          </a:stretch>
        </p:blipFill>
        <p:spPr>
          <a:xfrm>
            <a:off x="16470300" y="5736900"/>
            <a:ext cx="1257304" cy="1257304"/>
          </a:xfrm>
          <a:prstGeom prst="rect">
            <a:avLst/>
          </a:prstGeom>
          <a:noFill/>
          <a:ln>
            <a:noFill/>
          </a:ln>
        </p:spPr>
      </p:pic>
      <p:grpSp>
        <p:nvGrpSpPr>
          <p:cNvPr id="1589" name="Google Shape;1589;p99"/>
          <p:cNvGrpSpPr/>
          <p:nvPr/>
        </p:nvGrpSpPr>
        <p:grpSpPr>
          <a:xfrm>
            <a:off x="14497632" y="952412"/>
            <a:ext cx="1598471" cy="459104"/>
            <a:chOff x="5913125" y="1232600"/>
            <a:chExt cx="3443497" cy="989449"/>
          </a:xfrm>
        </p:grpSpPr>
        <p:sp>
          <p:nvSpPr>
            <p:cNvPr id="1590" name="Google Shape;1590;p99"/>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591" name="Google Shape;1591;p99"/>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592" name="Google Shape;1592;p99"/>
          <p:cNvCxnSpPr/>
          <p:nvPr/>
        </p:nvCxnSpPr>
        <p:spPr>
          <a:xfrm>
            <a:off x="16318725" y="889313"/>
            <a:ext cx="0" cy="585600"/>
          </a:xfrm>
          <a:prstGeom prst="straightConnector1">
            <a:avLst/>
          </a:prstGeom>
          <a:noFill/>
          <a:ln cap="flat" cmpd="sng" w="9550">
            <a:solidFill>
              <a:schemeClr val="lt1"/>
            </a:solidFill>
            <a:prstDash val="solid"/>
            <a:round/>
            <a:headEnd len="med" w="med" type="none"/>
            <a:tailEnd len="med" w="med" type="none"/>
          </a:ln>
        </p:spPr>
      </p:cxnSp>
      <p:sp>
        <p:nvSpPr>
          <p:cNvPr id="1593" name="Google Shape;1593;p99"/>
          <p:cNvSpPr/>
          <p:nvPr/>
        </p:nvSpPr>
        <p:spPr>
          <a:xfrm>
            <a:off x="1890356" y="2322140"/>
            <a:ext cx="3365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94" name="Google Shape;1594;p99"/>
          <p:cNvSpPr txBox="1"/>
          <p:nvPr>
            <p:ph type="title"/>
          </p:nvPr>
        </p:nvSpPr>
        <p:spPr>
          <a:xfrm>
            <a:off x="2527256" y="2488815"/>
            <a:ext cx="2091600" cy="1431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0"/>
              <a:buNone/>
              <a:defRPr sz="10000">
                <a:solidFill>
                  <a:schemeClr val="lt1"/>
                </a:solidFill>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595" name="Google Shape;1595;p99"/>
          <p:cNvSpPr txBox="1"/>
          <p:nvPr>
            <p:ph idx="1" type="body"/>
          </p:nvPr>
        </p:nvSpPr>
        <p:spPr>
          <a:xfrm>
            <a:off x="2175056" y="4193665"/>
            <a:ext cx="2796000" cy="1022400"/>
          </a:xfrm>
          <a:prstGeom prst="rect">
            <a:avLst/>
          </a:prstGeom>
        </p:spPr>
        <p:txBody>
          <a:bodyPr anchorCtr="0" anchor="t" bIns="0" lIns="0" spcFirstLastPara="1" rIns="0" wrap="square" tIns="0">
            <a:noAutofit/>
          </a:bodyPr>
          <a:lstStyle>
            <a:lvl1pPr indent="-406400" lvl="0" marL="457200" algn="ctr">
              <a:spcBef>
                <a:spcPts val="0"/>
              </a:spcBef>
              <a:spcAft>
                <a:spcPts val="0"/>
              </a:spcAft>
              <a:buClr>
                <a:schemeClr val="lt1"/>
              </a:buClr>
              <a:buSzPts val="2800"/>
              <a:buChar char="●"/>
              <a:defRPr sz="2800">
                <a:solidFill>
                  <a:schemeClr val="lt1"/>
                </a:solidFill>
              </a:defRPr>
            </a:lvl1pPr>
            <a:lvl2pPr indent="-393700" lvl="1" marL="914400" algn="ctr">
              <a:spcBef>
                <a:spcPts val="1800"/>
              </a:spcBef>
              <a:spcAft>
                <a:spcPts val="0"/>
              </a:spcAft>
              <a:buClr>
                <a:schemeClr val="lt1"/>
              </a:buClr>
              <a:buSzPts val="2600"/>
              <a:buChar char="○"/>
              <a:defRPr>
                <a:solidFill>
                  <a:schemeClr val="lt1"/>
                </a:solidFill>
              </a:defRPr>
            </a:lvl2pPr>
            <a:lvl3pPr indent="-381000" lvl="2" marL="1371600" algn="ctr">
              <a:spcBef>
                <a:spcPts val="1800"/>
              </a:spcBef>
              <a:spcAft>
                <a:spcPts val="0"/>
              </a:spcAft>
              <a:buClr>
                <a:schemeClr val="lt1"/>
              </a:buClr>
              <a:buSzPts val="2400"/>
              <a:buChar char="■"/>
              <a:defRPr>
                <a:solidFill>
                  <a:schemeClr val="lt1"/>
                </a:solidFill>
              </a:defRPr>
            </a:lvl3pPr>
            <a:lvl4pPr indent="-368300" lvl="3" marL="1828800" algn="ctr">
              <a:spcBef>
                <a:spcPts val="1800"/>
              </a:spcBef>
              <a:spcAft>
                <a:spcPts val="0"/>
              </a:spcAft>
              <a:buClr>
                <a:schemeClr val="lt1"/>
              </a:buClr>
              <a:buSzPts val="2200"/>
              <a:buChar char="●"/>
              <a:defRPr>
                <a:solidFill>
                  <a:schemeClr val="lt1"/>
                </a:solidFill>
              </a:defRPr>
            </a:lvl4pPr>
            <a:lvl5pPr indent="-355600" lvl="4" marL="2286000" algn="ctr">
              <a:spcBef>
                <a:spcPts val="1800"/>
              </a:spcBef>
              <a:spcAft>
                <a:spcPts val="0"/>
              </a:spcAft>
              <a:buClr>
                <a:schemeClr val="lt1"/>
              </a:buClr>
              <a:buSzPts val="2000"/>
              <a:buChar char="○"/>
              <a:defRPr>
                <a:solidFill>
                  <a:schemeClr val="lt1"/>
                </a:solidFill>
              </a:defRPr>
            </a:lvl5pPr>
            <a:lvl6pPr indent="-342900" lvl="5" marL="2743200" algn="ctr">
              <a:spcBef>
                <a:spcPts val="1800"/>
              </a:spcBef>
              <a:spcAft>
                <a:spcPts val="0"/>
              </a:spcAft>
              <a:buClr>
                <a:schemeClr val="lt1"/>
              </a:buClr>
              <a:buSzPts val="1800"/>
              <a:buChar char="■"/>
              <a:defRPr>
                <a:solidFill>
                  <a:schemeClr val="lt1"/>
                </a:solidFill>
              </a:defRPr>
            </a:lvl6pPr>
            <a:lvl7pPr indent="-342900" lvl="6" marL="3200400" algn="ctr">
              <a:spcBef>
                <a:spcPts val="1800"/>
              </a:spcBef>
              <a:spcAft>
                <a:spcPts val="0"/>
              </a:spcAft>
              <a:buClr>
                <a:schemeClr val="lt1"/>
              </a:buClr>
              <a:buSzPts val="1800"/>
              <a:buChar char="●"/>
              <a:defRPr>
                <a:solidFill>
                  <a:schemeClr val="lt1"/>
                </a:solidFill>
              </a:defRPr>
            </a:lvl7pPr>
            <a:lvl8pPr indent="-342900" lvl="7" marL="3657600" algn="ctr">
              <a:spcBef>
                <a:spcPts val="1800"/>
              </a:spcBef>
              <a:spcAft>
                <a:spcPts val="0"/>
              </a:spcAft>
              <a:buClr>
                <a:schemeClr val="lt1"/>
              </a:buClr>
              <a:buSzPts val="1800"/>
              <a:buChar char="○"/>
              <a:defRPr>
                <a:solidFill>
                  <a:schemeClr val="lt1"/>
                </a:solidFill>
              </a:defRPr>
            </a:lvl8pPr>
            <a:lvl9pPr indent="-342900" lvl="8" marL="4114800" algn="ctr">
              <a:spcBef>
                <a:spcPts val="1800"/>
              </a:spcBef>
              <a:spcAft>
                <a:spcPts val="1800"/>
              </a:spcAft>
              <a:buClr>
                <a:schemeClr val="lt1"/>
              </a:buClr>
              <a:buSzPts val="1800"/>
              <a:buChar char="■"/>
              <a:defRPr>
                <a:solidFill>
                  <a:schemeClr val="lt1"/>
                </a:solidFill>
              </a:defRPr>
            </a:lvl9pPr>
          </a:lstStyle>
          <a:p/>
        </p:txBody>
      </p:sp>
      <p:sp>
        <p:nvSpPr>
          <p:cNvPr id="1596" name="Google Shape;1596;p99"/>
          <p:cNvSpPr/>
          <p:nvPr/>
        </p:nvSpPr>
        <p:spPr>
          <a:xfrm>
            <a:off x="5605106" y="5370140"/>
            <a:ext cx="3365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597" name="Google Shape;1597;p99"/>
          <p:cNvSpPr txBox="1"/>
          <p:nvPr>
            <p:ph idx="2" type="title"/>
          </p:nvPr>
        </p:nvSpPr>
        <p:spPr>
          <a:xfrm>
            <a:off x="6242006" y="5536815"/>
            <a:ext cx="2091600" cy="1431000"/>
          </a:xfrm>
          <a:prstGeom prst="rect">
            <a:avLst/>
          </a:prstGeom>
        </p:spPr>
        <p:txBody>
          <a:bodyPr anchorCtr="0" anchor="t" bIns="0" lIns="0" spcFirstLastPara="1" rIns="0" wrap="square" tIns="0">
            <a:noAutofit/>
          </a:bodyPr>
          <a:lstStyle>
            <a:lvl1pPr lvl="0" rtl="0" algn="ctr">
              <a:spcBef>
                <a:spcPts val="0"/>
              </a:spcBef>
              <a:spcAft>
                <a:spcPts val="0"/>
              </a:spcAft>
              <a:buClr>
                <a:schemeClr val="lt1"/>
              </a:buClr>
              <a:buSzPts val="10000"/>
              <a:buNone/>
              <a:defRPr sz="10000">
                <a:solidFill>
                  <a:schemeClr val="lt1"/>
                </a:solidFill>
              </a:defRPr>
            </a:lvl1pPr>
            <a:lvl2pPr lvl="1" rtl="0" algn="ctr">
              <a:spcBef>
                <a:spcPts val="0"/>
              </a:spcBef>
              <a:spcAft>
                <a:spcPts val="0"/>
              </a:spcAft>
              <a:buSzPts val="5600"/>
              <a:buNone/>
              <a:defRPr/>
            </a:lvl2pPr>
            <a:lvl3pPr lvl="2" rtl="0" algn="ctr">
              <a:spcBef>
                <a:spcPts val="0"/>
              </a:spcBef>
              <a:spcAft>
                <a:spcPts val="0"/>
              </a:spcAft>
              <a:buSzPts val="5600"/>
              <a:buNone/>
              <a:defRPr/>
            </a:lvl3pPr>
            <a:lvl4pPr lvl="3" rtl="0" algn="ctr">
              <a:spcBef>
                <a:spcPts val="0"/>
              </a:spcBef>
              <a:spcAft>
                <a:spcPts val="0"/>
              </a:spcAft>
              <a:buSzPts val="5600"/>
              <a:buNone/>
              <a:defRPr/>
            </a:lvl4pPr>
            <a:lvl5pPr lvl="4" rtl="0" algn="ctr">
              <a:spcBef>
                <a:spcPts val="0"/>
              </a:spcBef>
              <a:spcAft>
                <a:spcPts val="0"/>
              </a:spcAft>
              <a:buSzPts val="5600"/>
              <a:buNone/>
              <a:defRPr/>
            </a:lvl5pPr>
            <a:lvl6pPr lvl="5" rtl="0" algn="ctr">
              <a:spcBef>
                <a:spcPts val="0"/>
              </a:spcBef>
              <a:spcAft>
                <a:spcPts val="0"/>
              </a:spcAft>
              <a:buSzPts val="5600"/>
              <a:buNone/>
              <a:defRPr/>
            </a:lvl6pPr>
            <a:lvl7pPr lvl="6" rtl="0" algn="ctr">
              <a:spcBef>
                <a:spcPts val="0"/>
              </a:spcBef>
              <a:spcAft>
                <a:spcPts val="0"/>
              </a:spcAft>
              <a:buSzPts val="5600"/>
              <a:buNone/>
              <a:defRPr/>
            </a:lvl7pPr>
            <a:lvl8pPr lvl="7" rtl="0" algn="ctr">
              <a:spcBef>
                <a:spcPts val="0"/>
              </a:spcBef>
              <a:spcAft>
                <a:spcPts val="0"/>
              </a:spcAft>
              <a:buSzPts val="5600"/>
              <a:buNone/>
              <a:defRPr/>
            </a:lvl8pPr>
            <a:lvl9pPr lvl="8" rtl="0" algn="ctr">
              <a:spcBef>
                <a:spcPts val="0"/>
              </a:spcBef>
              <a:spcAft>
                <a:spcPts val="0"/>
              </a:spcAft>
              <a:buSzPts val="5600"/>
              <a:buNone/>
              <a:defRPr/>
            </a:lvl9pPr>
          </a:lstStyle>
          <a:p/>
        </p:txBody>
      </p:sp>
      <p:sp>
        <p:nvSpPr>
          <p:cNvPr id="1598" name="Google Shape;1598;p99"/>
          <p:cNvSpPr txBox="1"/>
          <p:nvPr>
            <p:ph idx="3" type="body"/>
          </p:nvPr>
        </p:nvSpPr>
        <p:spPr>
          <a:xfrm>
            <a:off x="5889806" y="7241665"/>
            <a:ext cx="2796000" cy="1022400"/>
          </a:xfrm>
          <a:prstGeom prst="rect">
            <a:avLst/>
          </a:prstGeom>
        </p:spPr>
        <p:txBody>
          <a:bodyPr anchorCtr="0" anchor="t" bIns="0" lIns="0" spcFirstLastPara="1" rIns="0" wrap="square" tIns="0">
            <a:noAutofit/>
          </a:bodyPr>
          <a:lstStyle>
            <a:lvl1pPr indent="-406400" lvl="0" marL="457200" rtl="0" algn="ctr">
              <a:spcBef>
                <a:spcPts val="0"/>
              </a:spcBef>
              <a:spcAft>
                <a:spcPts val="0"/>
              </a:spcAft>
              <a:buClr>
                <a:schemeClr val="lt1"/>
              </a:buClr>
              <a:buSzPts val="2800"/>
              <a:buChar char="●"/>
              <a:defRPr sz="2800">
                <a:solidFill>
                  <a:schemeClr val="lt1"/>
                </a:solidFill>
              </a:defRPr>
            </a:lvl1pPr>
            <a:lvl2pPr indent="-393700" lvl="1" marL="914400" rtl="0" algn="ctr">
              <a:spcBef>
                <a:spcPts val="1800"/>
              </a:spcBef>
              <a:spcAft>
                <a:spcPts val="0"/>
              </a:spcAft>
              <a:buClr>
                <a:schemeClr val="lt1"/>
              </a:buClr>
              <a:buSzPts val="2600"/>
              <a:buChar char="○"/>
              <a:defRPr>
                <a:solidFill>
                  <a:schemeClr val="lt1"/>
                </a:solidFill>
              </a:defRPr>
            </a:lvl2pPr>
            <a:lvl3pPr indent="-381000" lvl="2" marL="1371600" rtl="0" algn="ctr">
              <a:spcBef>
                <a:spcPts val="1800"/>
              </a:spcBef>
              <a:spcAft>
                <a:spcPts val="0"/>
              </a:spcAft>
              <a:buClr>
                <a:schemeClr val="lt1"/>
              </a:buClr>
              <a:buSzPts val="2400"/>
              <a:buChar char="■"/>
              <a:defRPr>
                <a:solidFill>
                  <a:schemeClr val="lt1"/>
                </a:solidFill>
              </a:defRPr>
            </a:lvl3pPr>
            <a:lvl4pPr indent="-368300" lvl="3" marL="1828800" rtl="0" algn="ctr">
              <a:spcBef>
                <a:spcPts val="1800"/>
              </a:spcBef>
              <a:spcAft>
                <a:spcPts val="0"/>
              </a:spcAft>
              <a:buClr>
                <a:schemeClr val="lt1"/>
              </a:buClr>
              <a:buSzPts val="2200"/>
              <a:buChar char="●"/>
              <a:defRPr>
                <a:solidFill>
                  <a:schemeClr val="lt1"/>
                </a:solidFill>
              </a:defRPr>
            </a:lvl4pPr>
            <a:lvl5pPr indent="-355600" lvl="4" marL="2286000" rtl="0" algn="ctr">
              <a:spcBef>
                <a:spcPts val="1800"/>
              </a:spcBef>
              <a:spcAft>
                <a:spcPts val="0"/>
              </a:spcAft>
              <a:buClr>
                <a:schemeClr val="lt1"/>
              </a:buClr>
              <a:buSzPts val="2000"/>
              <a:buChar char="○"/>
              <a:defRPr>
                <a:solidFill>
                  <a:schemeClr val="lt1"/>
                </a:solidFill>
              </a:defRPr>
            </a:lvl5pPr>
            <a:lvl6pPr indent="-342900" lvl="5" marL="2743200" rtl="0" algn="ctr">
              <a:spcBef>
                <a:spcPts val="1800"/>
              </a:spcBef>
              <a:spcAft>
                <a:spcPts val="0"/>
              </a:spcAft>
              <a:buClr>
                <a:schemeClr val="lt1"/>
              </a:buClr>
              <a:buSzPts val="1800"/>
              <a:buChar char="■"/>
              <a:defRPr>
                <a:solidFill>
                  <a:schemeClr val="lt1"/>
                </a:solidFill>
              </a:defRPr>
            </a:lvl6pPr>
            <a:lvl7pPr indent="-342900" lvl="6" marL="3200400" rtl="0" algn="ctr">
              <a:spcBef>
                <a:spcPts val="1800"/>
              </a:spcBef>
              <a:spcAft>
                <a:spcPts val="0"/>
              </a:spcAft>
              <a:buClr>
                <a:schemeClr val="lt1"/>
              </a:buClr>
              <a:buSzPts val="1800"/>
              <a:buChar char="●"/>
              <a:defRPr>
                <a:solidFill>
                  <a:schemeClr val="lt1"/>
                </a:solidFill>
              </a:defRPr>
            </a:lvl7pPr>
            <a:lvl8pPr indent="-342900" lvl="7" marL="3657600" rtl="0" algn="ctr">
              <a:spcBef>
                <a:spcPts val="1800"/>
              </a:spcBef>
              <a:spcAft>
                <a:spcPts val="0"/>
              </a:spcAft>
              <a:buClr>
                <a:schemeClr val="lt1"/>
              </a:buClr>
              <a:buSzPts val="1800"/>
              <a:buChar char="○"/>
              <a:defRPr>
                <a:solidFill>
                  <a:schemeClr val="lt1"/>
                </a:solidFill>
              </a:defRPr>
            </a:lvl8pPr>
            <a:lvl9pPr indent="-342900" lvl="8" marL="4114800" rtl="0" algn="ctr">
              <a:spcBef>
                <a:spcPts val="1800"/>
              </a:spcBef>
              <a:spcAft>
                <a:spcPts val="1800"/>
              </a:spcAft>
              <a:buClr>
                <a:schemeClr val="lt1"/>
              </a:buClr>
              <a:buSzPts val="1800"/>
              <a:buChar char="■"/>
              <a:defRPr>
                <a:solidFill>
                  <a:schemeClr val="lt1"/>
                </a:solidFill>
              </a:defRPr>
            </a:lvl9pPr>
          </a:lstStyle>
          <a:p/>
        </p:txBody>
      </p:sp>
      <p:sp>
        <p:nvSpPr>
          <p:cNvPr id="1599" name="Google Shape;1599;p99"/>
          <p:cNvSpPr/>
          <p:nvPr/>
        </p:nvSpPr>
        <p:spPr>
          <a:xfrm>
            <a:off x="9318281" y="2322140"/>
            <a:ext cx="3365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600" name="Google Shape;1600;p99"/>
          <p:cNvSpPr txBox="1"/>
          <p:nvPr>
            <p:ph idx="4" type="title"/>
          </p:nvPr>
        </p:nvSpPr>
        <p:spPr>
          <a:xfrm>
            <a:off x="9955181" y="2488815"/>
            <a:ext cx="2091600" cy="1431000"/>
          </a:xfrm>
          <a:prstGeom prst="rect">
            <a:avLst/>
          </a:prstGeom>
        </p:spPr>
        <p:txBody>
          <a:bodyPr anchorCtr="0" anchor="t" bIns="0" lIns="0" spcFirstLastPara="1" rIns="0" wrap="square" tIns="0">
            <a:noAutofit/>
          </a:bodyPr>
          <a:lstStyle>
            <a:lvl1pPr lvl="0" rtl="0" algn="ctr">
              <a:spcBef>
                <a:spcPts val="0"/>
              </a:spcBef>
              <a:spcAft>
                <a:spcPts val="0"/>
              </a:spcAft>
              <a:buClr>
                <a:schemeClr val="lt1"/>
              </a:buClr>
              <a:buSzPts val="10000"/>
              <a:buNone/>
              <a:defRPr sz="10000">
                <a:solidFill>
                  <a:schemeClr val="lt1"/>
                </a:solidFill>
              </a:defRPr>
            </a:lvl1pPr>
            <a:lvl2pPr lvl="1" rtl="0" algn="ctr">
              <a:spcBef>
                <a:spcPts val="0"/>
              </a:spcBef>
              <a:spcAft>
                <a:spcPts val="0"/>
              </a:spcAft>
              <a:buSzPts val="5600"/>
              <a:buNone/>
              <a:defRPr/>
            </a:lvl2pPr>
            <a:lvl3pPr lvl="2" rtl="0" algn="ctr">
              <a:spcBef>
                <a:spcPts val="0"/>
              </a:spcBef>
              <a:spcAft>
                <a:spcPts val="0"/>
              </a:spcAft>
              <a:buSzPts val="5600"/>
              <a:buNone/>
              <a:defRPr/>
            </a:lvl3pPr>
            <a:lvl4pPr lvl="3" rtl="0" algn="ctr">
              <a:spcBef>
                <a:spcPts val="0"/>
              </a:spcBef>
              <a:spcAft>
                <a:spcPts val="0"/>
              </a:spcAft>
              <a:buSzPts val="5600"/>
              <a:buNone/>
              <a:defRPr/>
            </a:lvl4pPr>
            <a:lvl5pPr lvl="4" rtl="0" algn="ctr">
              <a:spcBef>
                <a:spcPts val="0"/>
              </a:spcBef>
              <a:spcAft>
                <a:spcPts val="0"/>
              </a:spcAft>
              <a:buSzPts val="5600"/>
              <a:buNone/>
              <a:defRPr/>
            </a:lvl5pPr>
            <a:lvl6pPr lvl="5" rtl="0" algn="ctr">
              <a:spcBef>
                <a:spcPts val="0"/>
              </a:spcBef>
              <a:spcAft>
                <a:spcPts val="0"/>
              </a:spcAft>
              <a:buSzPts val="5600"/>
              <a:buNone/>
              <a:defRPr/>
            </a:lvl6pPr>
            <a:lvl7pPr lvl="6" rtl="0" algn="ctr">
              <a:spcBef>
                <a:spcPts val="0"/>
              </a:spcBef>
              <a:spcAft>
                <a:spcPts val="0"/>
              </a:spcAft>
              <a:buSzPts val="5600"/>
              <a:buNone/>
              <a:defRPr/>
            </a:lvl7pPr>
            <a:lvl8pPr lvl="7" rtl="0" algn="ctr">
              <a:spcBef>
                <a:spcPts val="0"/>
              </a:spcBef>
              <a:spcAft>
                <a:spcPts val="0"/>
              </a:spcAft>
              <a:buSzPts val="5600"/>
              <a:buNone/>
              <a:defRPr/>
            </a:lvl8pPr>
            <a:lvl9pPr lvl="8" rtl="0" algn="ctr">
              <a:spcBef>
                <a:spcPts val="0"/>
              </a:spcBef>
              <a:spcAft>
                <a:spcPts val="0"/>
              </a:spcAft>
              <a:buSzPts val="5600"/>
              <a:buNone/>
              <a:defRPr/>
            </a:lvl9pPr>
          </a:lstStyle>
          <a:p/>
        </p:txBody>
      </p:sp>
      <p:sp>
        <p:nvSpPr>
          <p:cNvPr id="1601" name="Google Shape;1601;p99"/>
          <p:cNvSpPr txBox="1"/>
          <p:nvPr>
            <p:ph idx="5" type="body"/>
          </p:nvPr>
        </p:nvSpPr>
        <p:spPr>
          <a:xfrm>
            <a:off x="9602981" y="4193665"/>
            <a:ext cx="2796000" cy="1022400"/>
          </a:xfrm>
          <a:prstGeom prst="rect">
            <a:avLst/>
          </a:prstGeom>
        </p:spPr>
        <p:txBody>
          <a:bodyPr anchorCtr="0" anchor="t" bIns="0" lIns="0" spcFirstLastPara="1" rIns="0" wrap="square" tIns="0">
            <a:noAutofit/>
          </a:bodyPr>
          <a:lstStyle>
            <a:lvl1pPr indent="-406400" lvl="0" marL="457200" rtl="0" algn="ctr">
              <a:spcBef>
                <a:spcPts val="0"/>
              </a:spcBef>
              <a:spcAft>
                <a:spcPts val="0"/>
              </a:spcAft>
              <a:buClr>
                <a:schemeClr val="lt1"/>
              </a:buClr>
              <a:buSzPts val="2800"/>
              <a:buChar char="●"/>
              <a:defRPr sz="2800">
                <a:solidFill>
                  <a:schemeClr val="lt1"/>
                </a:solidFill>
              </a:defRPr>
            </a:lvl1pPr>
            <a:lvl2pPr indent="-393700" lvl="1" marL="914400" rtl="0" algn="ctr">
              <a:spcBef>
                <a:spcPts val="1800"/>
              </a:spcBef>
              <a:spcAft>
                <a:spcPts val="0"/>
              </a:spcAft>
              <a:buClr>
                <a:schemeClr val="lt1"/>
              </a:buClr>
              <a:buSzPts val="2600"/>
              <a:buChar char="○"/>
              <a:defRPr>
                <a:solidFill>
                  <a:schemeClr val="lt1"/>
                </a:solidFill>
              </a:defRPr>
            </a:lvl2pPr>
            <a:lvl3pPr indent="-381000" lvl="2" marL="1371600" rtl="0" algn="ctr">
              <a:spcBef>
                <a:spcPts val="1800"/>
              </a:spcBef>
              <a:spcAft>
                <a:spcPts val="0"/>
              </a:spcAft>
              <a:buClr>
                <a:schemeClr val="lt1"/>
              </a:buClr>
              <a:buSzPts val="2400"/>
              <a:buChar char="■"/>
              <a:defRPr>
                <a:solidFill>
                  <a:schemeClr val="lt1"/>
                </a:solidFill>
              </a:defRPr>
            </a:lvl3pPr>
            <a:lvl4pPr indent="-368300" lvl="3" marL="1828800" rtl="0" algn="ctr">
              <a:spcBef>
                <a:spcPts val="1800"/>
              </a:spcBef>
              <a:spcAft>
                <a:spcPts val="0"/>
              </a:spcAft>
              <a:buClr>
                <a:schemeClr val="lt1"/>
              </a:buClr>
              <a:buSzPts val="2200"/>
              <a:buChar char="●"/>
              <a:defRPr>
                <a:solidFill>
                  <a:schemeClr val="lt1"/>
                </a:solidFill>
              </a:defRPr>
            </a:lvl4pPr>
            <a:lvl5pPr indent="-355600" lvl="4" marL="2286000" rtl="0" algn="ctr">
              <a:spcBef>
                <a:spcPts val="1800"/>
              </a:spcBef>
              <a:spcAft>
                <a:spcPts val="0"/>
              </a:spcAft>
              <a:buClr>
                <a:schemeClr val="lt1"/>
              </a:buClr>
              <a:buSzPts val="2000"/>
              <a:buChar char="○"/>
              <a:defRPr>
                <a:solidFill>
                  <a:schemeClr val="lt1"/>
                </a:solidFill>
              </a:defRPr>
            </a:lvl5pPr>
            <a:lvl6pPr indent="-342900" lvl="5" marL="2743200" rtl="0" algn="ctr">
              <a:spcBef>
                <a:spcPts val="1800"/>
              </a:spcBef>
              <a:spcAft>
                <a:spcPts val="0"/>
              </a:spcAft>
              <a:buClr>
                <a:schemeClr val="lt1"/>
              </a:buClr>
              <a:buSzPts val="1800"/>
              <a:buChar char="■"/>
              <a:defRPr>
                <a:solidFill>
                  <a:schemeClr val="lt1"/>
                </a:solidFill>
              </a:defRPr>
            </a:lvl6pPr>
            <a:lvl7pPr indent="-342900" lvl="6" marL="3200400" rtl="0" algn="ctr">
              <a:spcBef>
                <a:spcPts val="1800"/>
              </a:spcBef>
              <a:spcAft>
                <a:spcPts val="0"/>
              </a:spcAft>
              <a:buClr>
                <a:schemeClr val="lt1"/>
              </a:buClr>
              <a:buSzPts val="1800"/>
              <a:buChar char="●"/>
              <a:defRPr>
                <a:solidFill>
                  <a:schemeClr val="lt1"/>
                </a:solidFill>
              </a:defRPr>
            </a:lvl7pPr>
            <a:lvl8pPr indent="-342900" lvl="7" marL="3657600" rtl="0" algn="ctr">
              <a:spcBef>
                <a:spcPts val="1800"/>
              </a:spcBef>
              <a:spcAft>
                <a:spcPts val="0"/>
              </a:spcAft>
              <a:buClr>
                <a:schemeClr val="lt1"/>
              </a:buClr>
              <a:buSzPts val="1800"/>
              <a:buChar char="○"/>
              <a:defRPr>
                <a:solidFill>
                  <a:schemeClr val="lt1"/>
                </a:solidFill>
              </a:defRPr>
            </a:lvl8pPr>
            <a:lvl9pPr indent="-342900" lvl="8" marL="4114800" rtl="0" algn="ctr">
              <a:spcBef>
                <a:spcPts val="1800"/>
              </a:spcBef>
              <a:spcAft>
                <a:spcPts val="1800"/>
              </a:spcAft>
              <a:buClr>
                <a:schemeClr val="lt1"/>
              </a:buClr>
              <a:buSzPts val="1800"/>
              <a:buChar char="■"/>
              <a:defRPr>
                <a:solidFill>
                  <a:schemeClr val="lt1"/>
                </a:solidFill>
              </a:defRPr>
            </a:lvl9pPr>
          </a:lstStyle>
          <a:p/>
        </p:txBody>
      </p:sp>
      <p:sp>
        <p:nvSpPr>
          <p:cNvPr id="1602" name="Google Shape;1602;p99"/>
          <p:cNvSpPr/>
          <p:nvPr/>
        </p:nvSpPr>
        <p:spPr>
          <a:xfrm>
            <a:off x="13032244" y="5370140"/>
            <a:ext cx="3365400" cy="3365400"/>
          </a:xfrm>
          <a:prstGeom prst="roundRect">
            <a:avLst>
              <a:gd fmla="val 16667" name="adj"/>
            </a:avLst>
          </a:prstGeom>
          <a:gradFill>
            <a:gsLst>
              <a:gs pos="0">
                <a:srgbClr val="FFFFFF">
                  <a:alpha val="29020"/>
                </a:srgbClr>
              </a:gs>
              <a:gs pos="100000">
                <a:srgbClr val="FFFFFF">
                  <a:alpha val="12157"/>
                </a:srgbClr>
              </a:gs>
            </a:gsLst>
            <a:lin ang="5400700" scaled="0"/>
          </a:gradFill>
          <a:ln cap="flat" cmpd="sng" w="19050">
            <a:solidFill>
              <a:schemeClr val="lt1"/>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1603" name="Google Shape;1603;p99"/>
          <p:cNvSpPr txBox="1"/>
          <p:nvPr>
            <p:ph idx="6" type="title"/>
          </p:nvPr>
        </p:nvSpPr>
        <p:spPr>
          <a:xfrm>
            <a:off x="13669144" y="5536815"/>
            <a:ext cx="2091600" cy="1431000"/>
          </a:xfrm>
          <a:prstGeom prst="rect">
            <a:avLst/>
          </a:prstGeom>
        </p:spPr>
        <p:txBody>
          <a:bodyPr anchorCtr="0" anchor="t" bIns="0" lIns="0" spcFirstLastPara="1" rIns="0" wrap="square" tIns="0">
            <a:noAutofit/>
          </a:bodyPr>
          <a:lstStyle>
            <a:lvl1pPr lvl="0" rtl="0" algn="ctr">
              <a:spcBef>
                <a:spcPts val="0"/>
              </a:spcBef>
              <a:spcAft>
                <a:spcPts val="0"/>
              </a:spcAft>
              <a:buClr>
                <a:schemeClr val="lt1"/>
              </a:buClr>
              <a:buSzPts val="10000"/>
              <a:buNone/>
              <a:defRPr sz="10000">
                <a:solidFill>
                  <a:schemeClr val="lt1"/>
                </a:solidFill>
              </a:defRPr>
            </a:lvl1pPr>
            <a:lvl2pPr lvl="1" rtl="0" algn="ctr">
              <a:spcBef>
                <a:spcPts val="0"/>
              </a:spcBef>
              <a:spcAft>
                <a:spcPts val="0"/>
              </a:spcAft>
              <a:buSzPts val="5600"/>
              <a:buNone/>
              <a:defRPr/>
            </a:lvl2pPr>
            <a:lvl3pPr lvl="2" rtl="0" algn="ctr">
              <a:spcBef>
                <a:spcPts val="0"/>
              </a:spcBef>
              <a:spcAft>
                <a:spcPts val="0"/>
              </a:spcAft>
              <a:buSzPts val="5600"/>
              <a:buNone/>
              <a:defRPr/>
            </a:lvl3pPr>
            <a:lvl4pPr lvl="3" rtl="0" algn="ctr">
              <a:spcBef>
                <a:spcPts val="0"/>
              </a:spcBef>
              <a:spcAft>
                <a:spcPts val="0"/>
              </a:spcAft>
              <a:buSzPts val="5600"/>
              <a:buNone/>
              <a:defRPr/>
            </a:lvl4pPr>
            <a:lvl5pPr lvl="4" rtl="0" algn="ctr">
              <a:spcBef>
                <a:spcPts val="0"/>
              </a:spcBef>
              <a:spcAft>
                <a:spcPts val="0"/>
              </a:spcAft>
              <a:buSzPts val="5600"/>
              <a:buNone/>
              <a:defRPr/>
            </a:lvl5pPr>
            <a:lvl6pPr lvl="5" rtl="0" algn="ctr">
              <a:spcBef>
                <a:spcPts val="0"/>
              </a:spcBef>
              <a:spcAft>
                <a:spcPts val="0"/>
              </a:spcAft>
              <a:buSzPts val="5600"/>
              <a:buNone/>
              <a:defRPr/>
            </a:lvl6pPr>
            <a:lvl7pPr lvl="6" rtl="0" algn="ctr">
              <a:spcBef>
                <a:spcPts val="0"/>
              </a:spcBef>
              <a:spcAft>
                <a:spcPts val="0"/>
              </a:spcAft>
              <a:buSzPts val="5600"/>
              <a:buNone/>
              <a:defRPr/>
            </a:lvl7pPr>
            <a:lvl8pPr lvl="7" rtl="0" algn="ctr">
              <a:spcBef>
                <a:spcPts val="0"/>
              </a:spcBef>
              <a:spcAft>
                <a:spcPts val="0"/>
              </a:spcAft>
              <a:buSzPts val="5600"/>
              <a:buNone/>
              <a:defRPr/>
            </a:lvl8pPr>
            <a:lvl9pPr lvl="8" rtl="0" algn="ctr">
              <a:spcBef>
                <a:spcPts val="0"/>
              </a:spcBef>
              <a:spcAft>
                <a:spcPts val="0"/>
              </a:spcAft>
              <a:buSzPts val="5600"/>
              <a:buNone/>
              <a:defRPr/>
            </a:lvl9pPr>
          </a:lstStyle>
          <a:p/>
        </p:txBody>
      </p:sp>
      <p:sp>
        <p:nvSpPr>
          <p:cNvPr id="1604" name="Google Shape;1604;p99"/>
          <p:cNvSpPr txBox="1"/>
          <p:nvPr>
            <p:ph idx="7" type="body"/>
          </p:nvPr>
        </p:nvSpPr>
        <p:spPr>
          <a:xfrm>
            <a:off x="13316944" y="7241665"/>
            <a:ext cx="2796000" cy="1022400"/>
          </a:xfrm>
          <a:prstGeom prst="rect">
            <a:avLst/>
          </a:prstGeom>
        </p:spPr>
        <p:txBody>
          <a:bodyPr anchorCtr="0" anchor="t" bIns="0" lIns="0" spcFirstLastPara="1" rIns="0" wrap="square" tIns="0">
            <a:noAutofit/>
          </a:bodyPr>
          <a:lstStyle>
            <a:lvl1pPr indent="-406400" lvl="0" marL="457200" rtl="0" algn="ctr">
              <a:spcBef>
                <a:spcPts val="0"/>
              </a:spcBef>
              <a:spcAft>
                <a:spcPts val="0"/>
              </a:spcAft>
              <a:buClr>
                <a:schemeClr val="lt1"/>
              </a:buClr>
              <a:buSzPts val="2800"/>
              <a:buChar char="●"/>
              <a:defRPr sz="2800">
                <a:solidFill>
                  <a:schemeClr val="lt1"/>
                </a:solidFill>
              </a:defRPr>
            </a:lvl1pPr>
            <a:lvl2pPr indent="-393700" lvl="1" marL="914400" rtl="0" algn="ctr">
              <a:spcBef>
                <a:spcPts val="1800"/>
              </a:spcBef>
              <a:spcAft>
                <a:spcPts val="0"/>
              </a:spcAft>
              <a:buClr>
                <a:schemeClr val="lt1"/>
              </a:buClr>
              <a:buSzPts val="2600"/>
              <a:buChar char="○"/>
              <a:defRPr>
                <a:solidFill>
                  <a:schemeClr val="lt1"/>
                </a:solidFill>
              </a:defRPr>
            </a:lvl2pPr>
            <a:lvl3pPr indent="-381000" lvl="2" marL="1371600" rtl="0" algn="ctr">
              <a:spcBef>
                <a:spcPts val="1800"/>
              </a:spcBef>
              <a:spcAft>
                <a:spcPts val="0"/>
              </a:spcAft>
              <a:buClr>
                <a:schemeClr val="lt1"/>
              </a:buClr>
              <a:buSzPts val="2400"/>
              <a:buChar char="■"/>
              <a:defRPr>
                <a:solidFill>
                  <a:schemeClr val="lt1"/>
                </a:solidFill>
              </a:defRPr>
            </a:lvl3pPr>
            <a:lvl4pPr indent="-368300" lvl="3" marL="1828800" rtl="0" algn="ctr">
              <a:spcBef>
                <a:spcPts val="1800"/>
              </a:spcBef>
              <a:spcAft>
                <a:spcPts val="0"/>
              </a:spcAft>
              <a:buClr>
                <a:schemeClr val="lt1"/>
              </a:buClr>
              <a:buSzPts val="2200"/>
              <a:buChar char="●"/>
              <a:defRPr>
                <a:solidFill>
                  <a:schemeClr val="lt1"/>
                </a:solidFill>
              </a:defRPr>
            </a:lvl4pPr>
            <a:lvl5pPr indent="-355600" lvl="4" marL="2286000" rtl="0" algn="ctr">
              <a:spcBef>
                <a:spcPts val="1800"/>
              </a:spcBef>
              <a:spcAft>
                <a:spcPts val="0"/>
              </a:spcAft>
              <a:buClr>
                <a:schemeClr val="lt1"/>
              </a:buClr>
              <a:buSzPts val="2000"/>
              <a:buChar char="○"/>
              <a:defRPr>
                <a:solidFill>
                  <a:schemeClr val="lt1"/>
                </a:solidFill>
              </a:defRPr>
            </a:lvl5pPr>
            <a:lvl6pPr indent="-342900" lvl="5" marL="2743200" rtl="0" algn="ctr">
              <a:spcBef>
                <a:spcPts val="1800"/>
              </a:spcBef>
              <a:spcAft>
                <a:spcPts val="0"/>
              </a:spcAft>
              <a:buClr>
                <a:schemeClr val="lt1"/>
              </a:buClr>
              <a:buSzPts val="1800"/>
              <a:buChar char="■"/>
              <a:defRPr>
                <a:solidFill>
                  <a:schemeClr val="lt1"/>
                </a:solidFill>
              </a:defRPr>
            </a:lvl6pPr>
            <a:lvl7pPr indent="-342900" lvl="6" marL="3200400" rtl="0" algn="ctr">
              <a:spcBef>
                <a:spcPts val="1800"/>
              </a:spcBef>
              <a:spcAft>
                <a:spcPts val="0"/>
              </a:spcAft>
              <a:buClr>
                <a:schemeClr val="lt1"/>
              </a:buClr>
              <a:buSzPts val="1800"/>
              <a:buChar char="●"/>
              <a:defRPr>
                <a:solidFill>
                  <a:schemeClr val="lt1"/>
                </a:solidFill>
              </a:defRPr>
            </a:lvl7pPr>
            <a:lvl8pPr indent="-342900" lvl="7" marL="3657600" rtl="0" algn="ctr">
              <a:spcBef>
                <a:spcPts val="1800"/>
              </a:spcBef>
              <a:spcAft>
                <a:spcPts val="0"/>
              </a:spcAft>
              <a:buClr>
                <a:schemeClr val="lt1"/>
              </a:buClr>
              <a:buSzPts val="1800"/>
              <a:buChar char="○"/>
              <a:defRPr>
                <a:solidFill>
                  <a:schemeClr val="lt1"/>
                </a:solidFill>
              </a:defRPr>
            </a:lvl8pPr>
            <a:lvl9pPr indent="-342900" lvl="8" marL="4114800" rtl="0" algn="ctr">
              <a:spcBef>
                <a:spcPts val="1800"/>
              </a:spcBef>
              <a:spcAft>
                <a:spcPts val="1800"/>
              </a:spcAft>
              <a:buClr>
                <a:schemeClr val="lt1"/>
              </a:buClr>
              <a:buSzPts val="1800"/>
              <a:buChar char="■"/>
              <a:defRPr>
                <a:solidFill>
                  <a:schemeClr val="lt1"/>
                </a:solidFill>
              </a:defRPr>
            </a:lvl9pPr>
          </a:lstStyle>
          <a:p/>
        </p:txBody>
      </p:sp>
      <p:sp>
        <p:nvSpPr>
          <p:cNvPr id="1605" name="Google Shape;1605;p99"/>
          <p:cNvSpPr txBox="1"/>
          <p:nvPr>
            <p:ph idx="8" type="title"/>
          </p:nvPr>
        </p:nvSpPr>
        <p:spPr>
          <a:xfrm>
            <a:off x="736600" y="569121"/>
            <a:ext cx="14979600" cy="667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200"/>
              <a:buFont typeface="Avant Garde Demi SFDC"/>
              <a:buNone/>
              <a:defRPr sz="5200">
                <a:solidFill>
                  <a:schemeClr val="lt1"/>
                </a:solidFill>
                <a:latin typeface="Avant Garde Demi SFDC"/>
                <a:ea typeface="Avant Garde Demi SFDC"/>
                <a:cs typeface="Avant Garde Demi SFDC"/>
                <a:sym typeface="Avant Garde Demi SFDC"/>
              </a:defRPr>
            </a:lvl1pPr>
            <a:lvl2pPr lvl="1"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2pPr>
            <a:lvl3pPr lvl="2"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3pPr>
            <a:lvl4pPr lvl="3"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4pPr>
            <a:lvl5pPr lvl="4"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5pPr>
            <a:lvl6pPr lvl="5"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6pPr>
            <a:lvl7pPr lvl="6"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7pPr>
            <a:lvl8pPr lvl="7"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8pPr>
            <a:lvl9pPr lvl="8"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9pPr>
          </a:lstStyle>
          <a:p/>
        </p:txBody>
      </p:sp>
      <p:sp>
        <p:nvSpPr>
          <p:cNvPr id="1606" name="Google Shape;1606;p99"/>
          <p:cNvSpPr txBox="1"/>
          <p:nvPr>
            <p:ph idx="9" type="subTitle"/>
          </p:nvPr>
        </p:nvSpPr>
        <p:spPr>
          <a:xfrm>
            <a:off x="736600" y="1259971"/>
            <a:ext cx="14611800" cy="667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200"/>
              <a:buFont typeface="Salesforce Sans"/>
              <a:buNone/>
              <a:defRPr i="1" sz="3200">
                <a:solidFill>
                  <a:schemeClr val="lt1"/>
                </a:solidFill>
                <a:latin typeface="Salesforce Sans"/>
                <a:ea typeface="Salesforce Sans"/>
                <a:cs typeface="Salesforce Sans"/>
                <a:sym typeface="Salesforce Sans"/>
              </a:defRPr>
            </a:lvl1pPr>
            <a:lvl2pPr lvl="1">
              <a:spcBef>
                <a:spcPts val="180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2">
  <p:cSld name="CUSTOM_16_1_2">
    <p:bg>
      <p:bgPr>
        <a:blipFill>
          <a:blip r:embed="rId2">
            <a:alphaModFix/>
          </a:blip>
          <a:stretch>
            <a:fillRect/>
          </a:stretch>
        </a:blipFill>
      </p:bgPr>
    </p:bg>
    <p:spTree>
      <p:nvGrpSpPr>
        <p:cNvPr id="1607" name="Shape 1607"/>
        <p:cNvGrpSpPr/>
        <p:nvPr/>
      </p:nvGrpSpPr>
      <p:grpSpPr>
        <a:xfrm>
          <a:off x="0" y="0"/>
          <a:ext cx="0" cy="0"/>
          <a:chOff x="0" y="0"/>
          <a:chExt cx="0" cy="0"/>
        </a:xfrm>
      </p:grpSpPr>
      <p:sp>
        <p:nvSpPr>
          <p:cNvPr descr="alt=&quot;&quot;" id="1608" name="Google Shape;1608;p100"/>
          <p:cNvSpPr/>
          <p:nvPr/>
        </p:nvSpPr>
        <p:spPr>
          <a:xfrm>
            <a:off x="9071427" y="2127180"/>
            <a:ext cx="3580800" cy="3576600"/>
          </a:xfrm>
          <a:prstGeom prst="roundRect">
            <a:avLst>
              <a:gd fmla="val 8342" name="adj"/>
            </a:avLst>
          </a:prstGeom>
          <a:solidFill>
            <a:srgbClr val="FFFEFE"/>
          </a:solidFill>
          <a:ln>
            <a:noFill/>
          </a:ln>
        </p:spPr>
        <p:txBody>
          <a:bodyPr anchorCtr="0" anchor="ctr" bIns="59700" lIns="59700" spcFirstLastPara="1" rIns="59700" wrap="square" tIns="59700">
            <a:noAutofit/>
          </a:bodyPr>
          <a:lstStyle/>
          <a:p>
            <a:pPr indent="0" lvl="0" marL="0" marR="0" rtl="0" algn="ctr">
              <a:lnSpc>
                <a:spcPct val="90000"/>
              </a:lnSpc>
              <a:spcBef>
                <a:spcPts val="0"/>
              </a:spcBef>
              <a:spcAft>
                <a:spcPts val="0"/>
              </a:spcAft>
              <a:buClr>
                <a:srgbClr val="003366"/>
              </a:buClr>
              <a:buSzPts val="2700"/>
              <a:buFont typeface="Arial"/>
              <a:buNone/>
            </a:pPr>
            <a:r>
              <a:t/>
            </a:r>
            <a:endParaRPr b="0" i="0" sz="2700" u="none" cap="none" strike="noStrike">
              <a:solidFill>
                <a:srgbClr val="032D60"/>
              </a:solidFill>
              <a:latin typeface="Arial"/>
              <a:ea typeface="Arial"/>
              <a:cs typeface="Arial"/>
              <a:sym typeface="Arial"/>
            </a:endParaRPr>
          </a:p>
        </p:txBody>
      </p:sp>
      <p:sp>
        <p:nvSpPr>
          <p:cNvPr descr="alt=&quot;&quot;" id="1609" name="Google Shape;1609;p100"/>
          <p:cNvSpPr/>
          <p:nvPr/>
        </p:nvSpPr>
        <p:spPr>
          <a:xfrm rot="-4620">
            <a:off x="9522337" y="2421093"/>
            <a:ext cx="2679002" cy="637201"/>
          </a:xfrm>
          <a:prstGeom prst="roundRect">
            <a:avLst>
              <a:gd fmla="val 50000" name="adj"/>
            </a:avLst>
          </a:prstGeom>
          <a:solidFill>
            <a:srgbClr val="022A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EFE"/>
              </a:buClr>
              <a:buSzPts val="2500"/>
              <a:buFont typeface="Questrial"/>
              <a:buNone/>
            </a:pPr>
            <a:r>
              <a:t/>
            </a:r>
            <a:endParaRPr b="0" i="0" sz="2500" u="none" cap="none" strike="noStrike">
              <a:solidFill>
                <a:srgbClr val="032D60"/>
              </a:solidFill>
              <a:latin typeface="Arial"/>
              <a:ea typeface="Arial"/>
              <a:cs typeface="Arial"/>
              <a:sym typeface="Arial"/>
            </a:endParaRPr>
          </a:p>
        </p:txBody>
      </p:sp>
      <p:sp>
        <p:nvSpPr>
          <p:cNvPr descr="alt=&quot;&quot;" id="1610" name="Google Shape;1610;p100"/>
          <p:cNvSpPr/>
          <p:nvPr/>
        </p:nvSpPr>
        <p:spPr>
          <a:xfrm>
            <a:off x="12954587" y="2127180"/>
            <a:ext cx="3580800" cy="3576600"/>
          </a:xfrm>
          <a:prstGeom prst="roundRect">
            <a:avLst>
              <a:gd fmla="val 8224" name="adj"/>
            </a:avLst>
          </a:prstGeom>
          <a:solidFill>
            <a:srgbClr val="FFFEFE"/>
          </a:solidFill>
          <a:ln>
            <a:noFill/>
          </a:ln>
        </p:spPr>
        <p:txBody>
          <a:bodyPr anchorCtr="0" anchor="ctr" bIns="59700" lIns="59700" spcFirstLastPara="1" rIns="59700" wrap="square" tIns="59700">
            <a:noAutofit/>
          </a:bodyPr>
          <a:lstStyle/>
          <a:p>
            <a:pPr indent="0" lvl="0" marL="0" marR="0" rtl="0" algn="ctr">
              <a:lnSpc>
                <a:spcPct val="90000"/>
              </a:lnSpc>
              <a:spcBef>
                <a:spcPts val="0"/>
              </a:spcBef>
              <a:spcAft>
                <a:spcPts val="0"/>
              </a:spcAft>
              <a:buClr>
                <a:srgbClr val="003366"/>
              </a:buClr>
              <a:buSzPts val="2700"/>
              <a:buFont typeface="Arial"/>
              <a:buNone/>
            </a:pPr>
            <a:r>
              <a:t/>
            </a:r>
            <a:endParaRPr b="0" i="0" sz="2700" u="none" cap="none" strike="noStrike">
              <a:solidFill>
                <a:srgbClr val="032D60"/>
              </a:solidFill>
              <a:latin typeface="Arial"/>
              <a:ea typeface="Arial"/>
              <a:cs typeface="Arial"/>
              <a:sym typeface="Arial"/>
            </a:endParaRPr>
          </a:p>
        </p:txBody>
      </p:sp>
      <p:sp>
        <p:nvSpPr>
          <p:cNvPr descr="alt=&quot;&quot;" id="1611" name="Google Shape;1611;p100"/>
          <p:cNvSpPr/>
          <p:nvPr/>
        </p:nvSpPr>
        <p:spPr>
          <a:xfrm rot="-4620">
            <a:off x="13405498" y="2421093"/>
            <a:ext cx="2679002" cy="637201"/>
          </a:xfrm>
          <a:prstGeom prst="roundRect">
            <a:avLst>
              <a:gd fmla="val 50000" name="adj"/>
            </a:avLst>
          </a:prstGeom>
          <a:solidFill>
            <a:srgbClr val="022A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EFE"/>
              </a:buClr>
              <a:buSzPts val="2500"/>
              <a:buFont typeface="Questrial"/>
              <a:buNone/>
            </a:pPr>
            <a:r>
              <a:t/>
            </a:r>
            <a:endParaRPr b="0" i="0" sz="2500" u="none" cap="none" strike="noStrike">
              <a:solidFill>
                <a:srgbClr val="032D60"/>
              </a:solidFill>
              <a:latin typeface="Arial"/>
              <a:ea typeface="Arial"/>
              <a:cs typeface="Arial"/>
              <a:sym typeface="Arial"/>
            </a:endParaRPr>
          </a:p>
        </p:txBody>
      </p:sp>
      <p:sp>
        <p:nvSpPr>
          <p:cNvPr descr="alt=&quot;&quot;" id="1612" name="Google Shape;1612;p100"/>
          <p:cNvSpPr/>
          <p:nvPr/>
        </p:nvSpPr>
        <p:spPr>
          <a:xfrm>
            <a:off x="9071427" y="6016956"/>
            <a:ext cx="3580800" cy="3576600"/>
          </a:xfrm>
          <a:prstGeom prst="roundRect">
            <a:avLst>
              <a:gd fmla="val 8342" name="adj"/>
            </a:avLst>
          </a:prstGeom>
          <a:solidFill>
            <a:srgbClr val="FFFEFE"/>
          </a:solidFill>
          <a:ln>
            <a:noFill/>
          </a:ln>
        </p:spPr>
        <p:txBody>
          <a:bodyPr anchorCtr="0" anchor="ctr" bIns="59700" lIns="59700" spcFirstLastPara="1" rIns="59700" wrap="square" tIns="59700">
            <a:noAutofit/>
          </a:bodyPr>
          <a:lstStyle/>
          <a:p>
            <a:pPr indent="0" lvl="0" marL="0" marR="0" rtl="0" algn="ctr">
              <a:lnSpc>
                <a:spcPct val="90000"/>
              </a:lnSpc>
              <a:spcBef>
                <a:spcPts val="0"/>
              </a:spcBef>
              <a:spcAft>
                <a:spcPts val="0"/>
              </a:spcAft>
              <a:buClr>
                <a:srgbClr val="003366"/>
              </a:buClr>
              <a:buSzPts val="2700"/>
              <a:buFont typeface="Arial"/>
              <a:buNone/>
            </a:pPr>
            <a:r>
              <a:t/>
            </a:r>
            <a:endParaRPr sz="2700">
              <a:solidFill>
                <a:srgbClr val="032D60"/>
              </a:solidFill>
            </a:endParaRPr>
          </a:p>
        </p:txBody>
      </p:sp>
      <p:sp>
        <p:nvSpPr>
          <p:cNvPr descr="alt=&quot;&quot;" id="1613" name="Google Shape;1613;p100"/>
          <p:cNvSpPr/>
          <p:nvPr/>
        </p:nvSpPr>
        <p:spPr>
          <a:xfrm rot="-4620">
            <a:off x="9522337" y="6310868"/>
            <a:ext cx="2679002" cy="637201"/>
          </a:xfrm>
          <a:prstGeom prst="roundRect">
            <a:avLst>
              <a:gd fmla="val 50000" name="adj"/>
            </a:avLst>
          </a:prstGeom>
          <a:solidFill>
            <a:srgbClr val="022A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EFE"/>
              </a:buClr>
              <a:buSzPts val="2500"/>
              <a:buFont typeface="Questrial"/>
              <a:buNone/>
            </a:pPr>
            <a:r>
              <a:t/>
            </a:r>
            <a:endParaRPr b="0" i="0" sz="2500" u="none" cap="none" strike="noStrike">
              <a:solidFill>
                <a:srgbClr val="032D60"/>
              </a:solidFill>
              <a:latin typeface="Arial"/>
              <a:ea typeface="Arial"/>
              <a:cs typeface="Arial"/>
              <a:sym typeface="Arial"/>
            </a:endParaRPr>
          </a:p>
        </p:txBody>
      </p:sp>
      <p:sp>
        <p:nvSpPr>
          <p:cNvPr descr="alt=&quot;&quot;" id="1614" name="Google Shape;1614;p100"/>
          <p:cNvSpPr/>
          <p:nvPr/>
        </p:nvSpPr>
        <p:spPr>
          <a:xfrm>
            <a:off x="1025142" y="2127180"/>
            <a:ext cx="7753800" cy="7466400"/>
          </a:xfrm>
          <a:prstGeom prst="roundRect">
            <a:avLst>
              <a:gd fmla="val 4593" name="adj"/>
            </a:avLst>
          </a:prstGeom>
          <a:solidFill>
            <a:srgbClr val="FFFFFF"/>
          </a:solidFill>
          <a:ln>
            <a:noFill/>
          </a:ln>
        </p:spPr>
        <p:txBody>
          <a:bodyPr anchorCtr="0" anchor="ctr" bIns="59700" lIns="59700" spcFirstLastPara="1" rIns="59700" wrap="square" tIns="59700">
            <a:noAutofit/>
          </a:bodyPr>
          <a:lstStyle/>
          <a:p>
            <a:pPr indent="0" lvl="0" marL="0" marR="0" rtl="0" algn="ctr">
              <a:lnSpc>
                <a:spcPct val="90000"/>
              </a:lnSpc>
              <a:spcBef>
                <a:spcPts val="0"/>
              </a:spcBef>
              <a:spcAft>
                <a:spcPts val="0"/>
              </a:spcAft>
              <a:buClr>
                <a:srgbClr val="003366"/>
              </a:buClr>
              <a:buSzPts val="2700"/>
              <a:buFont typeface="Arial"/>
              <a:buNone/>
            </a:pPr>
            <a:r>
              <a:t/>
            </a:r>
            <a:endParaRPr b="0" i="0" sz="2700" u="none" cap="none" strike="noStrike">
              <a:solidFill>
                <a:srgbClr val="032D60"/>
              </a:solidFill>
              <a:latin typeface="Arial"/>
              <a:ea typeface="Arial"/>
              <a:cs typeface="Arial"/>
              <a:sym typeface="Arial"/>
            </a:endParaRPr>
          </a:p>
        </p:txBody>
      </p:sp>
      <p:sp>
        <p:nvSpPr>
          <p:cNvPr id="1615" name="Google Shape;1615;p100"/>
          <p:cNvSpPr txBox="1"/>
          <p:nvPr>
            <p:ph type="title"/>
          </p:nvPr>
        </p:nvSpPr>
        <p:spPr>
          <a:xfrm>
            <a:off x="736600" y="569121"/>
            <a:ext cx="14979600" cy="667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200"/>
              <a:buFont typeface="Avant Garde Demi SFDC"/>
              <a:buNone/>
              <a:defRPr sz="5200">
                <a:solidFill>
                  <a:schemeClr val="lt1"/>
                </a:solidFill>
                <a:latin typeface="Avant Garde Demi SFDC"/>
                <a:ea typeface="Avant Garde Demi SFDC"/>
                <a:cs typeface="Avant Garde Demi SFDC"/>
                <a:sym typeface="Avant Garde Demi SFDC"/>
              </a:defRPr>
            </a:lvl1pPr>
            <a:lvl2pPr lvl="1"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2pPr>
            <a:lvl3pPr lvl="2"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3pPr>
            <a:lvl4pPr lvl="3"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4pPr>
            <a:lvl5pPr lvl="4"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5pPr>
            <a:lvl6pPr lvl="5"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6pPr>
            <a:lvl7pPr lvl="6"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7pPr>
            <a:lvl8pPr lvl="7"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8pPr>
            <a:lvl9pPr lvl="8" algn="l">
              <a:spcBef>
                <a:spcPts val="0"/>
              </a:spcBef>
              <a:spcAft>
                <a:spcPts val="0"/>
              </a:spcAft>
              <a:buClr>
                <a:schemeClr val="lt1"/>
              </a:buClr>
              <a:buSzPts val="5600"/>
              <a:buFont typeface="Avant Garde Demi SFDC"/>
              <a:buNone/>
              <a:defRPr>
                <a:solidFill>
                  <a:schemeClr val="lt1"/>
                </a:solidFill>
                <a:latin typeface="Avant Garde Demi SFDC"/>
                <a:ea typeface="Avant Garde Demi SFDC"/>
                <a:cs typeface="Avant Garde Demi SFDC"/>
                <a:sym typeface="Avant Garde Demi SFDC"/>
              </a:defRPr>
            </a:lvl9pPr>
          </a:lstStyle>
          <a:p/>
        </p:txBody>
      </p:sp>
      <p:sp>
        <p:nvSpPr>
          <p:cNvPr id="1616" name="Google Shape;1616;p100"/>
          <p:cNvSpPr txBox="1"/>
          <p:nvPr>
            <p:ph idx="1" type="subTitle"/>
          </p:nvPr>
        </p:nvSpPr>
        <p:spPr>
          <a:xfrm>
            <a:off x="736600" y="1259971"/>
            <a:ext cx="14611800" cy="667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200"/>
              <a:buFont typeface="Salesforce Sans"/>
              <a:buNone/>
              <a:defRPr i="1" sz="3200">
                <a:solidFill>
                  <a:schemeClr val="lt1"/>
                </a:solidFill>
                <a:latin typeface="Salesforce Sans"/>
                <a:ea typeface="Salesforce Sans"/>
                <a:cs typeface="Salesforce Sans"/>
                <a:sym typeface="Salesforce Sans"/>
              </a:defRPr>
            </a:lvl1pPr>
            <a:lvl2pPr lvl="1">
              <a:spcBef>
                <a:spcPts val="180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1617" name="Google Shape;1617;p100"/>
          <p:cNvSpPr txBox="1"/>
          <p:nvPr>
            <p:ph idx="2" type="title"/>
          </p:nvPr>
        </p:nvSpPr>
        <p:spPr>
          <a:xfrm>
            <a:off x="9771900" y="2451834"/>
            <a:ext cx="2155800" cy="535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18" name="Google Shape;1618;p100"/>
          <p:cNvSpPr txBox="1"/>
          <p:nvPr>
            <p:ph idx="3" type="title"/>
          </p:nvPr>
        </p:nvSpPr>
        <p:spPr>
          <a:xfrm>
            <a:off x="13690600" y="2451834"/>
            <a:ext cx="2155800" cy="535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19" name="Google Shape;1619;p100"/>
          <p:cNvSpPr txBox="1"/>
          <p:nvPr>
            <p:ph idx="4" type="title"/>
          </p:nvPr>
        </p:nvSpPr>
        <p:spPr>
          <a:xfrm>
            <a:off x="9771900" y="6361834"/>
            <a:ext cx="2155800" cy="535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20" name="Google Shape;1620;p100"/>
          <p:cNvSpPr txBox="1"/>
          <p:nvPr>
            <p:ph idx="5" type="body"/>
          </p:nvPr>
        </p:nvSpPr>
        <p:spPr>
          <a:xfrm>
            <a:off x="1458650" y="2580200"/>
            <a:ext cx="6886800" cy="6560400"/>
          </a:xfrm>
          <a:prstGeom prst="rect">
            <a:avLst/>
          </a:prstGeom>
        </p:spPr>
        <p:txBody>
          <a:bodyPr anchorCtr="0" anchor="t" bIns="0" lIns="0" spcFirstLastPara="1" rIns="0" wrap="square" tIns="0">
            <a:noAutofit/>
          </a:bodyPr>
          <a:lstStyle>
            <a:lvl1pPr indent="-431800" lvl="0" marL="457200">
              <a:spcBef>
                <a:spcPts val="0"/>
              </a:spcBef>
              <a:spcAft>
                <a:spcPts val="0"/>
              </a:spcAft>
              <a:buSzPts val="3200"/>
              <a:buChar char="●"/>
              <a:defRPr sz="3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pic>
        <p:nvPicPr>
          <p:cNvPr id="1621" name="Google Shape;1621;p100" title="Sparkle-3D-Storytelling-Icon-Pink-Straight-RGB.png"/>
          <p:cNvPicPr preferRelativeResize="0"/>
          <p:nvPr/>
        </p:nvPicPr>
        <p:blipFill>
          <a:blip r:embed="rId3">
            <a:alphaModFix/>
          </a:blip>
          <a:stretch>
            <a:fillRect/>
          </a:stretch>
        </p:blipFill>
        <p:spPr>
          <a:xfrm rot="474014">
            <a:off x="16461825" y="5800339"/>
            <a:ext cx="1509326" cy="1509326"/>
          </a:xfrm>
          <a:prstGeom prst="rect">
            <a:avLst/>
          </a:prstGeom>
          <a:noFill/>
          <a:ln>
            <a:noFill/>
          </a:ln>
        </p:spPr>
      </p:pic>
      <p:pic>
        <p:nvPicPr>
          <p:cNvPr id="1622" name="Google Shape;1622;p100" title="Sparkle-3D-Storytelling-Icon-Yellow-Straight-RGB.png"/>
          <p:cNvPicPr preferRelativeResize="0"/>
          <p:nvPr/>
        </p:nvPicPr>
        <p:blipFill>
          <a:blip r:embed="rId4">
            <a:alphaModFix/>
          </a:blip>
          <a:stretch>
            <a:fillRect/>
          </a:stretch>
        </p:blipFill>
        <p:spPr>
          <a:xfrm>
            <a:off x="16573488" y="7623273"/>
            <a:ext cx="869751" cy="869751"/>
          </a:xfrm>
          <a:prstGeom prst="rect">
            <a:avLst/>
          </a:prstGeom>
          <a:noFill/>
          <a:ln>
            <a:noFill/>
          </a:ln>
        </p:spPr>
      </p:pic>
      <p:grpSp>
        <p:nvGrpSpPr>
          <p:cNvPr id="1623" name="Google Shape;1623;p100"/>
          <p:cNvGrpSpPr/>
          <p:nvPr/>
        </p:nvGrpSpPr>
        <p:grpSpPr>
          <a:xfrm>
            <a:off x="14497041" y="952412"/>
            <a:ext cx="1598127" cy="459104"/>
            <a:chOff x="5913125" y="1232600"/>
            <a:chExt cx="3443497" cy="989449"/>
          </a:xfrm>
        </p:grpSpPr>
        <p:sp>
          <p:nvSpPr>
            <p:cNvPr id="1624" name="Google Shape;1624;p100"/>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1625" name="Google Shape;1625;p100"/>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1626" name="Google Shape;1626;p100"/>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Boxes Layout LG">
  <p:cSld name="CUSTOM_5_1">
    <p:bg>
      <p:bgPr>
        <a:solidFill>
          <a:srgbClr val="CFE9FE"/>
        </a:solidFill>
      </p:bgPr>
    </p:bg>
    <p:spTree>
      <p:nvGrpSpPr>
        <p:cNvPr id="1627" name="Shape 1627"/>
        <p:cNvGrpSpPr/>
        <p:nvPr/>
      </p:nvGrpSpPr>
      <p:grpSpPr>
        <a:xfrm>
          <a:off x="0" y="0"/>
          <a:ext cx="0" cy="0"/>
          <a:chOff x="0" y="0"/>
          <a:chExt cx="0" cy="0"/>
        </a:xfrm>
      </p:grpSpPr>
      <p:sp>
        <p:nvSpPr>
          <p:cNvPr id="1628" name="Google Shape;1628;p101"/>
          <p:cNvSpPr txBox="1"/>
          <p:nvPr>
            <p:ph type="title"/>
          </p:nvPr>
        </p:nvSpPr>
        <p:spPr>
          <a:xfrm>
            <a:off x="857250" y="890050"/>
            <a:ext cx="13682400" cy="8454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29" name="Google Shape;1629;p101"/>
          <p:cNvSpPr/>
          <p:nvPr/>
        </p:nvSpPr>
        <p:spPr>
          <a:xfrm>
            <a:off x="4362874" y="2504004"/>
            <a:ext cx="3465600" cy="2691000"/>
          </a:xfrm>
          <a:prstGeom prst="roundRect">
            <a:avLst>
              <a:gd fmla="val 16308" name="adj"/>
            </a:avLst>
          </a:prstGeom>
          <a:solidFill>
            <a:srgbClr val="022AC0"/>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600">
              <a:solidFill>
                <a:srgbClr val="FFFFFF"/>
              </a:solidFill>
              <a:latin typeface="Avant Garde Demi SFDC"/>
              <a:ea typeface="Avant Garde Demi SFDC"/>
              <a:cs typeface="Avant Garde Demi SFDC"/>
              <a:sym typeface="Avant Garde Demi SFDC"/>
            </a:endParaRPr>
          </a:p>
        </p:txBody>
      </p:sp>
      <p:sp>
        <p:nvSpPr>
          <p:cNvPr id="1630" name="Google Shape;1630;p101"/>
          <p:cNvSpPr/>
          <p:nvPr/>
        </p:nvSpPr>
        <p:spPr>
          <a:xfrm>
            <a:off x="4362874" y="5464851"/>
            <a:ext cx="3465600" cy="2691000"/>
          </a:xfrm>
          <a:prstGeom prst="roundRect">
            <a:avLst>
              <a:gd fmla="val 16308" name="adj"/>
            </a:avLst>
          </a:prstGeom>
          <a:solidFill>
            <a:srgbClr val="022AC0"/>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600">
              <a:solidFill>
                <a:srgbClr val="FFFFFF"/>
              </a:solidFill>
              <a:latin typeface="Avant Garde Demi SFDC"/>
              <a:ea typeface="Avant Garde Demi SFDC"/>
              <a:cs typeface="Avant Garde Demi SFDC"/>
              <a:sym typeface="Avant Garde Demi SFDC"/>
            </a:endParaRPr>
          </a:p>
        </p:txBody>
      </p:sp>
      <p:sp>
        <p:nvSpPr>
          <p:cNvPr id="1631" name="Google Shape;1631;p101"/>
          <p:cNvSpPr/>
          <p:nvPr/>
        </p:nvSpPr>
        <p:spPr>
          <a:xfrm>
            <a:off x="8102977" y="3151766"/>
            <a:ext cx="3465600" cy="2691000"/>
          </a:xfrm>
          <a:prstGeom prst="roundRect">
            <a:avLst>
              <a:gd fmla="val 16509" name="adj"/>
            </a:avLst>
          </a:prstGeom>
          <a:solidFill>
            <a:schemeClr val="dk1"/>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200">
              <a:solidFill>
                <a:srgbClr val="FFFFFF"/>
              </a:solidFill>
              <a:latin typeface="Avant Garde Demi SFDC"/>
              <a:ea typeface="Avant Garde Demi SFDC"/>
              <a:cs typeface="Avant Garde Demi SFDC"/>
              <a:sym typeface="Avant Garde Demi SFDC"/>
            </a:endParaRPr>
          </a:p>
        </p:txBody>
      </p:sp>
      <p:sp>
        <p:nvSpPr>
          <p:cNvPr id="1632" name="Google Shape;1632;p101"/>
          <p:cNvSpPr/>
          <p:nvPr/>
        </p:nvSpPr>
        <p:spPr>
          <a:xfrm>
            <a:off x="8102977" y="6112613"/>
            <a:ext cx="3465600" cy="2691000"/>
          </a:xfrm>
          <a:prstGeom prst="roundRect">
            <a:avLst>
              <a:gd fmla="val 15708" name="adj"/>
            </a:avLst>
          </a:prstGeom>
          <a:solidFill>
            <a:schemeClr val="dk1"/>
          </a:solidFill>
          <a:ln>
            <a:noFill/>
          </a:ln>
        </p:spPr>
        <p:txBody>
          <a:bodyPr anchorCtr="0" anchor="ctr" bIns="186150" lIns="186150" spcFirstLastPara="1" rIns="186150" wrap="square" tIns="186150">
            <a:noAutofit/>
          </a:bodyPr>
          <a:lstStyle/>
          <a:p>
            <a:pPr indent="0" lvl="0" marL="0" rtl="0" algn="ctr">
              <a:spcBef>
                <a:spcPts val="0"/>
              </a:spcBef>
              <a:spcAft>
                <a:spcPts val="0"/>
              </a:spcAft>
              <a:buNone/>
            </a:pPr>
            <a:r>
              <a:t/>
            </a:r>
            <a:endParaRPr sz="2200">
              <a:solidFill>
                <a:srgbClr val="FFFFFF"/>
              </a:solidFill>
              <a:latin typeface="Avant Garde Demi SFDC"/>
              <a:ea typeface="Avant Garde Demi SFDC"/>
              <a:cs typeface="Avant Garde Demi SFDC"/>
              <a:sym typeface="Avant Garde Demi SFDC"/>
            </a:endParaRPr>
          </a:p>
        </p:txBody>
      </p:sp>
      <p:sp>
        <p:nvSpPr>
          <p:cNvPr id="1633" name="Google Shape;1633;p101"/>
          <p:cNvSpPr/>
          <p:nvPr/>
        </p:nvSpPr>
        <p:spPr>
          <a:xfrm>
            <a:off x="622771" y="3151766"/>
            <a:ext cx="3465600" cy="2691000"/>
          </a:xfrm>
          <a:prstGeom prst="roundRect">
            <a:avLst>
              <a:gd fmla="val 16308" name="adj"/>
            </a:avLst>
          </a:prstGeom>
          <a:solidFill>
            <a:srgbClr val="1AB9FF"/>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7000">
              <a:solidFill>
                <a:srgbClr val="FFFFFF"/>
              </a:solidFill>
              <a:latin typeface="Avant Garde Demi SFDC"/>
              <a:ea typeface="Avant Garde Demi SFDC"/>
              <a:cs typeface="Avant Garde Demi SFDC"/>
              <a:sym typeface="Avant Garde Demi SFDC"/>
            </a:endParaRPr>
          </a:p>
        </p:txBody>
      </p:sp>
      <p:sp>
        <p:nvSpPr>
          <p:cNvPr id="1634" name="Google Shape;1634;p101"/>
          <p:cNvSpPr/>
          <p:nvPr/>
        </p:nvSpPr>
        <p:spPr>
          <a:xfrm>
            <a:off x="622771" y="6112613"/>
            <a:ext cx="3465600" cy="2691000"/>
          </a:xfrm>
          <a:prstGeom prst="roundRect">
            <a:avLst>
              <a:gd fmla="val 16308" name="adj"/>
            </a:avLst>
          </a:prstGeom>
          <a:solidFill>
            <a:srgbClr val="1AB9FF"/>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600">
              <a:solidFill>
                <a:srgbClr val="FFFFFF"/>
              </a:solidFill>
              <a:latin typeface="Avant Garde Demi SFDC"/>
              <a:ea typeface="Avant Garde Demi SFDC"/>
              <a:cs typeface="Avant Garde Demi SFDC"/>
              <a:sym typeface="Avant Garde Demi SFDC"/>
            </a:endParaRPr>
          </a:p>
        </p:txBody>
      </p:sp>
      <p:sp>
        <p:nvSpPr>
          <p:cNvPr id="1635" name="Google Shape;1635;p101"/>
          <p:cNvSpPr/>
          <p:nvPr/>
        </p:nvSpPr>
        <p:spPr>
          <a:xfrm>
            <a:off x="12102775" y="2952663"/>
            <a:ext cx="2670600" cy="2374800"/>
          </a:xfrm>
          <a:prstGeom prst="roundRect">
            <a:avLst>
              <a:gd fmla="val 11280" name="adj"/>
            </a:avLst>
          </a:prstGeom>
          <a:solidFill>
            <a:srgbClr val="FEFEFE"/>
          </a:solidFill>
          <a:ln cap="flat" cmpd="sng" w="14550">
            <a:solidFill>
              <a:srgbClr val="FEFEFE"/>
            </a:solidFill>
            <a:prstDash val="solid"/>
            <a:round/>
            <a:headEnd len="sm" w="sm" type="none"/>
            <a:tailEnd len="sm" w="sm" type="none"/>
          </a:ln>
        </p:spPr>
        <p:txBody>
          <a:bodyPr anchorCtr="0" anchor="ctr" bIns="186150" lIns="139650" spcFirstLastPara="1" rIns="139650" wrap="square" tIns="186150">
            <a:noAutofit/>
          </a:bodyPr>
          <a:lstStyle/>
          <a:p>
            <a:pPr indent="0" lvl="0" marL="0" rtl="0" algn="ctr">
              <a:lnSpc>
                <a:spcPct val="80000"/>
              </a:lnSpc>
              <a:spcBef>
                <a:spcPts val="0"/>
              </a:spcBef>
              <a:spcAft>
                <a:spcPts val="1600"/>
              </a:spcAft>
              <a:buNone/>
            </a:pPr>
            <a:r>
              <a:t/>
            </a:r>
            <a:endParaRPr sz="1800">
              <a:solidFill>
                <a:srgbClr val="032D60"/>
              </a:solidFill>
              <a:latin typeface="Salesforce Sans"/>
              <a:ea typeface="Salesforce Sans"/>
              <a:cs typeface="Salesforce Sans"/>
              <a:sym typeface="Salesforce Sans"/>
            </a:endParaRPr>
          </a:p>
        </p:txBody>
      </p:sp>
      <p:sp>
        <p:nvSpPr>
          <p:cNvPr id="1636" name="Google Shape;1636;p101"/>
          <p:cNvSpPr/>
          <p:nvPr/>
        </p:nvSpPr>
        <p:spPr>
          <a:xfrm>
            <a:off x="14988754" y="3765441"/>
            <a:ext cx="2670600" cy="2374800"/>
          </a:xfrm>
          <a:prstGeom prst="roundRect">
            <a:avLst>
              <a:gd fmla="val 14343" name="adj"/>
            </a:avLst>
          </a:prstGeom>
          <a:solidFill>
            <a:srgbClr val="FEFEFE"/>
          </a:solidFill>
          <a:ln cap="flat" cmpd="sng" w="14550">
            <a:solidFill>
              <a:srgbClr val="FEFEFE"/>
            </a:solidFill>
            <a:prstDash val="solid"/>
            <a:round/>
            <a:headEnd len="sm" w="sm" type="none"/>
            <a:tailEnd len="sm" w="sm" type="none"/>
          </a:ln>
        </p:spPr>
        <p:txBody>
          <a:bodyPr anchorCtr="0" anchor="ctr" bIns="186150" lIns="139650" spcFirstLastPara="1" rIns="139650" wrap="square" tIns="186150">
            <a:noAutofit/>
          </a:bodyPr>
          <a:lstStyle/>
          <a:p>
            <a:pPr indent="0" lvl="0" marL="0" rtl="0" algn="ctr">
              <a:lnSpc>
                <a:spcPct val="80000"/>
              </a:lnSpc>
              <a:spcBef>
                <a:spcPts val="0"/>
              </a:spcBef>
              <a:spcAft>
                <a:spcPts val="1600"/>
              </a:spcAft>
              <a:buNone/>
            </a:pPr>
            <a:r>
              <a:t/>
            </a:r>
            <a:endParaRPr b="1" sz="2200">
              <a:solidFill>
                <a:srgbClr val="032D60"/>
              </a:solidFill>
              <a:latin typeface="Salesforce Sans"/>
              <a:ea typeface="Salesforce Sans"/>
              <a:cs typeface="Salesforce Sans"/>
              <a:sym typeface="Salesforce Sans"/>
            </a:endParaRPr>
          </a:p>
        </p:txBody>
      </p:sp>
      <p:sp>
        <p:nvSpPr>
          <p:cNvPr id="1637" name="Google Shape;1637;p101"/>
          <p:cNvSpPr/>
          <p:nvPr/>
        </p:nvSpPr>
        <p:spPr>
          <a:xfrm>
            <a:off x="12102775" y="5616005"/>
            <a:ext cx="2670600" cy="2374800"/>
          </a:xfrm>
          <a:prstGeom prst="roundRect">
            <a:avLst>
              <a:gd fmla="val 16667" name="adj"/>
            </a:avLst>
          </a:prstGeom>
          <a:solidFill>
            <a:srgbClr val="FEFEFE"/>
          </a:solidFill>
          <a:ln cap="flat" cmpd="sng" w="14550">
            <a:solidFill>
              <a:srgbClr val="FEFEFE"/>
            </a:solidFill>
            <a:prstDash val="solid"/>
            <a:round/>
            <a:headEnd len="sm" w="sm" type="none"/>
            <a:tailEnd len="sm" w="sm" type="none"/>
          </a:ln>
        </p:spPr>
        <p:txBody>
          <a:bodyPr anchorCtr="0" anchor="ctr" bIns="186150" lIns="0" spcFirstLastPara="1" rIns="0" wrap="square" tIns="186150">
            <a:noAutofit/>
          </a:bodyPr>
          <a:lstStyle/>
          <a:p>
            <a:pPr indent="0" lvl="0" marL="0" rtl="0" algn="ctr">
              <a:lnSpc>
                <a:spcPct val="80000"/>
              </a:lnSpc>
              <a:spcBef>
                <a:spcPts val="0"/>
              </a:spcBef>
              <a:spcAft>
                <a:spcPts val="1600"/>
              </a:spcAft>
              <a:buNone/>
            </a:pPr>
            <a:r>
              <a:t/>
            </a:r>
            <a:endParaRPr b="1" sz="2200">
              <a:solidFill>
                <a:srgbClr val="032D60"/>
              </a:solidFill>
              <a:latin typeface="Salesforce Sans"/>
              <a:ea typeface="Salesforce Sans"/>
              <a:cs typeface="Salesforce Sans"/>
              <a:sym typeface="Salesforce Sans"/>
            </a:endParaRPr>
          </a:p>
        </p:txBody>
      </p:sp>
      <p:sp>
        <p:nvSpPr>
          <p:cNvPr id="1638" name="Google Shape;1638;p101"/>
          <p:cNvSpPr/>
          <p:nvPr/>
        </p:nvSpPr>
        <p:spPr>
          <a:xfrm>
            <a:off x="14988754" y="6428784"/>
            <a:ext cx="2670600" cy="2374800"/>
          </a:xfrm>
          <a:prstGeom prst="roundRect">
            <a:avLst>
              <a:gd fmla="val 14343" name="adj"/>
            </a:avLst>
          </a:prstGeom>
          <a:solidFill>
            <a:srgbClr val="FEFEFE"/>
          </a:solidFill>
          <a:ln cap="flat" cmpd="sng" w="14550">
            <a:solidFill>
              <a:srgbClr val="FEFEFE"/>
            </a:solidFill>
            <a:prstDash val="solid"/>
            <a:round/>
            <a:headEnd len="sm" w="sm" type="none"/>
            <a:tailEnd len="sm" w="sm" type="none"/>
          </a:ln>
        </p:spPr>
        <p:txBody>
          <a:bodyPr anchorCtr="0" anchor="ctr" bIns="186150" lIns="139650" spcFirstLastPara="1" rIns="139650" wrap="square" tIns="186150">
            <a:noAutofit/>
          </a:bodyPr>
          <a:lstStyle/>
          <a:p>
            <a:pPr indent="0" lvl="0" marL="0" rtl="0" algn="ctr">
              <a:lnSpc>
                <a:spcPct val="80000"/>
              </a:lnSpc>
              <a:spcBef>
                <a:spcPts val="0"/>
              </a:spcBef>
              <a:spcAft>
                <a:spcPts val="1600"/>
              </a:spcAft>
              <a:buNone/>
            </a:pPr>
            <a:r>
              <a:t/>
            </a:r>
            <a:endParaRPr b="1" sz="2200">
              <a:solidFill>
                <a:srgbClr val="032D60"/>
              </a:solidFill>
              <a:latin typeface="Salesforce Sans"/>
              <a:ea typeface="Salesforce Sans"/>
              <a:cs typeface="Salesforce Sans"/>
              <a:sym typeface="Salesforce Sans"/>
            </a:endParaRPr>
          </a:p>
        </p:txBody>
      </p:sp>
      <p:sp>
        <p:nvSpPr>
          <p:cNvPr id="1639" name="Google Shape;1639;p101"/>
          <p:cNvSpPr txBox="1"/>
          <p:nvPr>
            <p:ph idx="2" type="title"/>
          </p:nvPr>
        </p:nvSpPr>
        <p:spPr>
          <a:xfrm>
            <a:off x="1434750" y="3472825"/>
            <a:ext cx="17028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40" name="Google Shape;1640;p101"/>
          <p:cNvSpPr txBox="1"/>
          <p:nvPr>
            <p:ph idx="1" type="subTitle"/>
          </p:nvPr>
        </p:nvSpPr>
        <p:spPr>
          <a:xfrm>
            <a:off x="1012050" y="4770600"/>
            <a:ext cx="25482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41" name="Google Shape;1641;p101"/>
          <p:cNvSpPr txBox="1"/>
          <p:nvPr>
            <p:ph idx="3" type="title"/>
          </p:nvPr>
        </p:nvSpPr>
        <p:spPr>
          <a:xfrm>
            <a:off x="5244275" y="2777763"/>
            <a:ext cx="17028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42" name="Google Shape;1642;p101"/>
          <p:cNvSpPr txBox="1"/>
          <p:nvPr>
            <p:ph idx="4" type="subTitle"/>
          </p:nvPr>
        </p:nvSpPr>
        <p:spPr>
          <a:xfrm>
            <a:off x="4821575" y="4075538"/>
            <a:ext cx="25482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43" name="Google Shape;1643;p101"/>
          <p:cNvSpPr txBox="1"/>
          <p:nvPr>
            <p:ph idx="5" type="title"/>
          </p:nvPr>
        </p:nvSpPr>
        <p:spPr>
          <a:xfrm>
            <a:off x="5149500" y="5786400"/>
            <a:ext cx="17028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44" name="Google Shape;1644;p101"/>
          <p:cNvSpPr txBox="1"/>
          <p:nvPr>
            <p:ph idx="6" type="subTitle"/>
          </p:nvPr>
        </p:nvSpPr>
        <p:spPr>
          <a:xfrm>
            <a:off x="4726800" y="7084175"/>
            <a:ext cx="25482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45" name="Google Shape;1645;p101"/>
          <p:cNvSpPr txBox="1"/>
          <p:nvPr>
            <p:ph idx="7" type="title"/>
          </p:nvPr>
        </p:nvSpPr>
        <p:spPr>
          <a:xfrm>
            <a:off x="1434750" y="6386388"/>
            <a:ext cx="17028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46" name="Google Shape;1646;p101"/>
          <p:cNvSpPr txBox="1"/>
          <p:nvPr>
            <p:ph idx="8" type="subTitle"/>
          </p:nvPr>
        </p:nvSpPr>
        <p:spPr>
          <a:xfrm>
            <a:off x="1012050" y="7684163"/>
            <a:ext cx="25482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47" name="Google Shape;1647;p101"/>
          <p:cNvSpPr txBox="1"/>
          <p:nvPr>
            <p:ph idx="9" type="title"/>
          </p:nvPr>
        </p:nvSpPr>
        <p:spPr>
          <a:xfrm>
            <a:off x="8984375" y="3425525"/>
            <a:ext cx="17028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48" name="Google Shape;1648;p101"/>
          <p:cNvSpPr txBox="1"/>
          <p:nvPr>
            <p:ph idx="13" type="subTitle"/>
          </p:nvPr>
        </p:nvSpPr>
        <p:spPr>
          <a:xfrm>
            <a:off x="8561675" y="4723300"/>
            <a:ext cx="25482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49" name="Google Shape;1649;p101"/>
          <p:cNvSpPr txBox="1"/>
          <p:nvPr>
            <p:ph idx="14" type="title"/>
          </p:nvPr>
        </p:nvSpPr>
        <p:spPr>
          <a:xfrm>
            <a:off x="8984375" y="6386388"/>
            <a:ext cx="17028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50" name="Google Shape;1650;p101"/>
          <p:cNvSpPr txBox="1"/>
          <p:nvPr>
            <p:ph idx="15" type="subTitle"/>
          </p:nvPr>
        </p:nvSpPr>
        <p:spPr>
          <a:xfrm>
            <a:off x="8561675" y="7684163"/>
            <a:ext cx="25482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51" name="Google Shape;1651;p101"/>
          <p:cNvSpPr txBox="1"/>
          <p:nvPr>
            <p:ph idx="16" type="title"/>
          </p:nvPr>
        </p:nvSpPr>
        <p:spPr>
          <a:xfrm>
            <a:off x="12382500" y="3220650"/>
            <a:ext cx="2095800" cy="544800"/>
          </a:xfrm>
          <a:prstGeom prst="rect">
            <a:avLst/>
          </a:prstGeom>
        </p:spPr>
        <p:txBody>
          <a:bodyPr anchorCtr="0" anchor="t" bIns="0" lIns="0" spcFirstLastPara="1" rIns="0" wrap="square" tIns="0">
            <a:noAutofit/>
          </a:bodyPr>
          <a:lstStyle>
            <a:lvl1pPr lvl="0" algn="ctr">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52" name="Google Shape;1652;p101"/>
          <p:cNvSpPr txBox="1"/>
          <p:nvPr>
            <p:ph idx="17" type="body"/>
          </p:nvPr>
        </p:nvSpPr>
        <p:spPr>
          <a:xfrm>
            <a:off x="12336775" y="3863250"/>
            <a:ext cx="2202600" cy="1145400"/>
          </a:xfrm>
          <a:prstGeom prst="rect">
            <a:avLst/>
          </a:prstGeom>
        </p:spPr>
        <p:txBody>
          <a:bodyPr anchorCtr="0" anchor="t" bIns="0" lIns="0" spcFirstLastPara="1" rIns="0" wrap="square" tIns="0">
            <a:noAutofit/>
          </a:bodyPr>
          <a:lstStyle>
            <a:lvl1pPr indent="-355600" lvl="0" marL="457200">
              <a:lnSpc>
                <a:spcPct val="100000"/>
              </a:lnSpc>
              <a:spcBef>
                <a:spcPts val="0"/>
              </a:spcBef>
              <a:spcAft>
                <a:spcPts val="0"/>
              </a:spcAft>
              <a:buSzPts val="2000"/>
              <a:buChar char="●"/>
              <a:defRPr sz="2000"/>
            </a:lvl1pPr>
            <a:lvl2pPr indent="-393700" lvl="1" marL="914400">
              <a:lnSpc>
                <a:spcPct val="100000"/>
              </a:lnSpc>
              <a:spcBef>
                <a:spcPts val="1800"/>
              </a:spcBef>
              <a:spcAft>
                <a:spcPts val="0"/>
              </a:spcAft>
              <a:buSzPts val="2600"/>
              <a:buChar char="○"/>
              <a:defRPr/>
            </a:lvl2pPr>
            <a:lvl3pPr indent="-381000" lvl="2" marL="1371600">
              <a:lnSpc>
                <a:spcPct val="100000"/>
              </a:lnSpc>
              <a:spcBef>
                <a:spcPts val="1800"/>
              </a:spcBef>
              <a:spcAft>
                <a:spcPts val="0"/>
              </a:spcAft>
              <a:buSzPts val="2400"/>
              <a:buChar char="■"/>
              <a:defRPr/>
            </a:lvl3pPr>
            <a:lvl4pPr indent="-368300" lvl="3" marL="1828800">
              <a:lnSpc>
                <a:spcPct val="100000"/>
              </a:lnSpc>
              <a:spcBef>
                <a:spcPts val="1800"/>
              </a:spcBef>
              <a:spcAft>
                <a:spcPts val="0"/>
              </a:spcAft>
              <a:buSzPts val="2200"/>
              <a:buChar char="●"/>
              <a:defRPr/>
            </a:lvl4pPr>
            <a:lvl5pPr indent="-355600" lvl="4" marL="2286000">
              <a:lnSpc>
                <a:spcPct val="100000"/>
              </a:lnSpc>
              <a:spcBef>
                <a:spcPts val="1800"/>
              </a:spcBef>
              <a:spcAft>
                <a:spcPts val="0"/>
              </a:spcAft>
              <a:buSzPts val="2000"/>
              <a:buChar char="○"/>
              <a:defRPr/>
            </a:lvl5pPr>
            <a:lvl6pPr indent="-342900" lvl="5" marL="2743200">
              <a:lnSpc>
                <a:spcPct val="100000"/>
              </a:lnSpc>
              <a:spcBef>
                <a:spcPts val="1800"/>
              </a:spcBef>
              <a:spcAft>
                <a:spcPts val="0"/>
              </a:spcAft>
              <a:buSzPts val="1800"/>
              <a:buChar char="■"/>
              <a:defRPr/>
            </a:lvl6pPr>
            <a:lvl7pPr indent="-342900" lvl="6" marL="3200400">
              <a:lnSpc>
                <a:spcPct val="100000"/>
              </a:lnSpc>
              <a:spcBef>
                <a:spcPts val="1800"/>
              </a:spcBef>
              <a:spcAft>
                <a:spcPts val="0"/>
              </a:spcAft>
              <a:buSzPts val="1800"/>
              <a:buChar char="●"/>
              <a:defRPr/>
            </a:lvl7pPr>
            <a:lvl8pPr indent="-342900" lvl="7" marL="3657600">
              <a:lnSpc>
                <a:spcPct val="100000"/>
              </a:lnSpc>
              <a:spcBef>
                <a:spcPts val="1800"/>
              </a:spcBef>
              <a:spcAft>
                <a:spcPts val="0"/>
              </a:spcAft>
              <a:buSzPts val="1800"/>
              <a:buChar char="○"/>
              <a:defRPr/>
            </a:lvl8pPr>
            <a:lvl9pPr indent="-342900" lvl="8" marL="4114800">
              <a:lnSpc>
                <a:spcPct val="100000"/>
              </a:lnSpc>
              <a:spcBef>
                <a:spcPts val="1800"/>
              </a:spcBef>
              <a:spcAft>
                <a:spcPts val="1800"/>
              </a:spcAft>
              <a:buSzPts val="1800"/>
              <a:buChar char="■"/>
              <a:defRPr/>
            </a:lvl9pPr>
          </a:lstStyle>
          <a:p/>
        </p:txBody>
      </p:sp>
      <p:sp>
        <p:nvSpPr>
          <p:cNvPr id="1653" name="Google Shape;1653;p101"/>
          <p:cNvSpPr txBox="1"/>
          <p:nvPr>
            <p:ph idx="18" type="title"/>
          </p:nvPr>
        </p:nvSpPr>
        <p:spPr>
          <a:xfrm>
            <a:off x="15268475" y="4058700"/>
            <a:ext cx="2095800" cy="544800"/>
          </a:xfrm>
          <a:prstGeom prst="rect">
            <a:avLst/>
          </a:prstGeom>
        </p:spPr>
        <p:txBody>
          <a:bodyPr anchorCtr="0" anchor="t" bIns="0" lIns="0" spcFirstLastPara="1" rIns="0" wrap="square" tIns="0">
            <a:noAutofit/>
          </a:bodyPr>
          <a:lstStyle>
            <a:lvl1pPr lvl="0" algn="ctr">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54" name="Google Shape;1654;p101"/>
          <p:cNvSpPr txBox="1"/>
          <p:nvPr>
            <p:ph idx="19" type="body"/>
          </p:nvPr>
        </p:nvSpPr>
        <p:spPr>
          <a:xfrm>
            <a:off x="15222750" y="4701300"/>
            <a:ext cx="2202600" cy="1145400"/>
          </a:xfrm>
          <a:prstGeom prst="rect">
            <a:avLst/>
          </a:prstGeom>
        </p:spPr>
        <p:txBody>
          <a:bodyPr anchorCtr="0" anchor="t" bIns="0" lIns="0" spcFirstLastPara="1" rIns="0" wrap="square" tIns="0">
            <a:noAutofit/>
          </a:bodyPr>
          <a:lstStyle>
            <a:lvl1pPr indent="-355600" lvl="0" marL="457200">
              <a:lnSpc>
                <a:spcPct val="100000"/>
              </a:lnSpc>
              <a:spcBef>
                <a:spcPts val="0"/>
              </a:spcBef>
              <a:spcAft>
                <a:spcPts val="0"/>
              </a:spcAft>
              <a:buSzPts val="2000"/>
              <a:buChar char="●"/>
              <a:defRPr sz="2000"/>
            </a:lvl1pPr>
            <a:lvl2pPr indent="-393700" lvl="1" marL="914400">
              <a:lnSpc>
                <a:spcPct val="100000"/>
              </a:lnSpc>
              <a:spcBef>
                <a:spcPts val="1800"/>
              </a:spcBef>
              <a:spcAft>
                <a:spcPts val="0"/>
              </a:spcAft>
              <a:buSzPts val="2600"/>
              <a:buChar char="○"/>
              <a:defRPr/>
            </a:lvl2pPr>
            <a:lvl3pPr indent="-381000" lvl="2" marL="1371600">
              <a:lnSpc>
                <a:spcPct val="100000"/>
              </a:lnSpc>
              <a:spcBef>
                <a:spcPts val="1800"/>
              </a:spcBef>
              <a:spcAft>
                <a:spcPts val="0"/>
              </a:spcAft>
              <a:buSzPts val="2400"/>
              <a:buChar char="■"/>
              <a:defRPr/>
            </a:lvl3pPr>
            <a:lvl4pPr indent="-368300" lvl="3" marL="1828800">
              <a:lnSpc>
                <a:spcPct val="100000"/>
              </a:lnSpc>
              <a:spcBef>
                <a:spcPts val="1800"/>
              </a:spcBef>
              <a:spcAft>
                <a:spcPts val="0"/>
              </a:spcAft>
              <a:buSzPts val="2200"/>
              <a:buChar char="●"/>
              <a:defRPr/>
            </a:lvl4pPr>
            <a:lvl5pPr indent="-355600" lvl="4" marL="2286000">
              <a:lnSpc>
                <a:spcPct val="100000"/>
              </a:lnSpc>
              <a:spcBef>
                <a:spcPts val="1800"/>
              </a:spcBef>
              <a:spcAft>
                <a:spcPts val="0"/>
              </a:spcAft>
              <a:buSzPts val="2000"/>
              <a:buChar char="○"/>
              <a:defRPr/>
            </a:lvl5pPr>
            <a:lvl6pPr indent="-342900" lvl="5" marL="2743200">
              <a:lnSpc>
                <a:spcPct val="100000"/>
              </a:lnSpc>
              <a:spcBef>
                <a:spcPts val="1800"/>
              </a:spcBef>
              <a:spcAft>
                <a:spcPts val="0"/>
              </a:spcAft>
              <a:buSzPts val="1800"/>
              <a:buChar char="■"/>
              <a:defRPr/>
            </a:lvl6pPr>
            <a:lvl7pPr indent="-342900" lvl="6" marL="3200400">
              <a:lnSpc>
                <a:spcPct val="100000"/>
              </a:lnSpc>
              <a:spcBef>
                <a:spcPts val="1800"/>
              </a:spcBef>
              <a:spcAft>
                <a:spcPts val="0"/>
              </a:spcAft>
              <a:buSzPts val="1800"/>
              <a:buChar char="●"/>
              <a:defRPr/>
            </a:lvl7pPr>
            <a:lvl8pPr indent="-342900" lvl="7" marL="3657600">
              <a:lnSpc>
                <a:spcPct val="100000"/>
              </a:lnSpc>
              <a:spcBef>
                <a:spcPts val="1800"/>
              </a:spcBef>
              <a:spcAft>
                <a:spcPts val="0"/>
              </a:spcAft>
              <a:buSzPts val="1800"/>
              <a:buChar char="○"/>
              <a:defRPr/>
            </a:lvl8pPr>
            <a:lvl9pPr indent="-342900" lvl="8" marL="4114800">
              <a:lnSpc>
                <a:spcPct val="100000"/>
              </a:lnSpc>
              <a:spcBef>
                <a:spcPts val="1800"/>
              </a:spcBef>
              <a:spcAft>
                <a:spcPts val="1800"/>
              </a:spcAft>
              <a:buSzPts val="1800"/>
              <a:buChar char="■"/>
              <a:defRPr/>
            </a:lvl9pPr>
          </a:lstStyle>
          <a:p/>
        </p:txBody>
      </p:sp>
      <p:sp>
        <p:nvSpPr>
          <p:cNvPr id="1655" name="Google Shape;1655;p101"/>
          <p:cNvSpPr txBox="1"/>
          <p:nvPr>
            <p:ph idx="20" type="title"/>
          </p:nvPr>
        </p:nvSpPr>
        <p:spPr>
          <a:xfrm>
            <a:off x="12374675" y="5916200"/>
            <a:ext cx="2095800" cy="544800"/>
          </a:xfrm>
          <a:prstGeom prst="rect">
            <a:avLst/>
          </a:prstGeom>
        </p:spPr>
        <p:txBody>
          <a:bodyPr anchorCtr="0" anchor="t" bIns="0" lIns="0" spcFirstLastPara="1" rIns="0" wrap="square" tIns="0">
            <a:noAutofit/>
          </a:bodyPr>
          <a:lstStyle>
            <a:lvl1pPr lvl="0" algn="ctr">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56" name="Google Shape;1656;p101"/>
          <p:cNvSpPr txBox="1"/>
          <p:nvPr>
            <p:ph idx="21" type="body"/>
          </p:nvPr>
        </p:nvSpPr>
        <p:spPr>
          <a:xfrm>
            <a:off x="12328950" y="6558800"/>
            <a:ext cx="2202600" cy="1145400"/>
          </a:xfrm>
          <a:prstGeom prst="rect">
            <a:avLst/>
          </a:prstGeom>
        </p:spPr>
        <p:txBody>
          <a:bodyPr anchorCtr="0" anchor="t" bIns="0" lIns="0" spcFirstLastPara="1" rIns="0" wrap="square" tIns="0">
            <a:noAutofit/>
          </a:bodyPr>
          <a:lstStyle>
            <a:lvl1pPr indent="-355600" lvl="0" marL="457200">
              <a:lnSpc>
                <a:spcPct val="100000"/>
              </a:lnSpc>
              <a:spcBef>
                <a:spcPts val="0"/>
              </a:spcBef>
              <a:spcAft>
                <a:spcPts val="0"/>
              </a:spcAft>
              <a:buSzPts val="2000"/>
              <a:buChar char="●"/>
              <a:defRPr sz="2000"/>
            </a:lvl1pPr>
            <a:lvl2pPr indent="-393700" lvl="1" marL="914400">
              <a:lnSpc>
                <a:spcPct val="100000"/>
              </a:lnSpc>
              <a:spcBef>
                <a:spcPts val="1800"/>
              </a:spcBef>
              <a:spcAft>
                <a:spcPts val="0"/>
              </a:spcAft>
              <a:buSzPts val="2600"/>
              <a:buChar char="○"/>
              <a:defRPr/>
            </a:lvl2pPr>
            <a:lvl3pPr indent="-381000" lvl="2" marL="1371600">
              <a:lnSpc>
                <a:spcPct val="100000"/>
              </a:lnSpc>
              <a:spcBef>
                <a:spcPts val="1800"/>
              </a:spcBef>
              <a:spcAft>
                <a:spcPts val="0"/>
              </a:spcAft>
              <a:buSzPts val="2400"/>
              <a:buChar char="■"/>
              <a:defRPr/>
            </a:lvl3pPr>
            <a:lvl4pPr indent="-368300" lvl="3" marL="1828800">
              <a:lnSpc>
                <a:spcPct val="100000"/>
              </a:lnSpc>
              <a:spcBef>
                <a:spcPts val="1800"/>
              </a:spcBef>
              <a:spcAft>
                <a:spcPts val="0"/>
              </a:spcAft>
              <a:buSzPts val="2200"/>
              <a:buChar char="●"/>
              <a:defRPr/>
            </a:lvl4pPr>
            <a:lvl5pPr indent="-355600" lvl="4" marL="2286000">
              <a:lnSpc>
                <a:spcPct val="100000"/>
              </a:lnSpc>
              <a:spcBef>
                <a:spcPts val="1800"/>
              </a:spcBef>
              <a:spcAft>
                <a:spcPts val="0"/>
              </a:spcAft>
              <a:buSzPts val="2000"/>
              <a:buChar char="○"/>
              <a:defRPr/>
            </a:lvl5pPr>
            <a:lvl6pPr indent="-342900" lvl="5" marL="2743200">
              <a:lnSpc>
                <a:spcPct val="100000"/>
              </a:lnSpc>
              <a:spcBef>
                <a:spcPts val="1800"/>
              </a:spcBef>
              <a:spcAft>
                <a:spcPts val="0"/>
              </a:spcAft>
              <a:buSzPts val="1800"/>
              <a:buChar char="■"/>
              <a:defRPr/>
            </a:lvl6pPr>
            <a:lvl7pPr indent="-342900" lvl="6" marL="3200400">
              <a:lnSpc>
                <a:spcPct val="100000"/>
              </a:lnSpc>
              <a:spcBef>
                <a:spcPts val="1800"/>
              </a:spcBef>
              <a:spcAft>
                <a:spcPts val="0"/>
              </a:spcAft>
              <a:buSzPts val="1800"/>
              <a:buChar char="●"/>
              <a:defRPr/>
            </a:lvl7pPr>
            <a:lvl8pPr indent="-342900" lvl="7" marL="3657600">
              <a:lnSpc>
                <a:spcPct val="100000"/>
              </a:lnSpc>
              <a:spcBef>
                <a:spcPts val="1800"/>
              </a:spcBef>
              <a:spcAft>
                <a:spcPts val="0"/>
              </a:spcAft>
              <a:buSzPts val="1800"/>
              <a:buChar char="○"/>
              <a:defRPr/>
            </a:lvl8pPr>
            <a:lvl9pPr indent="-342900" lvl="8" marL="4114800">
              <a:lnSpc>
                <a:spcPct val="100000"/>
              </a:lnSpc>
              <a:spcBef>
                <a:spcPts val="1800"/>
              </a:spcBef>
              <a:spcAft>
                <a:spcPts val="1800"/>
              </a:spcAft>
              <a:buSzPts val="1800"/>
              <a:buChar char="■"/>
              <a:defRPr/>
            </a:lvl9pPr>
          </a:lstStyle>
          <a:p/>
        </p:txBody>
      </p:sp>
      <p:sp>
        <p:nvSpPr>
          <p:cNvPr id="1657" name="Google Shape;1657;p101"/>
          <p:cNvSpPr txBox="1"/>
          <p:nvPr>
            <p:ph idx="22" type="title"/>
          </p:nvPr>
        </p:nvSpPr>
        <p:spPr>
          <a:xfrm>
            <a:off x="15260650" y="6722025"/>
            <a:ext cx="2095800" cy="544800"/>
          </a:xfrm>
          <a:prstGeom prst="rect">
            <a:avLst/>
          </a:prstGeom>
        </p:spPr>
        <p:txBody>
          <a:bodyPr anchorCtr="0" anchor="t" bIns="0" lIns="0" spcFirstLastPara="1" rIns="0" wrap="square" tIns="0">
            <a:noAutofit/>
          </a:bodyPr>
          <a:lstStyle>
            <a:lvl1pPr lvl="0" algn="ctr">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58" name="Google Shape;1658;p101"/>
          <p:cNvSpPr txBox="1"/>
          <p:nvPr>
            <p:ph idx="23" type="body"/>
          </p:nvPr>
        </p:nvSpPr>
        <p:spPr>
          <a:xfrm>
            <a:off x="15214925" y="7364625"/>
            <a:ext cx="2202600" cy="1145400"/>
          </a:xfrm>
          <a:prstGeom prst="rect">
            <a:avLst/>
          </a:prstGeom>
        </p:spPr>
        <p:txBody>
          <a:bodyPr anchorCtr="0" anchor="t" bIns="0" lIns="0" spcFirstLastPara="1" rIns="0" wrap="square" tIns="0">
            <a:noAutofit/>
          </a:bodyPr>
          <a:lstStyle>
            <a:lvl1pPr indent="-355600" lvl="0" marL="457200">
              <a:lnSpc>
                <a:spcPct val="100000"/>
              </a:lnSpc>
              <a:spcBef>
                <a:spcPts val="0"/>
              </a:spcBef>
              <a:spcAft>
                <a:spcPts val="0"/>
              </a:spcAft>
              <a:buSzPts val="2000"/>
              <a:buChar char="●"/>
              <a:defRPr sz="2000"/>
            </a:lvl1pPr>
            <a:lvl2pPr indent="-393700" lvl="1" marL="914400">
              <a:lnSpc>
                <a:spcPct val="100000"/>
              </a:lnSpc>
              <a:spcBef>
                <a:spcPts val="1800"/>
              </a:spcBef>
              <a:spcAft>
                <a:spcPts val="0"/>
              </a:spcAft>
              <a:buSzPts val="2600"/>
              <a:buChar char="○"/>
              <a:defRPr/>
            </a:lvl2pPr>
            <a:lvl3pPr indent="-381000" lvl="2" marL="1371600">
              <a:lnSpc>
                <a:spcPct val="100000"/>
              </a:lnSpc>
              <a:spcBef>
                <a:spcPts val="1800"/>
              </a:spcBef>
              <a:spcAft>
                <a:spcPts val="0"/>
              </a:spcAft>
              <a:buSzPts val="2400"/>
              <a:buChar char="■"/>
              <a:defRPr/>
            </a:lvl3pPr>
            <a:lvl4pPr indent="-368300" lvl="3" marL="1828800">
              <a:lnSpc>
                <a:spcPct val="100000"/>
              </a:lnSpc>
              <a:spcBef>
                <a:spcPts val="1800"/>
              </a:spcBef>
              <a:spcAft>
                <a:spcPts val="0"/>
              </a:spcAft>
              <a:buSzPts val="2200"/>
              <a:buChar char="●"/>
              <a:defRPr/>
            </a:lvl4pPr>
            <a:lvl5pPr indent="-355600" lvl="4" marL="2286000">
              <a:lnSpc>
                <a:spcPct val="100000"/>
              </a:lnSpc>
              <a:spcBef>
                <a:spcPts val="1800"/>
              </a:spcBef>
              <a:spcAft>
                <a:spcPts val="0"/>
              </a:spcAft>
              <a:buSzPts val="2000"/>
              <a:buChar char="○"/>
              <a:defRPr/>
            </a:lvl5pPr>
            <a:lvl6pPr indent="-342900" lvl="5" marL="2743200">
              <a:lnSpc>
                <a:spcPct val="100000"/>
              </a:lnSpc>
              <a:spcBef>
                <a:spcPts val="1800"/>
              </a:spcBef>
              <a:spcAft>
                <a:spcPts val="0"/>
              </a:spcAft>
              <a:buSzPts val="1800"/>
              <a:buChar char="■"/>
              <a:defRPr/>
            </a:lvl6pPr>
            <a:lvl7pPr indent="-342900" lvl="6" marL="3200400">
              <a:lnSpc>
                <a:spcPct val="100000"/>
              </a:lnSpc>
              <a:spcBef>
                <a:spcPts val="1800"/>
              </a:spcBef>
              <a:spcAft>
                <a:spcPts val="0"/>
              </a:spcAft>
              <a:buSzPts val="1800"/>
              <a:buChar char="●"/>
              <a:defRPr/>
            </a:lvl7pPr>
            <a:lvl8pPr indent="-342900" lvl="7" marL="3657600">
              <a:lnSpc>
                <a:spcPct val="100000"/>
              </a:lnSpc>
              <a:spcBef>
                <a:spcPts val="1800"/>
              </a:spcBef>
              <a:spcAft>
                <a:spcPts val="0"/>
              </a:spcAft>
              <a:buSzPts val="1800"/>
              <a:buChar char="○"/>
              <a:defRPr/>
            </a:lvl8pPr>
            <a:lvl9pPr indent="-342900" lvl="8" marL="4114800">
              <a:lnSpc>
                <a:spcPct val="100000"/>
              </a:lnSpc>
              <a:spcBef>
                <a:spcPts val="1800"/>
              </a:spcBef>
              <a:spcAft>
                <a:spcPts val="1800"/>
              </a:spcAft>
              <a:buSzPts val="1800"/>
              <a:buChar char="■"/>
              <a:defRPr/>
            </a:lvl9pPr>
          </a:lstStyle>
          <a:p/>
        </p:txBody>
      </p:sp>
      <p:grpSp>
        <p:nvGrpSpPr>
          <p:cNvPr id="1659" name="Google Shape;1659;p101"/>
          <p:cNvGrpSpPr/>
          <p:nvPr/>
        </p:nvGrpSpPr>
        <p:grpSpPr>
          <a:xfrm>
            <a:off x="14497041" y="952412"/>
            <a:ext cx="1598127" cy="459104"/>
            <a:chOff x="5913125" y="1232600"/>
            <a:chExt cx="3443497" cy="989449"/>
          </a:xfrm>
        </p:grpSpPr>
        <p:sp>
          <p:nvSpPr>
            <p:cNvPr id="1660" name="Google Shape;1660;p10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661" name="Google Shape;1661;p10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662" name="Google Shape;1662;p10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Boxes Layout MED">
  <p:cSld name="CUSTOM_5_1_4">
    <p:bg>
      <p:bgPr>
        <a:solidFill>
          <a:srgbClr val="CFE9FE"/>
        </a:solidFill>
      </p:bgPr>
    </p:bg>
    <p:spTree>
      <p:nvGrpSpPr>
        <p:cNvPr id="1663" name="Shape 1663"/>
        <p:cNvGrpSpPr/>
        <p:nvPr/>
      </p:nvGrpSpPr>
      <p:grpSpPr>
        <a:xfrm>
          <a:off x="0" y="0"/>
          <a:ext cx="0" cy="0"/>
          <a:chOff x="0" y="0"/>
          <a:chExt cx="0" cy="0"/>
        </a:xfrm>
      </p:grpSpPr>
      <p:sp>
        <p:nvSpPr>
          <p:cNvPr id="1664" name="Google Shape;1664;p102"/>
          <p:cNvSpPr txBox="1"/>
          <p:nvPr>
            <p:ph type="title"/>
          </p:nvPr>
        </p:nvSpPr>
        <p:spPr>
          <a:xfrm>
            <a:off x="857250" y="890050"/>
            <a:ext cx="13682400" cy="8454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65" name="Google Shape;1665;p102"/>
          <p:cNvSpPr/>
          <p:nvPr/>
        </p:nvSpPr>
        <p:spPr>
          <a:xfrm>
            <a:off x="6559800" y="2504000"/>
            <a:ext cx="5168400" cy="2691000"/>
          </a:xfrm>
          <a:prstGeom prst="roundRect">
            <a:avLst>
              <a:gd fmla="val 16308" name="adj"/>
            </a:avLst>
          </a:prstGeom>
          <a:solidFill>
            <a:srgbClr val="182BC0"/>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600">
              <a:solidFill>
                <a:srgbClr val="FFFFFF"/>
              </a:solidFill>
              <a:latin typeface="Avant Garde Demi SFDC"/>
              <a:ea typeface="Avant Garde Demi SFDC"/>
              <a:cs typeface="Avant Garde Demi SFDC"/>
              <a:sym typeface="Avant Garde Demi SFDC"/>
            </a:endParaRPr>
          </a:p>
        </p:txBody>
      </p:sp>
      <p:sp>
        <p:nvSpPr>
          <p:cNvPr id="1666" name="Google Shape;1666;p102"/>
          <p:cNvSpPr/>
          <p:nvPr/>
        </p:nvSpPr>
        <p:spPr>
          <a:xfrm>
            <a:off x="6559800" y="5464858"/>
            <a:ext cx="5168400" cy="2691000"/>
          </a:xfrm>
          <a:prstGeom prst="roundRect">
            <a:avLst>
              <a:gd fmla="val 16308" name="adj"/>
            </a:avLst>
          </a:prstGeom>
          <a:solidFill>
            <a:srgbClr val="182BC0"/>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600">
              <a:solidFill>
                <a:srgbClr val="FFFFFF"/>
              </a:solidFill>
              <a:latin typeface="Avant Garde Demi SFDC"/>
              <a:ea typeface="Avant Garde Demi SFDC"/>
              <a:cs typeface="Avant Garde Demi SFDC"/>
              <a:sym typeface="Avant Garde Demi SFDC"/>
            </a:endParaRPr>
          </a:p>
        </p:txBody>
      </p:sp>
      <p:sp>
        <p:nvSpPr>
          <p:cNvPr id="1667" name="Google Shape;1667;p102"/>
          <p:cNvSpPr/>
          <p:nvPr/>
        </p:nvSpPr>
        <p:spPr>
          <a:xfrm>
            <a:off x="12138096" y="3151764"/>
            <a:ext cx="5168400" cy="2691000"/>
          </a:xfrm>
          <a:prstGeom prst="roundRect">
            <a:avLst>
              <a:gd fmla="val 16509" name="adj"/>
            </a:avLst>
          </a:prstGeom>
          <a:solidFill>
            <a:schemeClr val="dk1"/>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200">
              <a:solidFill>
                <a:srgbClr val="FFFFFF"/>
              </a:solidFill>
              <a:latin typeface="Avant Garde Demi SFDC"/>
              <a:ea typeface="Avant Garde Demi SFDC"/>
              <a:cs typeface="Avant Garde Demi SFDC"/>
              <a:sym typeface="Avant Garde Demi SFDC"/>
            </a:endParaRPr>
          </a:p>
        </p:txBody>
      </p:sp>
      <p:sp>
        <p:nvSpPr>
          <p:cNvPr id="1668" name="Google Shape;1668;p102"/>
          <p:cNvSpPr/>
          <p:nvPr/>
        </p:nvSpPr>
        <p:spPr>
          <a:xfrm>
            <a:off x="12138096" y="6112622"/>
            <a:ext cx="5168400" cy="2691000"/>
          </a:xfrm>
          <a:prstGeom prst="roundRect">
            <a:avLst>
              <a:gd fmla="val 15708" name="adj"/>
            </a:avLst>
          </a:prstGeom>
          <a:solidFill>
            <a:schemeClr val="dk1"/>
          </a:solidFill>
          <a:ln>
            <a:noFill/>
          </a:ln>
        </p:spPr>
        <p:txBody>
          <a:bodyPr anchorCtr="0" anchor="ctr" bIns="186150" lIns="186150" spcFirstLastPara="1" rIns="186150" wrap="square" tIns="186150">
            <a:noAutofit/>
          </a:bodyPr>
          <a:lstStyle/>
          <a:p>
            <a:pPr indent="0" lvl="0" marL="0" rtl="0" algn="ctr">
              <a:spcBef>
                <a:spcPts val="0"/>
              </a:spcBef>
              <a:spcAft>
                <a:spcPts val="0"/>
              </a:spcAft>
              <a:buNone/>
            </a:pPr>
            <a:r>
              <a:t/>
            </a:r>
            <a:endParaRPr sz="2200">
              <a:solidFill>
                <a:srgbClr val="FFFFFF"/>
              </a:solidFill>
              <a:latin typeface="Avant Garde Demi SFDC"/>
              <a:ea typeface="Avant Garde Demi SFDC"/>
              <a:cs typeface="Avant Garde Demi SFDC"/>
              <a:sym typeface="Avant Garde Demi SFDC"/>
            </a:endParaRPr>
          </a:p>
        </p:txBody>
      </p:sp>
      <p:sp>
        <p:nvSpPr>
          <p:cNvPr id="1669" name="Google Shape;1669;p102"/>
          <p:cNvSpPr/>
          <p:nvPr/>
        </p:nvSpPr>
        <p:spPr>
          <a:xfrm>
            <a:off x="981504" y="3151764"/>
            <a:ext cx="5168400" cy="2691000"/>
          </a:xfrm>
          <a:prstGeom prst="roundRect">
            <a:avLst>
              <a:gd fmla="val 16308" name="adj"/>
            </a:avLst>
          </a:prstGeom>
          <a:solidFill>
            <a:srgbClr val="1AB9FF"/>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7000">
              <a:solidFill>
                <a:srgbClr val="FFFFFF"/>
              </a:solidFill>
              <a:latin typeface="Avant Garde Demi SFDC"/>
              <a:ea typeface="Avant Garde Demi SFDC"/>
              <a:cs typeface="Avant Garde Demi SFDC"/>
              <a:sym typeface="Avant Garde Demi SFDC"/>
            </a:endParaRPr>
          </a:p>
        </p:txBody>
      </p:sp>
      <p:sp>
        <p:nvSpPr>
          <p:cNvPr id="1670" name="Google Shape;1670;p102"/>
          <p:cNvSpPr/>
          <p:nvPr/>
        </p:nvSpPr>
        <p:spPr>
          <a:xfrm>
            <a:off x="981504" y="6112622"/>
            <a:ext cx="5168400" cy="2691000"/>
          </a:xfrm>
          <a:prstGeom prst="roundRect">
            <a:avLst>
              <a:gd fmla="val 16308" name="adj"/>
            </a:avLst>
          </a:prstGeom>
          <a:solidFill>
            <a:srgbClr val="1AB9FF"/>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600">
              <a:solidFill>
                <a:srgbClr val="FFFFFF"/>
              </a:solidFill>
              <a:latin typeface="Avant Garde Demi SFDC"/>
              <a:ea typeface="Avant Garde Demi SFDC"/>
              <a:cs typeface="Avant Garde Demi SFDC"/>
              <a:sym typeface="Avant Garde Demi SFDC"/>
            </a:endParaRPr>
          </a:p>
        </p:txBody>
      </p:sp>
      <p:sp>
        <p:nvSpPr>
          <p:cNvPr id="1671" name="Google Shape;1671;p102"/>
          <p:cNvSpPr txBox="1"/>
          <p:nvPr>
            <p:ph idx="2" type="title"/>
          </p:nvPr>
        </p:nvSpPr>
        <p:spPr>
          <a:xfrm>
            <a:off x="2192557" y="3472824"/>
            <a:ext cx="25392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72" name="Google Shape;1672;p102"/>
          <p:cNvSpPr txBox="1"/>
          <p:nvPr>
            <p:ph idx="1" type="subTitle"/>
          </p:nvPr>
        </p:nvSpPr>
        <p:spPr>
          <a:xfrm>
            <a:off x="1562108" y="4770604"/>
            <a:ext cx="38004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73" name="Google Shape;1673;p102"/>
          <p:cNvSpPr txBox="1"/>
          <p:nvPr>
            <p:ph idx="3" type="title"/>
          </p:nvPr>
        </p:nvSpPr>
        <p:spPr>
          <a:xfrm>
            <a:off x="7874394" y="2777759"/>
            <a:ext cx="25392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74" name="Google Shape;1674;p102"/>
          <p:cNvSpPr txBox="1"/>
          <p:nvPr>
            <p:ph idx="4" type="subTitle"/>
          </p:nvPr>
        </p:nvSpPr>
        <p:spPr>
          <a:xfrm>
            <a:off x="7243945" y="4075539"/>
            <a:ext cx="38004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75" name="Google Shape;1675;p102"/>
          <p:cNvSpPr txBox="1"/>
          <p:nvPr>
            <p:ph idx="5" type="title"/>
          </p:nvPr>
        </p:nvSpPr>
        <p:spPr>
          <a:xfrm>
            <a:off x="7733039" y="5786408"/>
            <a:ext cx="25392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76" name="Google Shape;1676;p102"/>
          <p:cNvSpPr txBox="1"/>
          <p:nvPr>
            <p:ph idx="6" type="subTitle"/>
          </p:nvPr>
        </p:nvSpPr>
        <p:spPr>
          <a:xfrm>
            <a:off x="7102589" y="7084188"/>
            <a:ext cx="38004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77" name="Google Shape;1677;p102"/>
          <p:cNvSpPr txBox="1"/>
          <p:nvPr>
            <p:ph idx="7" type="title"/>
          </p:nvPr>
        </p:nvSpPr>
        <p:spPr>
          <a:xfrm>
            <a:off x="2192557" y="6386398"/>
            <a:ext cx="25392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78" name="Google Shape;1678;p102"/>
          <p:cNvSpPr txBox="1"/>
          <p:nvPr>
            <p:ph idx="8" type="subTitle"/>
          </p:nvPr>
        </p:nvSpPr>
        <p:spPr>
          <a:xfrm>
            <a:off x="1562108" y="7684178"/>
            <a:ext cx="38004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79" name="Google Shape;1679;p102"/>
          <p:cNvSpPr txBox="1"/>
          <p:nvPr>
            <p:ph idx="9" type="title"/>
          </p:nvPr>
        </p:nvSpPr>
        <p:spPr>
          <a:xfrm>
            <a:off x="13452685" y="3425524"/>
            <a:ext cx="25392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80" name="Google Shape;1680;p102"/>
          <p:cNvSpPr txBox="1"/>
          <p:nvPr>
            <p:ph idx="13" type="subTitle"/>
          </p:nvPr>
        </p:nvSpPr>
        <p:spPr>
          <a:xfrm>
            <a:off x="12822236" y="4723304"/>
            <a:ext cx="38004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81" name="Google Shape;1681;p102"/>
          <p:cNvSpPr txBox="1"/>
          <p:nvPr>
            <p:ph idx="14" type="title"/>
          </p:nvPr>
        </p:nvSpPr>
        <p:spPr>
          <a:xfrm>
            <a:off x="13452685" y="6386398"/>
            <a:ext cx="2539200" cy="1306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82" name="Google Shape;1682;p102"/>
          <p:cNvSpPr txBox="1"/>
          <p:nvPr>
            <p:ph idx="15" type="subTitle"/>
          </p:nvPr>
        </p:nvSpPr>
        <p:spPr>
          <a:xfrm>
            <a:off x="12822236" y="7684178"/>
            <a:ext cx="38004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683" name="Google Shape;1683;p102"/>
          <p:cNvGrpSpPr/>
          <p:nvPr/>
        </p:nvGrpSpPr>
        <p:grpSpPr>
          <a:xfrm>
            <a:off x="14497041" y="952412"/>
            <a:ext cx="1598127" cy="459104"/>
            <a:chOff x="5913125" y="1232600"/>
            <a:chExt cx="3443497" cy="989449"/>
          </a:xfrm>
        </p:grpSpPr>
        <p:sp>
          <p:nvSpPr>
            <p:cNvPr id="1684" name="Google Shape;1684;p10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685" name="Google Shape;1685;p10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686" name="Google Shape;1686;p10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Boxes Layout SM">
  <p:cSld name="CUSTOM_5_1_1">
    <p:bg>
      <p:bgPr>
        <a:solidFill>
          <a:srgbClr val="CFE9FE"/>
        </a:solidFill>
      </p:bgPr>
    </p:bg>
    <p:spTree>
      <p:nvGrpSpPr>
        <p:cNvPr id="1687" name="Shape 1687"/>
        <p:cNvGrpSpPr/>
        <p:nvPr/>
      </p:nvGrpSpPr>
      <p:grpSpPr>
        <a:xfrm>
          <a:off x="0" y="0"/>
          <a:ext cx="0" cy="0"/>
          <a:chOff x="0" y="0"/>
          <a:chExt cx="0" cy="0"/>
        </a:xfrm>
      </p:grpSpPr>
      <p:sp>
        <p:nvSpPr>
          <p:cNvPr id="1688" name="Google Shape;1688;p103"/>
          <p:cNvSpPr/>
          <p:nvPr/>
        </p:nvSpPr>
        <p:spPr>
          <a:xfrm>
            <a:off x="1789488" y="2504000"/>
            <a:ext cx="7074000" cy="2973000"/>
          </a:xfrm>
          <a:prstGeom prst="roundRect">
            <a:avLst>
              <a:gd fmla="val 16308" name="adj"/>
            </a:avLst>
          </a:prstGeom>
          <a:solidFill>
            <a:srgbClr val="1AB9FF"/>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600">
              <a:solidFill>
                <a:srgbClr val="FFFFFF"/>
              </a:solidFill>
              <a:latin typeface="Avant Garde Demi SFDC"/>
              <a:ea typeface="Avant Garde Demi SFDC"/>
              <a:cs typeface="Avant Garde Demi SFDC"/>
              <a:sym typeface="Avant Garde Demi SFDC"/>
            </a:endParaRPr>
          </a:p>
        </p:txBody>
      </p:sp>
      <p:sp>
        <p:nvSpPr>
          <p:cNvPr id="1689" name="Google Shape;1689;p103"/>
          <p:cNvSpPr/>
          <p:nvPr/>
        </p:nvSpPr>
        <p:spPr>
          <a:xfrm>
            <a:off x="1789488" y="5775419"/>
            <a:ext cx="7074000" cy="2973000"/>
          </a:xfrm>
          <a:prstGeom prst="roundRect">
            <a:avLst>
              <a:gd fmla="val 16308" name="adj"/>
            </a:avLst>
          </a:prstGeom>
          <a:solidFill>
            <a:srgbClr val="1AB9FF"/>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600">
              <a:solidFill>
                <a:srgbClr val="FFFFFF"/>
              </a:solidFill>
              <a:latin typeface="Avant Garde Demi SFDC"/>
              <a:ea typeface="Avant Garde Demi SFDC"/>
              <a:cs typeface="Avant Garde Demi SFDC"/>
              <a:sym typeface="Avant Garde Demi SFDC"/>
            </a:endParaRPr>
          </a:p>
        </p:txBody>
      </p:sp>
      <p:sp>
        <p:nvSpPr>
          <p:cNvPr id="1690" name="Google Shape;1690;p103"/>
          <p:cNvSpPr/>
          <p:nvPr/>
        </p:nvSpPr>
        <p:spPr>
          <a:xfrm>
            <a:off x="9424513" y="3219707"/>
            <a:ext cx="7074000" cy="2973000"/>
          </a:xfrm>
          <a:prstGeom prst="roundRect">
            <a:avLst>
              <a:gd fmla="val 16509" name="adj"/>
            </a:avLst>
          </a:prstGeom>
          <a:solidFill>
            <a:srgbClr val="022AC0"/>
          </a:solidFill>
          <a:ln>
            <a:noFill/>
          </a:ln>
        </p:spPr>
        <p:txBody>
          <a:bodyPr anchorCtr="0" anchor="ctr" bIns="186150" lIns="186150" spcFirstLastPara="1" rIns="186150" wrap="square" tIns="186150">
            <a:noAutofit/>
          </a:bodyPr>
          <a:lstStyle/>
          <a:p>
            <a:pPr indent="0" lvl="0" marL="0" rtl="0" algn="ctr">
              <a:spcBef>
                <a:spcPts val="0"/>
              </a:spcBef>
              <a:spcAft>
                <a:spcPts val="1000"/>
              </a:spcAft>
              <a:buNone/>
            </a:pPr>
            <a:r>
              <a:t/>
            </a:r>
            <a:endParaRPr sz="2200">
              <a:solidFill>
                <a:srgbClr val="FFFFFF"/>
              </a:solidFill>
              <a:latin typeface="Avant Garde Demi SFDC"/>
              <a:ea typeface="Avant Garde Demi SFDC"/>
              <a:cs typeface="Avant Garde Demi SFDC"/>
              <a:sym typeface="Avant Garde Demi SFDC"/>
            </a:endParaRPr>
          </a:p>
        </p:txBody>
      </p:sp>
      <p:sp>
        <p:nvSpPr>
          <p:cNvPr id="1691" name="Google Shape;1691;p103"/>
          <p:cNvSpPr/>
          <p:nvPr/>
        </p:nvSpPr>
        <p:spPr>
          <a:xfrm>
            <a:off x="9424513" y="6491127"/>
            <a:ext cx="7074000" cy="2973000"/>
          </a:xfrm>
          <a:prstGeom prst="roundRect">
            <a:avLst>
              <a:gd fmla="val 15708" name="adj"/>
            </a:avLst>
          </a:prstGeom>
          <a:solidFill>
            <a:srgbClr val="022AC0"/>
          </a:solidFill>
          <a:ln>
            <a:noFill/>
          </a:ln>
        </p:spPr>
        <p:txBody>
          <a:bodyPr anchorCtr="0" anchor="ctr" bIns="186150" lIns="186150" spcFirstLastPara="1" rIns="186150" wrap="square" tIns="186150">
            <a:noAutofit/>
          </a:bodyPr>
          <a:lstStyle/>
          <a:p>
            <a:pPr indent="0" lvl="0" marL="0" rtl="0" algn="ctr">
              <a:spcBef>
                <a:spcPts val="0"/>
              </a:spcBef>
              <a:spcAft>
                <a:spcPts val="0"/>
              </a:spcAft>
              <a:buNone/>
            </a:pPr>
            <a:r>
              <a:t/>
            </a:r>
            <a:endParaRPr sz="2200">
              <a:solidFill>
                <a:srgbClr val="FFFFFF"/>
              </a:solidFill>
              <a:latin typeface="Avant Garde Demi SFDC"/>
              <a:ea typeface="Avant Garde Demi SFDC"/>
              <a:cs typeface="Avant Garde Demi SFDC"/>
              <a:sym typeface="Avant Garde Demi SFDC"/>
            </a:endParaRPr>
          </a:p>
        </p:txBody>
      </p:sp>
      <p:sp>
        <p:nvSpPr>
          <p:cNvPr id="1692" name="Google Shape;1692;p103"/>
          <p:cNvSpPr txBox="1"/>
          <p:nvPr>
            <p:ph type="title"/>
          </p:nvPr>
        </p:nvSpPr>
        <p:spPr>
          <a:xfrm>
            <a:off x="3588775" y="2806474"/>
            <a:ext cx="3475800" cy="1443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93" name="Google Shape;1693;p103"/>
          <p:cNvSpPr txBox="1"/>
          <p:nvPr>
            <p:ph idx="1" type="subTitle"/>
          </p:nvPr>
        </p:nvSpPr>
        <p:spPr>
          <a:xfrm>
            <a:off x="2725878" y="4240376"/>
            <a:ext cx="5201400" cy="934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94" name="Google Shape;1694;p103"/>
          <p:cNvSpPr txBox="1"/>
          <p:nvPr>
            <p:ph idx="2" type="title"/>
          </p:nvPr>
        </p:nvSpPr>
        <p:spPr>
          <a:xfrm>
            <a:off x="3395302" y="6130697"/>
            <a:ext cx="3475800" cy="1443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95" name="Google Shape;1695;p103"/>
          <p:cNvSpPr txBox="1"/>
          <p:nvPr>
            <p:ph idx="3" type="subTitle"/>
          </p:nvPr>
        </p:nvSpPr>
        <p:spPr>
          <a:xfrm>
            <a:off x="2532405" y="7564599"/>
            <a:ext cx="5201400" cy="934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96" name="Google Shape;1696;p103"/>
          <p:cNvSpPr txBox="1"/>
          <p:nvPr>
            <p:ph idx="4" type="title"/>
          </p:nvPr>
        </p:nvSpPr>
        <p:spPr>
          <a:xfrm>
            <a:off x="11223794" y="3522182"/>
            <a:ext cx="3475800" cy="1443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97" name="Google Shape;1697;p103"/>
          <p:cNvSpPr txBox="1"/>
          <p:nvPr>
            <p:ph idx="5" type="subTitle"/>
          </p:nvPr>
        </p:nvSpPr>
        <p:spPr>
          <a:xfrm>
            <a:off x="10360896" y="4956085"/>
            <a:ext cx="5201400" cy="9342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98" name="Google Shape;1698;p103"/>
          <p:cNvSpPr txBox="1"/>
          <p:nvPr>
            <p:ph idx="6" type="title"/>
          </p:nvPr>
        </p:nvSpPr>
        <p:spPr>
          <a:xfrm>
            <a:off x="11223794" y="6793619"/>
            <a:ext cx="3475800" cy="14430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5000"/>
              <a:buNone/>
              <a:defRPr sz="5000">
                <a:solidFill>
                  <a:schemeClr val="lt1"/>
                </a:solidFill>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1699" name="Google Shape;1699;p103"/>
          <p:cNvSpPr txBox="1"/>
          <p:nvPr>
            <p:ph idx="7" type="subTitle"/>
          </p:nvPr>
        </p:nvSpPr>
        <p:spPr>
          <a:xfrm>
            <a:off x="12822236" y="7684178"/>
            <a:ext cx="3800400" cy="8454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3000"/>
              <a:buNone/>
              <a:defRPr>
                <a:solidFill>
                  <a:schemeClr val="lt1"/>
                </a:solidFill>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00" name="Google Shape;1700;p103"/>
          <p:cNvSpPr txBox="1"/>
          <p:nvPr>
            <p:ph idx="8"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1701" name="Google Shape;1701;p103"/>
          <p:cNvGrpSpPr/>
          <p:nvPr/>
        </p:nvGrpSpPr>
        <p:grpSpPr>
          <a:xfrm>
            <a:off x="14497041" y="952412"/>
            <a:ext cx="1598127" cy="459104"/>
            <a:chOff x="5913125" y="1232600"/>
            <a:chExt cx="3443497" cy="989449"/>
          </a:xfrm>
        </p:grpSpPr>
        <p:sp>
          <p:nvSpPr>
            <p:cNvPr id="1702" name="Google Shape;1702;p103"/>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703" name="Google Shape;1703;p103"/>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704" name="Google Shape;1704;p103"/>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Box Callout">
  <p:cSld name="CUSTOM_6">
    <p:bg>
      <p:bgPr>
        <a:solidFill>
          <a:srgbClr val="CFE9FE"/>
        </a:solidFill>
      </p:bgPr>
    </p:bg>
    <p:spTree>
      <p:nvGrpSpPr>
        <p:cNvPr id="1705" name="Shape 1705"/>
        <p:cNvGrpSpPr/>
        <p:nvPr/>
      </p:nvGrpSpPr>
      <p:grpSpPr>
        <a:xfrm>
          <a:off x="0" y="0"/>
          <a:ext cx="0" cy="0"/>
          <a:chOff x="0" y="0"/>
          <a:chExt cx="0" cy="0"/>
        </a:xfrm>
      </p:grpSpPr>
      <p:sp>
        <p:nvSpPr>
          <p:cNvPr id="1706" name="Google Shape;1706;p104"/>
          <p:cNvSpPr/>
          <p:nvPr/>
        </p:nvSpPr>
        <p:spPr>
          <a:xfrm>
            <a:off x="727350" y="4020050"/>
            <a:ext cx="16833600" cy="4944000"/>
          </a:xfrm>
          <a:prstGeom prst="roundRect">
            <a:avLst>
              <a:gd fmla="val 13903" name="adj"/>
            </a:avLst>
          </a:prstGeom>
          <a:solidFill>
            <a:srgbClr val="EAF5FE"/>
          </a:solidFill>
          <a:ln>
            <a:noFill/>
          </a:ln>
        </p:spPr>
        <p:txBody>
          <a:bodyPr anchorCtr="0" anchor="t" bIns="207600" lIns="207600" spcFirstLastPara="1" rIns="207600" wrap="square" tIns="207600">
            <a:noAutofit/>
          </a:bodyPr>
          <a:lstStyle/>
          <a:p>
            <a:pPr indent="0" lvl="0" marL="0" rtl="0" algn="l">
              <a:lnSpc>
                <a:spcPct val="150000"/>
              </a:lnSpc>
              <a:spcBef>
                <a:spcPts val="4600"/>
              </a:spcBef>
              <a:spcAft>
                <a:spcPts val="4600"/>
              </a:spcAft>
              <a:buNone/>
            </a:pPr>
            <a:r>
              <a:t/>
            </a:r>
            <a:endParaRPr b="1" i="1" sz="4600">
              <a:solidFill>
                <a:srgbClr val="032D60"/>
              </a:solidFill>
              <a:latin typeface="Salesforce Sans"/>
              <a:ea typeface="Salesforce Sans"/>
              <a:cs typeface="Salesforce Sans"/>
              <a:sym typeface="Salesforce Sans"/>
            </a:endParaRPr>
          </a:p>
        </p:txBody>
      </p:sp>
      <p:sp>
        <p:nvSpPr>
          <p:cNvPr descr="alt=&quot;&quot;" id="1707" name="Google Shape;1707;p104"/>
          <p:cNvSpPr/>
          <p:nvPr/>
        </p:nvSpPr>
        <p:spPr>
          <a:xfrm>
            <a:off x="17145669" y="3002589"/>
            <a:ext cx="759457" cy="759668"/>
          </a:xfrm>
          <a:custGeom>
            <a:rect b="b" l="l" r="r" t="t"/>
            <a:pathLst>
              <a:path extrusionOk="0" h="21143" w="21143">
                <a:moveTo>
                  <a:pt x="16790" y="12145"/>
                </a:moveTo>
                <a:lnTo>
                  <a:pt x="20459" y="11411"/>
                </a:lnTo>
                <a:cubicBezTo>
                  <a:pt x="21368" y="11230"/>
                  <a:pt x="21373" y="9932"/>
                  <a:pt x="20466" y="9742"/>
                </a:cubicBezTo>
                <a:lnTo>
                  <a:pt x="16648" y="8942"/>
                </a:lnTo>
                <a:cubicBezTo>
                  <a:pt x="14415" y="8475"/>
                  <a:pt x="12672" y="6727"/>
                  <a:pt x="12211" y="4493"/>
                </a:cubicBezTo>
                <a:lnTo>
                  <a:pt x="11426" y="680"/>
                </a:lnTo>
                <a:cubicBezTo>
                  <a:pt x="11239" y="-225"/>
                  <a:pt x="9946" y="-227"/>
                  <a:pt x="9758" y="680"/>
                </a:cubicBezTo>
                <a:lnTo>
                  <a:pt x="8974" y="4457"/>
                </a:lnTo>
                <a:cubicBezTo>
                  <a:pt x="8500" y="6739"/>
                  <a:pt x="6714" y="8523"/>
                  <a:pt x="4430" y="8994"/>
                </a:cubicBezTo>
                <a:lnTo>
                  <a:pt x="680" y="9766"/>
                </a:lnTo>
                <a:cubicBezTo>
                  <a:pt x="-225" y="9952"/>
                  <a:pt x="-227" y="11245"/>
                  <a:pt x="680" y="11433"/>
                </a:cubicBezTo>
                <a:lnTo>
                  <a:pt x="4522" y="12231"/>
                </a:lnTo>
                <a:cubicBezTo>
                  <a:pt x="6808" y="12707"/>
                  <a:pt x="8590" y="14501"/>
                  <a:pt x="9048" y="16790"/>
                </a:cubicBezTo>
                <a:lnTo>
                  <a:pt x="9782" y="20459"/>
                </a:lnTo>
                <a:cubicBezTo>
                  <a:pt x="9963" y="21368"/>
                  <a:pt x="11261" y="21373"/>
                  <a:pt x="11451" y="20466"/>
                </a:cubicBezTo>
                <a:lnTo>
                  <a:pt x="12251" y="16648"/>
                </a:lnTo>
                <a:cubicBezTo>
                  <a:pt x="12727" y="14373"/>
                  <a:pt x="14516" y="12601"/>
                  <a:pt x="16795" y="12144"/>
                </a:cubicBezTo>
                <a:close/>
              </a:path>
            </a:pathLst>
          </a:custGeom>
          <a:solidFill>
            <a:srgbClr val="EAF5FE"/>
          </a:solidFill>
          <a:ln>
            <a:noFill/>
          </a:ln>
        </p:spPr>
        <p:txBody>
          <a:bodyPr anchorCtr="0" anchor="ctr" bIns="54850" lIns="54850" spcFirstLastPara="1" rIns="54850" wrap="square" tIns="54850">
            <a:noAutofit/>
          </a:bodyPr>
          <a:lstStyle/>
          <a:p>
            <a:pPr indent="0" lvl="0" marL="0" marR="0" rtl="0" algn="l">
              <a:lnSpc>
                <a:spcPct val="90000"/>
              </a:lnSpc>
              <a:spcBef>
                <a:spcPts val="0"/>
              </a:spcBef>
              <a:spcAft>
                <a:spcPts val="0"/>
              </a:spcAft>
              <a:buClr>
                <a:srgbClr val="003366"/>
              </a:buClr>
              <a:buSzPts val="14200"/>
              <a:buFont typeface="Questrial"/>
              <a:buNone/>
            </a:pPr>
            <a:r>
              <a:t/>
            </a:r>
            <a:endParaRPr b="0" i="0" sz="14200" u="none" cap="none" strike="noStrike">
              <a:solidFill>
                <a:srgbClr val="032D60"/>
              </a:solidFill>
              <a:latin typeface="Arial"/>
              <a:ea typeface="Arial"/>
              <a:cs typeface="Arial"/>
              <a:sym typeface="Arial"/>
            </a:endParaRPr>
          </a:p>
        </p:txBody>
      </p:sp>
      <p:sp>
        <p:nvSpPr>
          <p:cNvPr descr="alt=&quot;&quot;" id="1708" name="Google Shape;1708;p104"/>
          <p:cNvSpPr/>
          <p:nvPr/>
        </p:nvSpPr>
        <p:spPr>
          <a:xfrm>
            <a:off x="482219" y="3555621"/>
            <a:ext cx="375077" cy="375183"/>
          </a:xfrm>
          <a:custGeom>
            <a:rect b="b" l="l" r="r" t="t"/>
            <a:pathLst>
              <a:path extrusionOk="0" h="21143" w="21143">
                <a:moveTo>
                  <a:pt x="16790" y="12145"/>
                </a:moveTo>
                <a:lnTo>
                  <a:pt x="20459" y="11411"/>
                </a:lnTo>
                <a:cubicBezTo>
                  <a:pt x="21368" y="11230"/>
                  <a:pt x="21373" y="9932"/>
                  <a:pt x="20466" y="9742"/>
                </a:cubicBezTo>
                <a:lnTo>
                  <a:pt x="16648" y="8942"/>
                </a:lnTo>
                <a:cubicBezTo>
                  <a:pt x="14415" y="8475"/>
                  <a:pt x="12672" y="6727"/>
                  <a:pt x="12211" y="4493"/>
                </a:cubicBezTo>
                <a:lnTo>
                  <a:pt x="11426" y="680"/>
                </a:lnTo>
                <a:cubicBezTo>
                  <a:pt x="11239" y="-225"/>
                  <a:pt x="9946" y="-227"/>
                  <a:pt x="9758" y="680"/>
                </a:cubicBezTo>
                <a:lnTo>
                  <a:pt x="8974" y="4457"/>
                </a:lnTo>
                <a:cubicBezTo>
                  <a:pt x="8500" y="6739"/>
                  <a:pt x="6714" y="8523"/>
                  <a:pt x="4430" y="8994"/>
                </a:cubicBezTo>
                <a:lnTo>
                  <a:pt x="680" y="9766"/>
                </a:lnTo>
                <a:cubicBezTo>
                  <a:pt x="-225" y="9952"/>
                  <a:pt x="-227" y="11245"/>
                  <a:pt x="680" y="11433"/>
                </a:cubicBezTo>
                <a:lnTo>
                  <a:pt x="4522" y="12231"/>
                </a:lnTo>
                <a:cubicBezTo>
                  <a:pt x="6808" y="12707"/>
                  <a:pt x="8590" y="14501"/>
                  <a:pt x="9048" y="16790"/>
                </a:cubicBezTo>
                <a:lnTo>
                  <a:pt x="9782" y="20459"/>
                </a:lnTo>
                <a:cubicBezTo>
                  <a:pt x="9963" y="21368"/>
                  <a:pt x="11261" y="21373"/>
                  <a:pt x="11451" y="20466"/>
                </a:cubicBezTo>
                <a:lnTo>
                  <a:pt x="12251" y="16648"/>
                </a:lnTo>
                <a:cubicBezTo>
                  <a:pt x="12727" y="14373"/>
                  <a:pt x="14516" y="12601"/>
                  <a:pt x="16795" y="12144"/>
                </a:cubicBezTo>
                <a:close/>
              </a:path>
            </a:pathLst>
          </a:custGeom>
          <a:solidFill>
            <a:srgbClr val="EAF5FE"/>
          </a:solidFill>
          <a:ln>
            <a:noFill/>
          </a:ln>
        </p:spPr>
        <p:txBody>
          <a:bodyPr anchorCtr="0" anchor="ctr" bIns="54850" lIns="54850" spcFirstLastPara="1" rIns="54850" wrap="square" tIns="54850">
            <a:noAutofit/>
          </a:bodyPr>
          <a:lstStyle/>
          <a:p>
            <a:pPr indent="0" lvl="0" marL="0" marR="0" rtl="0" algn="l">
              <a:lnSpc>
                <a:spcPct val="90000"/>
              </a:lnSpc>
              <a:spcBef>
                <a:spcPts val="0"/>
              </a:spcBef>
              <a:spcAft>
                <a:spcPts val="0"/>
              </a:spcAft>
              <a:buClr>
                <a:srgbClr val="003366"/>
              </a:buClr>
              <a:buSzPts val="14200"/>
              <a:buFont typeface="Questrial"/>
              <a:buNone/>
            </a:pPr>
            <a:r>
              <a:t/>
            </a:r>
            <a:endParaRPr b="0" i="0" sz="14200" u="none" cap="none" strike="noStrike">
              <a:solidFill>
                <a:srgbClr val="032D60"/>
              </a:solidFill>
              <a:latin typeface="Arial"/>
              <a:ea typeface="Arial"/>
              <a:cs typeface="Arial"/>
              <a:sym typeface="Arial"/>
            </a:endParaRPr>
          </a:p>
        </p:txBody>
      </p:sp>
      <p:sp>
        <p:nvSpPr>
          <p:cNvPr descr="alt=&quot;&quot;" id="1709" name="Google Shape;1709;p104"/>
          <p:cNvSpPr/>
          <p:nvPr/>
        </p:nvSpPr>
        <p:spPr>
          <a:xfrm flipH="1">
            <a:off x="17653690" y="4069536"/>
            <a:ext cx="414086" cy="414191"/>
          </a:xfrm>
          <a:custGeom>
            <a:rect b="b" l="l" r="r" t="t"/>
            <a:pathLst>
              <a:path extrusionOk="0" h="21143" w="21143">
                <a:moveTo>
                  <a:pt x="16790" y="12145"/>
                </a:moveTo>
                <a:lnTo>
                  <a:pt x="20459" y="11411"/>
                </a:lnTo>
                <a:cubicBezTo>
                  <a:pt x="21368" y="11230"/>
                  <a:pt x="21373" y="9932"/>
                  <a:pt x="20466" y="9742"/>
                </a:cubicBezTo>
                <a:lnTo>
                  <a:pt x="16648" y="8942"/>
                </a:lnTo>
                <a:cubicBezTo>
                  <a:pt x="14415" y="8475"/>
                  <a:pt x="12672" y="6727"/>
                  <a:pt x="12211" y="4493"/>
                </a:cubicBezTo>
                <a:lnTo>
                  <a:pt x="11426" y="680"/>
                </a:lnTo>
                <a:cubicBezTo>
                  <a:pt x="11239" y="-225"/>
                  <a:pt x="9946" y="-227"/>
                  <a:pt x="9758" y="680"/>
                </a:cubicBezTo>
                <a:lnTo>
                  <a:pt x="8974" y="4457"/>
                </a:lnTo>
                <a:cubicBezTo>
                  <a:pt x="8500" y="6739"/>
                  <a:pt x="6714" y="8523"/>
                  <a:pt x="4430" y="8994"/>
                </a:cubicBezTo>
                <a:lnTo>
                  <a:pt x="680" y="9766"/>
                </a:lnTo>
                <a:cubicBezTo>
                  <a:pt x="-225" y="9952"/>
                  <a:pt x="-227" y="11245"/>
                  <a:pt x="680" y="11433"/>
                </a:cubicBezTo>
                <a:lnTo>
                  <a:pt x="4522" y="12231"/>
                </a:lnTo>
                <a:cubicBezTo>
                  <a:pt x="6808" y="12707"/>
                  <a:pt x="8590" y="14501"/>
                  <a:pt x="9048" y="16790"/>
                </a:cubicBezTo>
                <a:lnTo>
                  <a:pt x="9782" y="20459"/>
                </a:lnTo>
                <a:cubicBezTo>
                  <a:pt x="9963" y="21368"/>
                  <a:pt x="11261" y="21373"/>
                  <a:pt x="11451" y="20466"/>
                </a:cubicBezTo>
                <a:lnTo>
                  <a:pt x="12251" y="16648"/>
                </a:lnTo>
                <a:cubicBezTo>
                  <a:pt x="12727" y="14373"/>
                  <a:pt x="14516" y="12601"/>
                  <a:pt x="16795" y="12144"/>
                </a:cubicBezTo>
                <a:close/>
              </a:path>
            </a:pathLst>
          </a:custGeom>
          <a:solidFill>
            <a:srgbClr val="EAF5FE"/>
          </a:solidFill>
          <a:ln>
            <a:noFill/>
          </a:ln>
        </p:spPr>
        <p:txBody>
          <a:bodyPr anchorCtr="0" anchor="ctr" bIns="54850" lIns="54850" spcFirstLastPara="1" rIns="54850" wrap="square" tIns="54850">
            <a:noAutofit/>
          </a:bodyPr>
          <a:lstStyle/>
          <a:p>
            <a:pPr indent="0" lvl="0" marL="0" marR="0" rtl="0" algn="l">
              <a:lnSpc>
                <a:spcPct val="90000"/>
              </a:lnSpc>
              <a:spcBef>
                <a:spcPts val="0"/>
              </a:spcBef>
              <a:spcAft>
                <a:spcPts val="0"/>
              </a:spcAft>
              <a:buClr>
                <a:srgbClr val="003366"/>
              </a:buClr>
              <a:buSzPts val="14200"/>
              <a:buFont typeface="Questrial"/>
              <a:buNone/>
            </a:pPr>
            <a:r>
              <a:t/>
            </a:r>
            <a:endParaRPr b="0" i="0" sz="14200" u="none" cap="none" strike="noStrike">
              <a:solidFill>
                <a:srgbClr val="032D60"/>
              </a:solidFill>
              <a:latin typeface="Arial"/>
              <a:ea typeface="Arial"/>
              <a:cs typeface="Arial"/>
              <a:sym typeface="Arial"/>
            </a:endParaRPr>
          </a:p>
        </p:txBody>
      </p:sp>
      <p:sp>
        <p:nvSpPr>
          <p:cNvPr descr="alt=&quot;&quot;" id="1710" name="Google Shape;1710;p104"/>
          <p:cNvSpPr/>
          <p:nvPr/>
        </p:nvSpPr>
        <p:spPr>
          <a:xfrm>
            <a:off x="1276125" y="4539712"/>
            <a:ext cx="3609000" cy="3922800"/>
          </a:xfrm>
          <a:prstGeom prst="roundRect">
            <a:avLst>
              <a:gd fmla="val 17525" name="adj"/>
            </a:avLst>
          </a:prstGeom>
          <a:solidFill>
            <a:srgbClr val="FFFFFF"/>
          </a:solidFill>
          <a:ln>
            <a:noFill/>
          </a:ln>
          <a:effectLst>
            <a:outerShdw blurRad="142875" rotWithShape="0" algn="bl" dir="3540000" dist="142875">
              <a:srgbClr val="000000">
                <a:alpha val="12000"/>
              </a:srgbClr>
            </a:outerShdw>
          </a:effectLst>
        </p:spPr>
        <p:txBody>
          <a:bodyPr anchorCtr="0" anchor="t" bIns="45700" lIns="173750" spcFirstLastPara="1" rIns="45700" wrap="square" tIns="320050">
            <a:noAutofit/>
          </a:bodyPr>
          <a:lstStyle/>
          <a:p>
            <a:pPr indent="0" lvl="0" marL="101600" rtl="0" algn="l">
              <a:lnSpc>
                <a:spcPct val="90000"/>
              </a:lnSpc>
              <a:spcBef>
                <a:spcPts val="0"/>
              </a:spcBef>
              <a:spcAft>
                <a:spcPts val="0"/>
              </a:spcAft>
              <a:buNone/>
            </a:pPr>
            <a:r>
              <a:t/>
            </a:r>
            <a:endParaRPr sz="2400">
              <a:solidFill>
                <a:srgbClr val="002775"/>
              </a:solidFill>
              <a:latin typeface="Avant Garde Demi SFDC"/>
              <a:ea typeface="Avant Garde Demi SFDC"/>
              <a:cs typeface="Avant Garde Demi SFDC"/>
              <a:sym typeface="Avant Garde Demi SFDC"/>
            </a:endParaRPr>
          </a:p>
        </p:txBody>
      </p:sp>
      <p:sp>
        <p:nvSpPr>
          <p:cNvPr descr="alt=&quot;&quot;" id="1711" name="Google Shape;1711;p104"/>
          <p:cNvSpPr/>
          <p:nvPr/>
        </p:nvSpPr>
        <p:spPr>
          <a:xfrm>
            <a:off x="5318475" y="4539638"/>
            <a:ext cx="3609000" cy="3922800"/>
          </a:xfrm>
          <a:prstGeom prst="roundRect">
            <a:avLst>
              <a:gd fmla="val 17525" name="adj"/>
            </a:avLst>
          </a:prstGeom>
          <a:solidFill>
            <a:srgbClr val="FFFFFF"/>
          </a:solidFill>
          <a:ln>
            <a:noFill/>
          </a:ln>
          <a:effectLst>
            <a:outerShdw blurRad="142875" rotWithShape="0" algn="bl" dir="3540000" dist="142875">
              <a:srgbClr val="000000">
                <a:alpha val="12000"/>
              </a:srgbClr>
            </a:outerShdw>
          </a:effectLst>
        </p:spPr>
        <p:txBody>
          <a:bodyPr anchorCtr="0" anchor="t" bIns="45700" lIns="173750" spcFirstLastPara="1" rIns="45700" wrap="square" tIns="320050">
            <a:noAutofit/>
          </a:bodyPr>
          <a:lstStyle/>
          <a:p>
            <a:pPr indent="0" lvl="0" marL="101600" rtl="0" algn="l">
              <a:lnSpc>
                <a:spcPct val="90000"/>
              </a:lnSpc>
              <a:spcBef>
                <a:spcPts val="0"/>
              </a:spcBef>
              <a:spcAft>
                <a:spcPts val="0"/>
              </a:spcAft>
              <a:buNone/>
            </a:pPr>
            <a:r>
              <a:t/>
            </a:r>
            <a:endParaRPr sz="2600">
              <a:solidFill>
                <a:srgbClr val="002775"/>
              </a:solidFill>
              <a:latin typeface="Avant Garde Demi SFDC"/>
              <a:ea typeface="Avant Garde Demi SFDC"/>
              <a:cs typeface="Avant Garde Demi SFDC"/>
              <a:sym typeface="Avant Garde Demi SFDC"/>
            </a:endParaRPr>
          </a:p>
        </p:txBody>
      </p:sp>
      <p:sp>
        <p:nvSpPr>
          <p:cNvPr descr="alt=&quot;&quot;" id="1712" name="Google Shape;1712;p104"/>
          <p:cNvSpPr/>
          <p:nvPr/>
        </p:nvSpPr>
        <p:spPr>
          <a:xfrm>
            <a:off x="9360825" y="4539638"/>
            <a:ext cx="3609000" cy="3922800"/>
          </a:xfrm>
          <a:prstGeom prst="roundRect">
            <a:avLst>
              <a:gd fmla="val 17525" name="adj"/>
            </a:avLst>
          </a:prstGeom>
          <a:solidFill>
            <a:srgbClr val="FFFFFF"/>
          </a:solidFill>
          <a:ln>
            <a:noFill/>
          </a:ln>
          <a:effectLst>
            <a:outerShdw blurRad="142875" rotWithShape="0" algn="bl" dir="3540000" dist="142875">
              <a:srgbClr val="000000">
                <a:alpha val="12000"/>
              </a:srgbClr>
            </a:outerShdw>
          </a:effectLst>
        </p:spPr>
        <p:txBody>
          <a:bodyPr anchorCtr="0" anchor="t" bIns="45700" lIns="173750" spcFirstLastPara="1" rIns="45700" wrap="square" tIns="320050">
            <a:noAutofit/>
          </a:bodyPr>
          <a:lstStyle/>
          <a:p>
            <a:pPr indent="0" lvl="0" marL="101600" rtl="0" algn="l">
              <a:lnSpc>
                <a:spcPct val="90000"/>
              </a:lnSpc>
              <a:spcBef>
                <a:spcPts val="0"/>
              </a:spcBef>
              <a:spcAft>
                <a:spcPts val="0"/>
              </a:spcAft>
              <a:buNone/>
            </a:pPr>
            <a:r>
              <a:t/>
            </a:r>
            <a:endParaRPr sz="2600">
              <a:solidFill>
                <a:srgbClr val="002775"/>
              </a:solidFill>
              <a:latin typeface="Avant Garde Demi SFDC"/>
              <a:ea typeface="Avant Garde Demi SFDC"/>
              <a:cs typeface="Avant Garde Demi SFDC"/>
              <a:sym typeface="Avant Garde Demi SFDC"/>
            </a:endParaRPr>
          </a:p>
        </p:txBody>
      </p:sp>
      <p:sp>
        <p:nvSpPr>
          <p:cNvPr descr="alt=&quot;&quot;" id="1713" name="Google Shape;1713;p104"/>
          <p:cNvSpPr/>
          <p:nvPr/>
        </p:nvSpPr>
        <p:spPr>
          <a:xfrm>
            <a:off x="13403175" y="4521888"/>
            <a:ext cx="3609000" cy="3922800"/>
          </a:xfrm>
          <a:prstGeom prst="roundRect">
            <a:avLst>
              <a:gd fmla="val 17525" name="adj"/>
            </a:avLst>
          </a:prstGeom>
          <a:solidFill>
            <a:srgbClr val="FFFFFF"/>
          </a:solidFill>
          <a:ln>
            <a:noFill/>
          </a:ln>
          <a:effectLst>
            <a:outerShdw blurRad="142875" rotWithShape="0" algn="bl" dir="3540000" dist="142875">
              <a:srgbClr val="000000">
                <a:alpha val="12000"/>
              </a:srgbClr>
            </a:outerShdw>
          </a:effectLst>
        </p:spPr>
        <p:txBody>
          <a:bodyPr anchorCtr="0" anchor="t" bIns="45700" lIns="173750" spcFirstLastPara="1" rIns="45700" wrap="square" tIns="320050">
            <a:noAutofit/>
          </a:bodyPr>
          <a:lstStyle/>
          <a:p>
            <a:pPr indent="0" lvl="0" marL="101600" rtl="0" algn="l">
              <a:lnSpc>
                <a:spcPct val="90000"/>
              </a:lnSpc>
              <a:spcBef>
                <a:spcPts val="0"/>
              </a:spcBef>
              <a:spcAft>
                <a:spcPts val="0"/>
              </a:spcAft>
              <a:buNone/>
            </a:pPr>
            <a:r>
              <a:t/>
            </a:r>
            <a:endParaRPr sz="2600">
              <a:solidFill>
                <a:srgbClr val="002775"/>
              </a:solidFill>
              <a:latin typeface="Avant Garde Demi SFDC"/>
              <a:ea typeface="Avant Garde Demi SFDC"/>
              <a:cs typeface="Avant Garde Demi SFDC"/>
              <a:sym typeface="Avant Garde Demi SFDC"/>
            </a:endParaRPr>
          </a:p>
        </p:txBody>
      </p:sp>
      <p:sp>
        <p:nvSpPr>
          <p:cNvPr id="1714" name="Google Shape;1714;p104"/>
          <p:cNvSpPr txBox="1"/>
          <p:nvPr>
            <p:ph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15" name="Google Shape;1715;p104"/>
          <p:cNvSpPr txBox="1"/>
          <p:nvPr>
            <p:ph idx="1" type="subTitle"/>
          </p:nvPr>
        </p:nvSpPr>
        <p:spPr>
          <a:xfrm>
            <a:off x="1162050" y="1857375"/>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16" name="Google Shape;1716;p104"/>
          <p:cNvSpPr txBox="1"/>
          <p:nvPr>
            <p:ph idx="2" type="title"/>
          </p:nvPr>
        </p:nvSpPr>
        <p:spPr>
          <a:xfrm>
            <a:off x="1550055" y="5073034"/>
            <a:ext cx="2998800" cy="7986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17" name="Google Shape;1717;p104"/>
          <p:cNvSpPr txBox="1"/>
          <p:nvPr>
            <p:ph idx="3" type="body"/>
          </p:nvPr>
        </p:nvSpPr>
        <p:spPr>
          <a:xfrm>
            <a:off x="1550055" y="5730659"/>
            <a:ext cx="2998800" cy="2245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18" name="Google Shape;1718;p104"/>
          <p:cNvSpPr txBox="1"/>
          <p:nvPr>
            <p:ph idx="4" type="title"/>
          </p:nvPr>
        </p:nvSpPr>
        <p:spPr>
          <a:xfrm>
            <a:off x="5623580" y="5073034"/>
            <a:ext cx="2998800" cy="7986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19" name="Google Shape;1719;p104"/>
          <p:cNvSpPr txBox="1"/>
          <p:nvPr>
            <p:ph idx="5" type="body"/>
          </p:nvPr>
        </p:nvSpPr>
        <p:spPr>
          <a:xfrm>
            <a:off x="5623580" y="5730659"/>
            <a:ext cx="2998800" cy="2245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20" name="Google Shape;1720;p104"/>
          <p:cNvSpPr txBox="1"/>
          <p:nvPr>
            <p:ph idx="6" type="title"/>
          </p:nvPr>
        </p:nvSpPr>
        <p:spPr>
          <a:xfrm>
            <a:off x="9665930" y="5073034"/>
            <a:ext cx="2998800" cy="7986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21" name="Google Shape;1721;p104"/>
          <p:cNvSpPr txBox="1"/>
          <p:nvPr>
            <p:ph idx="7" type="body"/>
          </p:nvPr>
        </p:nvSpPr>
        <p:spPr>
          <a:xfrm>
            <a:off x="9665930" y="5730659"/>
            <a:ext cx="2998800" cy="2245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22" name="Google Shape;1722;p104"/>
          <p:cNvSpPr txBox="1"/>
          <p:nvPr>
            <p:ph idx="8" type="title"/>
          </p:nvPr>
        </p:nvSpPr>
        <p:spPr>
          <a:xfrm>
            <a:off x="13708280" y="5073034"/>
            <a:ext cx="2998800" cy="7986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23" name="Google Shape;1723;p104"/>
          <p:cNvSpPr txBox="1"/>
          <p:nvPr>
            <p:ph idx="9" type="body"/>
          </p:nvPr>
        </p:nvSpPr>
        <p:spPr>
          <a:xfrm>
            <a:off x="13708280" y="5730659"/>
            <a:ext cx="2998800" cy="2245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grpSp>
        <p:nvGrpSpPr>
          <p:cNvPr id="1724" name="Google Shape;1724;p104"/>
          <p:cNvGrpSpPr/>
          <p:nvPr/>
        </p:nvGrpSpPr>
        <p:grpSpPr>
          <a:xfrm>
            <a:off x="14497041" y="952412"/>
            <a:ext cx="1598127" cy="459104"/>
            <a:chOff x="5913125" y="1232600"/>
            <a:chExt cx="3443497" cy="989449"/>
          </a:xfrm>
        </p:grpSpPr>
        <p:sp>
          <p:nvSpPr>
            <p:cNvPr id="1725" name="Google Shape;1725;p10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726" name="Google Shape;1726;p10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727" name="Google Shape;1727;p10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Box Callout 1">
  <p:cSld name="CUSTOM_6_1">
    <p:bg>
      <p:bgPr>
        <a:solidFill>
          <a:srgbClr val="CFE9FE"/>
        </a:solidFill>
      </p:bgPr>
    </p:bg>
    <p:spTree>
      <p:nvGrpSpPr>
        <p:cNvPr id="1728" name="Shape 1728"/>
        <p:cNvGrpSpPr/>
        <p:nvPr/>
      </p:nvGrpSpPr>
      <p:grpSpPr>
        <a:xfrm>
          <a:off x="0" y="0"/>
          <a:ext cx="0" cy="0"/>
          <a:chOff x="0" y="0"/>
          <a:chExt cx="0" cy="0"/>
        </a:xfrm>
      </p:grpSpPr>
      <p:sp>
        <p:nvSpPr>
          <p:cNvPr id="1729" name="Google Shape;1729;p105"/>
          <p:cNvSpPr/>
          <p:nvPr/>
        </p:nvSpPr>
        <p:spPr>
          <a:xfrm>
            <a:off x="727350" y="4020050"/>
            <a:ext cx="16833600" cy="4944000"/>
          </a:xfrm>
          <a:prstGeom prst="roundRect">
            <a:avLst>
              <a:gd fmla="val 13903" name="adj"/>
            </a:avLst>
          </a:prstGeom>
          <a:solidFill>
            <a:srgbClr val="EAF5FE"/>
          </a:solidFill>
          <a:ln>
            <a:noFill/>
          </a:ln>
        </p:spPr>
        <p:txBody>
          <a:bodyPr anchorCtr="0" anchor="t" bIns="207600" lIns="207600" spcFirstLastPara="1" rIns="207600" wrap="square" tIns="207600">
            <a:noAutofit/>
          </a:bodyPr>
          <a:lstStyle/>
          <a:p>
            <a:pPr indent="0" lvl="0" marL="0" rtl="0" algn="l">
              <a:lnSpc>
                <a:spcPct val="150000"/>
              </a:lnSpc>
              <a:spcBef>
                <a:spcPts val="4600"/>
              </a:spcBef>
              <a:spcAft>
                <a:spcPts val="4600"/>
              </a:spcAft>
              <a:buNone/>
            </a:pPr>
            <a:r>
              <a:t/>
            </a:r>
            <a:endParaRPr b="1" i="1" sz="4600">
              <a:solidFill>
                <a:srgbClr val="032D60"/>
              </a:solidFill>
              <a:latin typeface="Salesforce Sans"/>
              <a:ea typeface="Salesforce Sans"/>
              <a:cs typeface="Salesforce Sans"/>
              <a:sym typeface="Salesforce Sans"/>
            </a:endParaRPr>
          </a:p>
        </p:txBody>
      </p:sp>
      <p:sp>
        <p:nvSpPr>
          <p:cNvPr descr="alt=&quot;&quot;" id="1730" name="Google Shape;1730;p105"/>
          <p:cNvSpPr/>
          <p:nvPr/>
        </p:nvSpPr>
        <p:spPr>
          <a:xfrm>
            <a:off x="17145669" y="3002589"/>
            <a:ext cx="759457" cy="759668"/>
          </a:xfrm>
          <a:custGeom>
            <a:rect b="b" l="l" r="r" t="t"/>
            <a:pathLst>
              <a:path extrusionOk="0" h="21143" w="21143">
                <a:moveTo>
                  <a:pt x="16790" y="12145"/>
                </a:moveTo>
                <a:lnTo>
                  <a:pt x="20459" y="11411"/>
                </a:lnTo>
                <a:cubicBezTo>
                  <a:pt x="21368" y="11230"/>
                  <a:pt x="21373" y="9932"/>
                  <a:pt x="20466" y="9742"/>
                </a:cubicBezTo>
                <a:lnTo>
                  <a:pt x="16648" y="8942"/>
                </a:lnTo>
                <a:cubicBezTo>
                  <a:pt x="14415" y="8475"/>
                  <a:pt x="12672" y="6727"/>
                  <a:pt x="12211" y="4493"/>
                </a:cubicBezTo>
                <a:lnTo>
                  <a:pt x="11426" y="680"/>
                </a:lnTo>
                <a:cubicBezTo>
                  <a:pt x="11239" y="-225"/>
                  <a:pt x="9946" y="-227"/>
                  <a:pt x="9758" y="680"/>
                </a:cubicBezTo>
                <a:lnTo>
                  <a:pt x="8974" y="4457"/>
                </a:lnTo>
                <a:cubicBezTo>
                  <a:pt x="8500" y="6739"/>
                  <a:pt x="6714" y="8523"/>
                  <a:pt x="4430" y="8994"/>
                </a:cubicBezTo>
                <a:lnTo>
                  <a:pt x="680" y="9766"/>
                </a:lnTo>
                <a:cubicBezTo>
                  <a:pt x="-225" y="9952"/>
                  <a:pt x="-227" y="11245"/>
                  <a:pt x="680" y="11433"/>
                </a:cubicBezTo>
                <a:lnTo>
                  <a:pt x="4522" y="12231"/>
                </a:lnTo>
                <a:cubicBezTo>
                  <a:pt x="6808" y="12707"/>
                  <a:pt x="8590" y="14501"/>
                  <a:pt x="9048" y="16790"/>
                </a:cubicBezTo>
                <a:lnTo>
                  <a:pt x="9782" y="20459"/>
                </a:lnTo>
                <a:cubicBezTo>
                  <a:pt x="9963" y="21368"/>
                  <a:pt x="11261" y="21373"/>
                  <a:pt x="11451" y="20466"/>
                </a:cubicBezTo>
                <a:lnTo>
                  <a:pt x="12251" y="16648"/>
                </a:lnTo>
                <a:cubicBezTo>
                  <a:pt x="12727" y="14373"/>
                  <a:pt x="14516" y="12601"/>
                  <a:pt x="16795" y="12144"/>
                </a:cubicBezTo>
                <a:close/>
              </a:path>
            </a:pathLst>
          </a:custGeom>
          <a:solidFill>
            <a:srgbClr val="EAF5FE"/>
          </a:solidFill>
          <a:ln>
            <a:noFill/>
          </a:ln>
        </p:spPr>
        <p:txBody>
          <a:bodyPr anchorCtr="0" anchor="ctr" bIns="54850" lIns="54850" spcFirstLastPara="1" rIns="54850" wrap="square" tIns="54850">
            <a:noAutofit/>
          </a:bodyPr>
          <a:lstStyle/>
          <a:p>
            <a:pPr indent="0" lvl="0" marL="0" marR="0" rtl="0" algn="l">
              <a:lnSpc>
                <a:spcPct val="90000"/>
              </a:lnSpc>
              <a:spcBef>
                <a:spcPts val="0"/>
              </a:spcBef>
              <a:spcAft>
                <a:spcPts val="0"/>
              </a:spcAft>
              <a:buClr>
                <a:srgbClr val="003366"/>
              </a:buClr>
              <a:buSzPts val="14200"/>
              <a:buFont typeface="Questrial"/>
              <a:buNone/>
            </a:pPr>
            <a:r>
              <a:t/>
            </a:r>
            <a:endParaRPr b="0" i="0" sz="14200" u="none" cap="none" strike="noStrike">
              <a:solidFill>
                <a:srgbClr val="032D60"/>
              </a:solidFill>
              <a:latin typeface="Arial"/>
              <a:ea typeface="Arial"/>
              <a:cs typeface="Arial"/>
              <a:sym typeface="Arial"/>
            </a:endParaRPr>
          </a:p>
        </p:txBody>
      </p:sp>
      <p:sp>
        <p:nvSpPr>
          <p:cNvPr descr="alt=&quot;&quot;" id="1731" name="Google Shape;1731;p105"/>
          <p:cNvSpPr/>
          <p:nvPr/>
        </p:nvSpPr>
        <p:spPr>
          <a:xfrm>
            <a:off x="482219" y="3555621"/>
            <a:ext cx="375077" cy="375183"/>
          </a:xfrm>
          <a:custGeom>
            <a:rect b="b" l="l" r="r" t="t"/>
            <a:pathLst>
              <a:path extrusionOk="0" h="21143" w="21143">
                <a:moveTo>
                  <a:pt x="16790" y="12145"/>
                </a:moveTo>
                <a:lnTo>
                  <a:pt x="20459" y="11411"/>
                </a:lnTo>
                <a:cubicBezTo>
                  <a:pt x="21368" y="11230"/>
                  <a:pt x="21373" y="9932"/>
                  <a:pt x="20466" y="9742"/>
                </a:cubicBezTo>
                <a:lnTo>
                  <a:pt x="16648" y="8942"/>
                </a:lnTo>
                <a:cubicBezTo>
                  <a:pt x="14415" y="8475"/>
                  <a:pt x="12672" y="6727"/>
                  <a:pt x="12211" y="4493"/>
                </a:cubicBezTo>
                <a:lnTo>
                  <a:pt x="11426" y="680"/>
                </a:lnTo>
                <a:cubicBezTo>
                  <a:pt x="11239" y="-225"/>
                  <a:pt x="9946" y="-227"/>
                  <a:pt x="9758" y="680"/>
                </a:cubicBezTo>
                <a:lnTo>
                  <a:pt x="8974" y="4457"/>
                </a:lnTo>
                <a:cubicBezTo>
                  <a:pt x="8500" y="6739"/>
                  <a:pt x="6714" y="8523"/>
                  <a:pt x="4430" y="8994"/>
                </a:cubicBezTo>
                <a:lnTo>
                  <a:pt x="680" y="9766"/>
                </a:lnTo>
                <a:cubicBezTo>
                  <a:pt x="-225" y="9952"/>
                  <a:pt x="-227" y="11245"/>
                  <a:pt x="680" y="11433"/>
                </a:cubicBezTo>
                <a:lnTo>
                  <a:pt x="4522" y="12231"/>
                </a:lnTo>
                <a:cubicBezTo>
                  <a:pt x="6808" y="12707"/>
                  <a:pt x="8590" y="14501"/>
                  <a:pt x="9048" y="16790"/>
                </a:cubicBezTo>
                <a:lnTo>
                  <a:pt x="9782" y="20459"/>
                </a:lnTo>
                <a:cubicBezTo>
                  <a:pt x="9963" y="21368"/>
                  <a:pt x="11261" y="21373"/>
                  <a:pt x="11451" y="20466"/>
                </a:cubicBezTo>
                <a:lnTo>
                  <a:pt x="12251" y="16648"/>
                </a:lnTo>
                <a:cubicBezTo>
                  <a:pt x="12727" y="14373"/>
                  <a:pt x="14516" y="12601"/>
                  <a:pt x="16795" y="12144"/>
                </a:cubicBezTo>
                <a:close/>
              </a:path>
            </a:pathLst>
          </a:custGeom>
          <a:solidFill>
            <a:srgbClr val="EAF5FE"/>
          </a:solidFill>
          <a:ln>
            <a:noFill/>
          </a:ln>
        </p:spPr>
        <p:txBody>
          <a:bodyPr anchorCtr="0" anchor="ctr" bIns="54850" lIns="54850" spcFirstLastPara="1" rIns="54850" wrap="square" tIns="54850">
            <a:noAutofit/>
          </a:bodyPr>
          <a:lstStyle/>
          <a:p>
            <a:pPr indent="0" lvl="0" marL="0" marR="0" rtl="0" algn="l">
              <a:lnSpc>
                <a:spcPct val="90000"/>
              </a:lnSpc>
              <a:spcBef>
                <a:spcPts val="0"/>
              </a:spcBef>
              <a:spcAft>
                <a:spcPts val="0"/>
              </a:spcAft>
              <a:buClr>
                <a:srgbClr val="003366"/>
              </a:buClr>
              <a:buSzPts val="14200"/>
              <a:buFont typeface="Questrial"/>
              <a:buNone/>
            </a:pPr>
            <a:r>
              <a:t/>
            </a:r>
            <a:endParaRPr b="0" i="0" sz="14200" u="none" cap="none" strike="noStrike">
              <a:solidFill>
                <a:srgbClr val="032D60"/>
              </a:solidFill>
              <a:latin typeface="Arial"/>
              <a:ea typeface="Arial"/>
              <a:cs typeface="Arial"/>
              <a:sym typeface="Arial"/>
            </a:endParaRPr>
          </a:p>
        </p:txBody>
      </p:sp>
      <p:sp>
        <p:nvSpPr>
          <p:cNvPr descr="alt=&quot;&quot;" id="1732" name="Google Shape;1732;p105"/>
          <p:cNvSpPr/>
          <p:nvPr/>
        </p:nvSpPr>
        <p:spPr>
          <a:xfrm flipH="1">
            <a:off x="17653690" y="4069536"/>
            <a:ext cx="414086" cy="414191"/>
          </a:xfrm>
          <a:custGeom>
            <a:rect b="b" l="l" r="r" t="t"/>
            <a:pathLst>
              <a:path extrusionOk="0" h="21143" w="21143">
                <a:moveTo>
                  <a:pt x="16790" y="12145"/>
                </a:moveTo>
                <a:lnTo>
                  <a:pt x="20459" y="11411"/>
                </a:lnTo>
                <a:cubicBezTo>
                  <a:pt x="21368" y="11230"/>
                  <a:pt x="21373" y="9932"/>
                  <a:pt x="20466" y="9742"/>
                </a:cubicBezTo>
                <a:lnTo>
                  <a:pt x="16648" y="8942"/>
                </a:lnTo>
                <a:cubicBezTo>
                  <a:pt x="14415" y="8475"/>
                  <a:pt x="12672" y="6727"/>
                  <a:pt x="12211" y="4493"/>
                </a:cubicBezTo>
                <a:lnTo>
                  <a:pt x="11426" y="680"/>
                </a:lnTo>
                <a:cubicBezTo>
                  <a:pt x="11239" y="-225"/>
                  <a:pt x="9946" y="-227"/>
                  <a:pt x="9758" y="680"/>
                </a:cubicBezTo>
                <a:lnTo>
                  <a:pt x="8974" y="4457"/>
                </a:lnTo>
                <a:cubicBezTo>
                  <a:pt x="8500" y="6739"/>
                  <a:pt x="6714" y="8523"/>
                  <a:pt x="4430" y="8994"/>
                </a:cubicBezTo>
                <a:lnTo>
                  <a:pt x="680" y="9766"/>
                </a:lnTo>
                <a:cubicBezTo>
                  <a:pt x="-225" y="9952"/>
                  <a:pt x="-227" y="11245"/>
                  <a:pt x="680" y="11433"/>
                </a:cubicBezTo>
                <a:lnTo>
                  <a:pt x="4522" y="12231"/>
                </a:lnTo>
                <a:cubicBezTo>
                  <a:pt x="6808" y="12707"/>
                  <a:pt x="8590" y="14501"/>
                  <a:pt x="9048" y="16790"/>
                </a:cubicBezTo>
                <a:lnTo>
                  <a:pt x="9782" y="20459"/>
                </a:lnTo>
                <a:cubicBezTo>
                  <a:pt x="9963" y="21368"/>
                  <a:pt x="11261" y="21373"/>
                  <a:pt x="11451" y="20466"/>
                </a:cubicBezTo>
                <a:lnTo>
                  <a:pt x="12251" y="16648"/>
                </a:lnTo>
                <a:cubicBezTo>
                  <a:pt x="12727" y="14373"/>
                  <a:pt x="14516" y="12601"/>
                  <a:pt x="16795" y="12144"/>
                </a:cubicBezTo>
                <a:close/>
              </a:path>
            </a:pathLst>
          </a:custGeom>
          <a:solidFill>
            <a:srgbClr val="EAF5FE"/>
          </a:solidFill>
          <a:ln>
            <a:noFill/>
          </a:ln>
        </p:spPr>
        <p:txBody>
          <a:bodyPr anchorCtr="0" anchor="ctr" bIns="54850" lIns="54850" spcFirstLastPara="1" rIns="54850" wrap="square" tIns="54850">
            <a:noAutofit/>
          </a:bodyPr>
          <a:lstStyle/>
          <a:p>
            <a:pPr indent="0" lvl="0" marL="0" marR="0" rtl="0" algn="l">
              <a:lnSpc>
                <a:spcPct val="90000"/>
              </a:lnSpc>
              <a:spcBef>
                <a:spcPts val="0"/>
              </a:spcBef>
              <a:spcAft>
                <a:spcPts val="0"/>
              </a:spcAft>
              <a:buClr>
                <a:srgbClr val="003366"/>
              </a:buClr>
              <a:buSzPts val="14200"/>
              <a:buFont typeface="Questrial"/>
              <a:buNone/>
            </a:pPr>
            <a:r>
              <a:t/>
            </a:r>
            <a:endParaRPr b="0" i="0" sz="14200" u="none" cap="none" strike="noStrike">
              <a:solidFill>
                <a:srgbClr val="032D60"/>
              </a:solidFill>
              <a:latin typeface="Arial"/>
              <a:ea typeface="Arial"/>
              <a:cs typeface="Arial"/>
              <a:sym typeface="Arial"/>
            </a:endParaRPr>
          </a:p>
        </p:txBody>
      </p:sp>
      <p:sp>
        <p:nvSpPr>
          <p:cNvPr descr="alt=&quot;&quot;" id="1733" name="Google Shape;1733;p105"/>
          <p:cNvSpPr/>
          <p:nvPr/>
        </p:nvSpPr>
        <p:spPr>
          <a:xfrm>
            <a:off x="1385700" y="4533909"/>
            <a:ext cx="7370400" cy="3922800"/>
          </a:xfrm>
          <a:prstGeom prst="roundRect">
            <a:avLst>
              <a:gd fmla="val 11975" name="adj"/>
            </a:avLst>
          </a:prstGeom>
          <a:solidFill>
            <a:srgbClr val="FFFFFF"/>
          </a:solidFill>
          <a:ln>
            <a:noFill/>
          </a:ln>
          <a:effectLst>
            <a:outerShdw blurRad="142875" rotWithShape="0" algn="bl" dir="3540000" dist="142875">
              <a:srgbClr val="000000">
                <a:alpha val="12000"/>
              </a:srgbClr>
            </a:outerShdw>
          </a:effectLst>
        </p:spPr>
        <p:txBody>
          <a:bodyPr anchorCtr="0" anchor="t" bIns="45700" lIns="173750" spcFirstLastPara="1" rIns="45700" wrap="square" tIns="320050">
            <a:noAutofit/>
          </a:bodyPr>
          <a:lstStyle/>
          <a:p>
            <a:pPr indent="0" lvl="0" marL="101600" rtl="0" algn="l">
              <a:lnSpc>
                <a:spcPct val="90000"/>
              </a:lnSpc>
              <a:spcBef>
                <a:spcPts val="0"/>
              </a:spcBef>
              <a:spcAft>
                <a:spcPts val="0"/>
              </a:spcAft>
              <a:buNone/>
            </a:pPr>
            <a:r>
              <a:t/>
            </a:r>
            <a:endParaRPr sz="2600">
              <a:solidFill>
                <a:srgbClr val="002775"/>
              </a:solidFill>
              <a:latin typeface="Avant Garde Demi SFDC"/>
              <a:ea typeface="Avant Garde Demi SFDC"/>
              <a:cs typeface="Avant Garde Demi SFDC"/>
              <a:sym typeface="Avant Garde Demi SFDC"/>
            </a:endParaRPr>
          </a:p>
        </p:txBody>
      </p:sp>
      <p:sp>
        <p:nvSpPr>
          <p:cNvPr descr="alt=&quot;&quot;" id="1734" name="Google Shape;1734;p105"/>
          <p:cNvSpPr/>
          <p:nvPr/>
        </p:nvSpPr>
        <p:spPr>
          <a:xfrm>
            <a:off x="9641622" y="4516159"/>
            <a:ext cx="7370400" cy="3922800"/>
          </a:xfrm>
          <a:prstGeom prst="roundRect">
            <a:avLst>
              <a:gd fmla="val 10465" name="adj"/>
            </a:avLst>
          </a:prstGeom>
          <a:solidFill>
            <a:srgbClr val="FFFFFF"/>
          </a:solidFill>
          <a:ln>
            <a:noFill/>
          </a:ln>
          <a:effectLst>
            <a:outerShdw blurRad="142875" rotWithShape="0" algn="bl" dir="3540000" dist="142875">
              <a:srgbClr val="000000">
                <a:alpha val="12000"/>
              </a:srgbClr>
            </a:outerShdw>
          </a:effectLst>
        </p:spPr>
        <p:txBody>
          <a:bodyPr anchorCtr="0" anchor="t" bIns="45700" lIns="173750" spcFirstLastPara="1" rIns="45700" wrap="square" tIns="320050">
            <a:noAutofit/>
          </a:bodyPr>
          <a:lstStyle/>
          <a:p>
            <a:pPr indent="0" lvl="0" marL="101600" rtl="0" algn="l">
              <a:lnSpc>
                <a:spcPct val="90000"/>
              </a:lnSpc>
              <a:spcBef>
                <a:spcPts val="0"/>
              </a:spcBef>
              <a:spcAft>
                <a:spcPts val="0"/>
              </a:spcAft>
              <a:buNone/>
            </a:pPr>
            <a:r>
              <a:t/>
            </a:r>
            <a:endParaRPr sz="2600">
              <a:solidFill>
                <a:srgbClr val="002775"/>
              </a:solidFill>
              <a:latin typeface="Avant Garde Demi SFDC"/>
              <a:ea typeface="Avant Garde Demi SFDC"/>
              <a:cs typeface="Avant Garde Demi SFDC"/>
              <a:sym typeface="Avant Garde Demi SFDC"/>
            </a:endParaRPr>
          </a:p>
        </p:txBody>
      </p:sp>
      <p:sp>
        <p:nvSpPr>
          <p:cNvPr id="1735" name="Google Shape;1735;p105"/>
          <p:cNvSpPr txBox="1"/>
          <p:nvPr>
            <p:ph type="title"/>
          </p:nvPr>
        </p:nvSpPr>
        <p:spPr>
          <a:xfrm>
            <a:off x="2008833" y="5067305"/>
            <a:ext cx="6124200" cy="7986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36" name="Google Shape;1736;p105"/>
          <p:cNvSpPr txBox="1"/>
          <p:nvPr>
            <p:ph idx="1" type="body"/>
          </p:nvPr>
        </p:nvSpPr>
        <p:spPr>
          <a:xfrm>
            <a:off x="2008833" y="5724930"/>
            <a:ext cx="6124200" cy="2245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37" name="Google Shape;1737;p105"/>
          <p:cNvSpPr txBox="1"/>
          <p:nvPr>
            <p:ph idx="2" type="title"/>
          </p:nvPr>
        </p:nvSpPr>
        <p:spPr>
          <a:xfrm>
            <a:off x="10264754" y="5067305"/>
            <a:ext cx="6124200" cy="798600"/>
          </a:xfrm>
          <a:prstGeom prst="rect">
            <a:avLst/>
          </a:prstGeom>
        </p:spPr>
        <p:txBody>
          <a:bodyPr anchorCtr="0" anchor="t" bIns="0" lIns="0" spcFirstLastPara="1" rIns="0" wrap="square" tIns="0">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38" name="Google Shape;1738;p105"/>
          <p:cNvSpPr txBox="1"/>
          <p:nvPr>
            <p:ph idx="3" type="body"/>
          </p:nvPr>
        </p:nvSpPr>
        <p:spPr>
          <a:xfrm>
            <a:off x="10264754" y="5724930"/>
            <a:ext cx="6124200" cy="2245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39" name="Google Shape;1739;p105"/>
          <p:cNvSpPr txBox="1"/>
          <p:nvPr>
            <p:ph idx="4"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40" name="Google Shape;1740;p105"/>
          <p:cNvSpPr txBox="1"/>
          <p:nvPr>
            <p:ph idx="5" type="subTitle"/>
          </p:nvPr>
        </p:nvSpPr>
        <p:spPr>
          <a:xfrm>
            <a:off x="1162050" y="1857375"/>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741" name="Google Shape;1741;p105"/>
          <p:cNvGrpSpPr/>
          <p:nvPr/>
        </p:nvGrpSpPr>
        <p:grpSpPr>
          <a:xfrm>
            <a:off x="14497041" y="952412"/>
            <a:ext cx="1598127" cy="459104"/>
            <a:chOff x="5913125" y="1232600"/>
            <a:chExt cx="3443497" cy="989449"/>
          </a:xfrm>
        </p:grpSpPr>
        <p:sp>
          <p:nvSpPr>
            <p:cNvPr id="1742" name="Google Shape;1742;p105"/>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743" name="Google Shape;1743;p105"/>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744" name="Google Shape;1744;p105"/>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ircle Callout">
  <p:cSld name="CUSTOM_7_1">
    <p:bg>
      <p:bgPr>
        <a:solidFill>
          <a:srgbClr val="CFE9FE"/>
        </a:solidFill>
      </p:bgPr>
    </p:bg>
    <p:spTree>
      <p:nvGrpSpPr>
        <p:cNvPr id="1745" name="Shape 1745"/>
        <p:cNvGrpSpPr/>
        <p:nvPr/>
      </p:nvGrpSpPr>
      <p:grpSpPr>
        <a:xfrm>
          <a:off x="0" y="0"/>
          <a:ext cx="0" cy="0"/>
          <a:chOff x="0" y="0"/>
          <a:chExt cx="0" cy="0"/>
        </a:xfrm>
      </p:grpSpPr>
      <p:grpSp>
        <p:nvGrpSpPr>
          <p:cNvPr id="1746" name="Google Shape;1746;p106"/>
          <p:cNvGrpSpPr/>
          <p:nvPr/>
        </p:nvGrpSpPr>
        <p:grpSpPr>
          <a:xfrm>
            <a:off x="14497041" y="952412"/>
            <a:ext cx="1598127" cy="459104"/>
            <a:chOff x="5913125" y="1232600"/>
            <a:chExt cx="3443497" cy="989449"/>
          </a:xfrm>
        </p:grpSpPr>
        <p:sp>
          <p:nvSpPr>
            <p:cNvPr id="1747" name="Google Shape;1747;p10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748" name="Google Shape;1748;p10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749" name="Google Shape;1749;p106"/>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750" name="Google Shape;1750;p106"/>
          <p:cNvSpPr/>
          <p:nvPr/>
        </p:nvSpPr>
        <p:spPr>
          <a:xfrm>
            <a:off x="12659175" y="3512400"/>
            <a:ext cx="5006400" cy="5006400"/>
          </a:xfrm>
          <a:prstGeom prst="ellipse">
            <a:avLst/>
          </a:prstGeom>
          <a:solidFill>
            <a:srgbClr val="002775"/>
          </a:solidFill>
          <a:ln>
            <a:noFill/>
          </a:ln>
        </p:spPr>
        <p:txBody>
          <a:bodyPr anchorCtr="0" anchor="ctr" bIns="91450" lIns="91450" spcFirstLastPara="1" rIns="91450" wrap="square" tIns="91450">
            <a:noAutofit/>
          </a:bodyPr>
          <a:lstStyle/>
          <a:p>
            <a:pPr indent="0" lvl="0" marL="0" rtl="0" algn="ctr">
              <a:lnSpc>
                <a:spcPct val="90000"/>
              </a:lnSpc>
              <a:spcBef>
                <a:spcPts val="0"/>
              </a:spcBef>
              <a:spcAft>
                <a:spcPts val="0"/>
              </a:spcAft>
              <a:buNone/>
            </a:pPr>
            <a:r>
              <a:t/>
            </a:r>
            <a:endParaRPr sz="3000">
              <a:solidFill>
                <a:srgbClr val="FFFFFF"/>
              </a:solidFill>
              <a:latin typeface="Avant Garde Demi SFDC"/>
              <a:ea typeface="Avant Garde Demi SFDC"/>
              <a:cs typeface="Avant Garde Demi SFDC"/>
              <a:sym typeface="Avant Garde Demi SFDC"/>
            </a:endParaRPr>
          </a:p>
        </p:txBody>
      </p:sp>
      <p:sp>
        <p:nvSpPr>
          <p:cNvPr id="1751" name="Google Shape;1751;p106"/>
          <p:cNvSpPr txBox="1"/>
          <p:nvPr>
            <p:ph idx="1" type="body"/>
          </p:nvPr>
        </p:nvSpPr>
        <p:spPr>
          <a:xfrm>
            <a:off x="13526175" y="4505200"/>
            <a:ext cx="3272400" cy="2869800"/>
          </a:xfrm>
          <a:prstGeom prst="rect">
            <a:avLst/>
          </a:prstGeom>
        </p:spPr>
        <p:txBody>
          <a:bodyPr anchorCtr="0" anchor="ctr" bIns="0" lIns="0" spcFirstLastPara="1" rIns="0" wrap="square" tIns="0">
            <a:noAutofit/>
          </a:bodyPr>
          <a:lstStyle>
            <a:lvl1pPr indent="-508000" lvl="0" marL="457200" algn="ctr">
              <a:spcBef>
                <a:spcPts val="0"/>
              </a:spcBef>
              <a:spcAft>
                <a:spcPts val="0"/>
              </a:spcAft>
              <a:buClr>
                <a:schemeClr val="lt1"/>
              </a:buClr>
              <a:buSzPts val="4400"/>
              <a:buChar char="●"/>
              <a:defRPr sz="4400">
                <a:solidFill>
                  <a:schemeClr val="lt1"/>
                </a:solidFill>
              </a:defRPr>
            </a:lvl1pPr>
            <a:lvl2pPr indent="-482600" lvl="1" marL="914400" algn="ctr">
              <a:spcBef>
                <a:spcPts val="1800"/>
              </a:spcBef>
              <a:spcAft>
                <a:spcPts val="0"/>
              </a:spcAft>
              <a:buClr>
                <a:schemeClr val="lt1"/>
              </a:buClr>
              <a:buSzPts val="4000"/>
              <a:buChar char="○"/>
              <a:defRPr sz="4000">
                <a:solidFill>
                  <a:schemeClr val="lt1"/>
                </a:solidFill>
              </a:defRPr>
            </a:lvl2pPr>
            <a:lvl3pPr indent="-469900" lvl="2" marL="1371600" algn="ctr">
              <a:spcBef>
                <a:spcPts val="1800"/>
              </a:spcBef>
              <a:spcAft>
                <a:spcPts val="0"/>
              </a:spcAft>
              <a:buClr>
                <a:schemeClr val="lt1"/>
              </a:buClr>
              <a:buSzPts val="3800"/>
              <a:buChar char="■"/>
              <a:defRPr sz="3800">
                <a:solidFill>
                  <a:schemeClr val="lt1"/>
                </a:solidFill>
              </a:defRPr>
            </a:lvl3pPr>
            <a:lvl4pPr indent="-457200" lvl="3" marL="1828800" algn="ctr">
              <a:spcBef>
                <a:spcPts val="1800"/>
              </a:spcBef>
              <a:spcAft>
                <a:spcPts val="0"/>
              </a:spcAft>
              <a:buClr>
                <a:schemeClr val="lt1"/>
              </a:buClr>
              <a:buSzPts val="3600"/>
              <a:buChar char="●"/>
              <a:defRPr sz="3600">
                <a:solidFill>
                  <a:schemeClr val="lt1"/>
                </a:solidFill>
              </a:defRPr>
            </a:lvl4pPr>
            <a:lvl5pPr indent="-444500" lvl="4" marL="2286000" algn="ctr">
              <a:spcBef>
                <a:spcPts val="1800"/>
              </a:spcBef>
              <a:spcAft>
                <a:spcPts val="0"/>
              </a:spcAft>
              <a:buClr>
                <a:schemeClr val="lt1"/>
              </a:buClr>
              <a:buSzPts val="3400"/>
              <a:buChar char="○"/>
              <a:defRPr sz="3400">
                <a:solidFill>
                  <a:schemeClr val="lt1"/>
                </a:solidFill>
              </a:defRPr>
            </a:lvl5pPr>
            <a:lvl6pPr indent="-431800" lvl="5" marL="2743200" algn="ctr">
              <a:spcBef>
                <a:spcPts val="1800"/>
              </a:spcBef>
              <a:spcAft>
                <a:spcPts val="0"/>
              </a:spcAft>
              <a:buClr>
                <a:schemeClr val="lt1"/>
              </a:buClr>
              <a:buSzPts val="3200"/>
              <a:buChar char="■"/>
              <a:defRPr sz="3200">
                <a:solidFill>
                  <a:schemeClr val="lt1"/>
                </a:solidFill>
              </a:defRPr>
            </a:lvl6pPr>
            <a:lvl7pPr indent="-431800" lvl="6" marL="3200400" algn="ctr">
              <a:spcBef>
                <a:spcPts val="1800"/>
              </a:spcBef>
              <a:spcAft>
                <a:spcPts val="0"/>
              </a:spcAft>
              <a:buClr>
                <a:schemeClr val="lt1"/>
              </a:buClr>
              <a:buSzPts val="3200"/>
              <a:buChar char="●"/>
              <a:defRPr sz="3200">
                <a:solidFill>
                  <a:schemeClr val="lt1"/>
                </a:solidFill>
              </a:defRPr>
            </a:lvl7pPr>
            <a:lvl8pPr indent="-431800" lvl="7" marL="3657600" algn="ctr">
              <a:spcBef>
                <a:spcPts val="1800"/>
              </a:spcBef>
              <a:spcAft>
                <a:spcPts val="0"/>
              </a:spcAft>
              <a:buClr>
                <a:schemeClr val="lt1"/>
              </a:buClr>
              <a:buSzPts val="3200"/>
              <a:buChar char="○"/>
              <a:defRPr sz="3200">
                <a:solidFill>
                  <a:schemeClr val="lt1"/>
                </a:solidFill>
              </a:defRPr>
            </a:lvl8pPr>
            <a:lvl9pPr indent="-431800" lvl="8" marL="4114800" algn="ctr">
              <a:spcBef>
                <a:spcPts val="1800"/>
              </a:spcBef>
              <a:spcAft>
                <a:spcPts val="1800"/>
              </a:spcAft>
              <a:buClr>
                <a:schemeClr val="lt1"/>
              </a:buClr>
              <a:buSzPts val="3200"/>
              <a:buChar char="■"/>
              <a:defRPr sz="3200">
                <a:solidFill>
                  <a:schemeClr val="lt1"/>
                </a:solidFill>
              </a:defRPr>
            </a:lvl9pPr>
          </a:lstStyle>
          <a:p/>
        </p:txBody>
      </p:sp>
      <p:sp>
        <p:nvSpPr>
          <p:cNvPr id="1752" name="Google Shape;1752;p106"/>
          <p:cNvSpPr/>
          <p:nvPr/>
        </p:nvSpPr>
        <p:spPr>
          <a:xfrm>
            <a:off x="622725" y="6610825"/>
            <a:ext cx="2997000" cy="2997000"/>
          </a:xfrm>
          <a:prstGeom prst="ellipse">
            <a:avLst/>
          </a:prstGeom>
          <a:solidFill>
            <a:srgbClr val="00B3FF"/>
          </a:solidFill>
          <a:ln>
            <a:noFill/>
          </a:ln>
        </p:spPr>
        <p:txBody>
          <a:bodyPr anchorCtr="0" anchor="ctr" bIns="91450" lIns="91450" spcFirstLastPara="1" rIns="91450" wrap="square" tIns="91450">
            <a:noAutofit/>
          </a:bodyPr>
          <a:lstStyle/>
          <a:p>
            <a:pPr indent="0" lvl="0" marL="0" rtl="0" algn="ctr">
              <a:lnSpc>
                <a:spcPct val="90000"/>
              </a:lnSpc>
              <a:spcBef>
                <a:spcPts val="0"/>
              </a:spcBef>
              <a:spcAft>
                <a:spcPts val="0"/>
              </a:spcAft>
              <a:buNone/>
            </a:pPr>
            <a:r>
              <a:t/>
            </a:r>
            <a:endParaRPr sz="1400">
              <a:solidFill>
                <a:srgbClr val="FFFFFF"/>
              </a:solidFill>
              <a:latin typeface="Salesforce Sans"/>
              <a:ea typeface="Salesforce Sans"/>
              <a:cs typeface="Salesforce Sans"/>
              <a:sym typeface="Salesforce Sans"/>
            </a:endParaRPr>
          </a:p>
        </p:txBody>
      </p:sp>
      <p:sp>
        <p:nvSpPr>
          <p:cNvPr id="1753" name="Google Shape;1753;p106"/>
          <p:cNvSpPr/>
          <p:nvPr/>
        </p:nvSpPr>
        <p:spPr>
          <a:xfrm>
            <a:off x="4070075" y="4749175"/>
            <a:ext cx="3402000" cy="3402000"/>
          </a:xfrm>
          <a:prstGeom prst="ellipse">
            <a:avLst/>
          </a:prstGeom>
          <a:solidFill>
            <a:srgbClr val="066AFE"/>
          </a:solidFill>
          <a:ln>
            <a:noFill/>
          </a:ln>
        </p:spPr>
        <p:txBody>
          <a:bodyPr anchorCtr="0" anchor="ctr" bIns="91450" lIns="91450" spcFirstLastPara="1" rIns="91450" wrap="square" tIns="91450">
            <a:noAutofit/>
          </a:bodyPr>
          <a:lstStyle/>
          <a:p>
            <a:pPr indent="0" lvl="0" marL="0" rtl="0" algn="ctr">
              <a:lnSpc>
                <a:spcPct val="90000"/>
              </a:lnSpc>
              <a:spcBef>
                <a:spcPts val="0"/>
              </a:spcBef>
              <a:spcAft>
                <a:spcPts val="0"/>
              </a:spcAft>
              <a:buNone/>
            </a:pPr>
            <a:r>
              <a:t/>
            </a:r>
            <a:endParaRPr sz="3000">
              <a:solidFill>
                <a:srgbClr val="FFFFFF"/>
              </a:solidFill>
              <a:latin typeface="Avant Garde Demi SFDC"/>
              <a:ea typeface="Avant Garde Demi SFDC"/>
              <a:cs typeface="Avant Garde Demi SFDC"/>
              <a:sym typeface="Avant Garde Demi SFDC"/>
            </a:endParaRPr>
          </a:p>
        </p:txBody>
      </p:sp>
      <p:sp>
        <p:nvSpPr>
          <p:cNvPr id="1754" name="Google Shape;1754;p106"/>
          <p:cNvSpPr/>
          <p:nvPr/>
        </p:nvSpPr>
        <p:spPr>
          <a:xfrm>
            <a:off x="7922425" y="5321425"/>
            <a:ext cx="4286400" cy="4286400"/>
          </a:xfrm>
          <a:prstGeom prst="ellipse">
            <a:avLst/>
          </a:prstGeom>
          <a:solidFill>
            <a:srgbClr val="182BC0"/>
          </a:solidFill>
          <a:ln>
            <a:noFill/>
          </a:ln>
        </p:spPr>
        <p:txBody>
          <a:bodyPr anchorCtr="0" anchor="ctr" bIns="91450" lIns="91450" spcFirstLastPara="1" rIns="91450" wrap="square" tIns="91450">
            <a:noAutofit/>
          </a:bodyPr>
          <a:lstStyle/>
          <a:p>
            <a:pPr indent="0" lvl="0" marL="0" rtl="0" algn="ctr">
              <a:lnSpc>
                <a:spcPct val="90000"/>
              </a:lnSpc>
              <a:spcBef>
                <a:spcPts val="0"/>
              </a:spcBef>
              <a:spcAft>
                <a:spcPts val="0"/>
              </a:spcAft>
              <a:buNone/>
            </a:pPr>
            <a:r>
              <a:t/>
            </a:r>
            <a:endParaRPr sz="3000">
              <a:solidFill>
                <a:srgbClr val="FFFFFF"/>
              </a:solidFill>
              <a:latin typeface="Avant Garde Demi SFDC"/>
              <a:ea typeface="Avant Garde Demi SFDC"/>
              <a:cs typeface="Avant Garde Demi SFDC"/>
              <a:sym typeface="Avant Garde Demi SFDC"/>
            </a:endParaRPr>
          </a:p>
        </p:txBody>
      </p:sp>
      <p:grpSp>
        <p:nvGrpSpPr>
          <p:cNvPr id="1755" name="Google Shape;1755;p106"/>
          <p:cNvGrpSpPr/>
          <p:nvPr/>
        </p:nvGrpSpPr>
        <p:grpSpPr>
          <a:xfrm>
            <a:off x="12750957" y="3468728"/>
            <a:ext cx="1191684" cy="1577742"/>
            <a:chOff x="12750957" y="3468728"/>
            <a:chExt cx="1191684" cy="1577742"/>
          </a:xfrm>
        </p:grpSpPr>
        <p:pic>
          <p:nvPicPr>
            <p:cNvPr descr="Alt=&quot;&quot;" id="1756" name="Google Shape;1756;p106"/>
            <p:cNvPicPr preferRelativeResize="0"/>
            <p:nvPr/>
          </p:nvPicPr>
          <p:blipFill rotWithShape="1">
            <a:blip r:embed="rId2">
              <a:alphaModFix/>
            </a:blip>
            <a:srcRect b="0" l="0" r="0" t="0"/>
            <a:stretch/>
          </p:blipFill>
          <p:spPr>
            <a:xfrm rot="8">
              <a:off x="12918758" y="3468729"/>
              <a:ext cx="1023883" cy="1039412"/>
            </a:xfrm>
            <a:prstGeom prst="rect">
              <a:avLst/>
            </a:prstGeom>
            <a:noFill/>
            <a:ln>
              <a:noFill/>
            </a:ln>
          </p:spPr>
        </p:pic>
        <p:pic>
          <p:nvPicPr>
            <p:cNvPr descr="Alt=&quot;&quot;" id="1757" name="Google Shape;1757;p106"/>
            <p:cNvPicPr preferRelativeResize="0"/>
            <p:nvPr/>
          </p:nvPicPr>
          <p:blipFill rotWithShape="1">
            <a:blip r:embed="rId2">
              <a:alphaModFix/>
            </a:blip>
            <a:srcRect b="0" l="0" r="0" t="0"/>
            <a:stretch/>
          </p:blipFill>
          <p:spPr>
            <a:xfrm rot="-9">
              <a:off x="12750957" y="4578755"/>
              <a:ext cx="460736" cy="467715"/>
            </a:xfrm>
            <a:prstGeom prst="rect">
              <a:avLst/>
            </a:prstGeom>
            <a:noFill/>
            <a:ln>
              <a:noFill/>
            </a:ln>
          </p:spPr>
        </p:pic>
      </p:grpSp>
      <p:pic>
        <p:nvPicPr>
          <p:cNvPr descr="Alt=&quot;&quot;" id="1758" name="Google Shape;1758;p106"/>
          <p:cNvPicPr preferRelativeResize="0"/>
          <p:nvPr/>
        </p:nvPicPr>
        <p:blipFill rotWithShape="1">
          <a:blip r:embed="rId2">
            <a:alphaModFix/>
          </a:blip>
          <a:srcRect b="0" l="0" r="0" t="0"/>
          <a:stretch/>
        </p:blipFill>
        <p:spPr>
          <a:xfrm rot="8">
            <a:off x="11514658" y="7825604"/>
            <a:ext cx="1023884" cy="1039412"/>
          </a:xfrm>
          <a:prstGeom prst="rect">
            <a:avLst/>
          </a:prstGeom>
          <a:noFill/>
          <a:ln>
            <a:noFill/>
          </a:ln>
        </p:spPr>
      </p:pic>
      <p:pic>
        <p:nvPicPr>
          <p:cNvPr descr="Alt=&quot;&quot;" id="1759" name="Google Shape;1759;p106"/>
          <p:cNvPicPr preferRelativeResize="0"/>
          <p:nvPr/>
        </p:nvPicPr>
        <p:blipFill rotWithShape="1">
          <a:blip r:embed="rId2">
            <a:alphaModFix/>
          </a:blip>
          <a:srcRect b="0" l="0" r="0" t="0"/>
          <a:stretch/>
        </p:blipFill>
        <p:spPr>
          <a:xfrm>
            <a:off x="11346857" y="8935631"/>
            <a:ext cx="460736" cy="467715"/>
          </a:xfrm>
          <a:prstGeom prst="rect">
            <a:avLst/>
          </a:prstGeom>
          <a:noFill/>
          <a:ln>
            <a:noFill/>
          </a:ln>
        </p:spPr>
      </p:pic>
      <p:sp>
        <p:nvSpPr>
          <p:cNvPr id="1760" name="Google Shape;1760;p106"/>
          <p:cNvSpPr txBox="1"/>
          <p:nvPr>
            <p:ph idx="2" type="body"/>
          </p:nvPr>
        </p:nvSpPr>
        <p:spPr>
          <a:xfrm>
            <a:off x="4725875" y="5321425"/>
            <a:ext cx="2090400" cy="2208000"/>
          </a:xfrm>
          <a:prstGeom prst="rect">
            <a:avLst/>
          </a:prstGeom>
        </p:spPr>
        <p:txBody>
          <a:bodyPr anchorCtr="0" anchor="ctr" bIns="0" lIns="0" spcFirstLastPara="1" rIns="0" wrap="square" tIns="0">
            <a:noAutofit/>
          </a:bodyPr>
          <a:lstStyle>
            <a:lvl1pPr indent="-419100" lvl="0" marL="457200" algn="ctr">
              <a:spcBef>
                <a:spcPts val="0"/>
              </a:spcBef>
              <a:spcAft>
                <a:spcPts val="0"/>
              </a:spcAft>
              <a:buClr>
                <a:schemeClr val="lt1"/>
              </a:buClr>
              <a:buSzPts val="3000"/>
              <a:buChar char="●"/>
              <a:defRPr>
                <a:solidFill>
                  <a:schemeClr val="lt1"/>
                </a:solidFill>
              </a:defRPr>
            </a:lvl1pPr>
            <a:lvl2pPr indent="-393700" lvl="1" marL="914400" algn="ctr">
              <a:spcBef>
                <a:spcPts val="1800"/>
              </a:spcBef>
              <a:spcAft>
                <a:spcPts val="0"/>
              </a:spcAft>
              <a:buClr>
                <a:schemeClr val="lt1"/>
              </a:buClr>
              <a:buSzPts val="2600"/>
              <a:buChar char="○"/>
              <a:defRPr>
                <a:solidFill>
                  <a:schemeClr val="lt1"/>
                </a:solidFill>
              </a:defRPr>
            </a:lvl2pPr>
            <a:lvl3pPr indent="-381000" lvl="2" marL="1371600" algn="ctr">
              <a:spcBef>
                <a:spcPts val="1800"/>
              </a:spcBef>
              <a:spcAft>
                <a:spcPts val="0"/>
              </a:spcAft>
              <a:buClr>
                <a:schemeClr val="lt1"/>
              </a:buClr>
              <a:buSzPts val="2400"/>
              <a:buChar char="■"/>
              <a:defRPr>
                <a:solidFill>
                  <a:schemeClr val="lt1"/>
                </a:solidFill>
              </a:defRPr>
            </a:lvl3pPr>
            <a:lvl4pPr indent="-368300" lvl="3" marL="1828800" algn="ctr">
              <a:spcBef>
                <a:spcPts val="1800"/>
              </a:spcBef>
              <a:spcAft>
                <a:spcPts val="0"/>
              </a:spcAft>
              <a:buClr>
                <a:schemeClr val="lt1"/>
              </a:buClr>
              <a:buSzPts val="2200"/>
              <a:buChar char="●"/>
              <a:defRPr>
                <a:solidFill>
                  <a:schemeClr val="lt1"/>
                </a:solidFill>
              </a:defRPr>
            </a:lvl4pPr>
            <a:lvl5pPr indent="-355600" lvl="4" marL="2286000" algn="ctr">
              <a:spcBef>
                <a:spcPts val="1800"/>
              </a:spcBef>
              <a:spcAft>
                <a:spcPts val="0"/>
              </a:spcAft>
              <a:buClr>
                <a:schemeClr val="lt1"/>
              </a:buClr>
              <a:buSzPts val="2000"/>
              <a:buChar char="○"/>
              <a:defRPr>
                <a:solidFill>
                  <a:schemeClr val="lt1"/>
                </a:solidFill>
              </a:defRPr>
            </a:lvl5pPr>
            <a:lvl6pPr indent="-342900" lvl="5" marL="2743200" algn="ctr">
              <a:spcBef>
                <a:spcPts val="1800"/>
              </a:spcBef>
              <a:spcAft>
                <a:spcPts val="0"/>
              </a:spcAft>
              <a:buClr>
                <a:schemeClr val="lt1"/>
              </a:buClr>
              <a:buSzPts val="1800"/>
              <a:buChar char="■"/>
              <a:defRPr>
                <a:solidFill>
                  <a:schemeClr val="lt1"/>
                </a:solidFill>
              </a:defRPr>
            </a:lvl6pPr>
            <a:lvl7pPr indent="-342900" lvl="6" marL="3200400" algn="ctr">
              <a:spcBef>
                <a:spcPts val="1800"/>
              </a:spcBef>
              <a:spcAft>
                <a:spcPts val="0"/>
              </a:spcAft>
              <a:buClr>
                <a:schemeClr val="lt1"/>
              </a:buClr>
              <a:buSzPts val="1800"/>
              <a:buChar char="●"/>
              <a:defRPr>
                <a:solidFill>
                  <a:schemeClr val="lt1"/>
                </a:solidFill>
              </a:defRPr>
            </a:lvl7pPr>
            <a:lvl8pPr indent="-342900" lvl="7" marL="3657600" algn="ctr">
              <a:spcBef>
                <a:spcPts val="1800"/>
              </a:spcBef>
              <a:spcAft>
                <a:spcPts val="0"/>
              </a:spcAft>
              <a:buClr>
                <a:schemeClr val="lt1"/>
              </a:buClr>
              <a:buSzPts val="1800"/>
              <a:buChar char="○"/>
              <a:defRPr>
                <a:solidFill>
                  <a:schemeClr val="lt1"/>
                </a:solidFill>
              </a:defRPr>
            </a:lvl8pPr>
            <a:lvl9pPr indent="-342900" lvl="8" marL="4114800" algn="ctr">
              <a:spcBef>
                <a:spcPts val="1800"/>
              </a:spcBef>
              <a:spcAft>
                <a:spcPts val="1800"/>
              </a:spcAft>
              <a:buClr>
                <a:schemeClr val="lt1"/>
              </a:buClr>
              <a:buSzPts val="1800"/>
              <a:buChar char="■"/>
              <a:defRPr>
                <a:solidFill>
                  <a:schemeClr val="lt1"/>
                </a:solidFill>
              </a:defRPr>
            </a:lvl9pPr>
          </a:lstStyle>
          <a:p/>
        </p:txBody>
      </p:sp>
      <p:sp>
        <p:nvSpPr>
          <p:cNvPr id="1761" name="Google Shape;1761;p106"/>
          <p:cNvSpPr txBox="1"/>
          <p:nvPr>
            <p:ph idx="3" type="body"/>
          </p:nvPr>
        </p:nvSpPr>
        <p:spPr>
          <a:xfrm>
            <a:off x="8640775" y="6360775"/>
            <a:ext cx="2850000" cy="2208000"/>
          </a:xfrm>
          <a:prstGeom prst="rect">
            <a:avLst/>
          </a:prstGeom>
        </p:spPr>
        <p:txBody>
          <a:bodyPr anchorCtr="0" anchor="ctr" bIns="0" lIns="0" spcFirstLastPara="1" rIns="0" wrap="square" tIns="0">
            <a:noAutofit/>
          </a:bodyPr>
          <a:lstStyle>
            <a:lvl1pPr indent="-469900" lvl="0" marL="457200" algn="ctr">
              <a:spcBef>
                <a:spcPts val="0"/>
              </a:spcBef>
              <a:spcAft>
                <a:spcPts val="0"/>
              </a:spcAft>
              <a:buClr>
                <a:schemeClr val="lt1"/>
              </a:buClr>
              <a:buSzPts val="3800"/>
              <a:buChar char="●"/>
              <a:defRPr sz="3800">
                <a:solidFill>
                  <a:schemeClr val="lt1"/>
                </a:solidFill>
              </a:defRPr>
            </a:lvl1pPr>
            <a:lvl2pPr indent="-444500" lvl="1" marL="914400" algn="ctr">
              <a:spcBef>
                <a:spcPts val="1800"/>
              </a:spcBef>
              <a:spcAft>
                <a:spcPts val="0"/>
              </a:spcAft>
              <a:buClr>
                <a:schemeClr val="lt1"/>
              </a:buClr>
              <a:buSzPts val="3400"/>
              <a:buChar char="○"/>
              <a:defRPr sz="3400">
                <a:solidFill>
                  <a:schemeClr val="lt1"/>
                </a:solidFill>
              </a:defRPr>
            </a:lvl2pPr>
            <a:lvl3pPr indent="-431800" lvl="2" marL="1371600" algn="ctr">
              <a:spcBef>
                <a:spcPts val="1800"/>
              </a:spcBef>
              <a:spcAft>
                <a:spcPts val="0"/>
              </a:spcAft>
              <a:buClr>
                <a:schemeClr val="lt1"/>
              </a:buClr>
              <a:buSzPts val="3200"/>
              <a:buChar char="■"/>
              <a:defRPr sz="3200">
                <a:solidFill>
                  <a:schemeClr val="lt1"/>
                </a:solidFill>
              </a:defRPr>
            </a:lvl3pPr>
            <a:lvl4pPr indent="-419100" lvl="3" marL="1828800" algn="ctr">
              <a:spcBef>
                <a:spcPts val="1800"/>
              </a:spcBef>
              <a:spcAft>
                <a:spcPts val="0"/>
              </a:spcAft>
              <a:buClr>
                <a:schemeClr val="lt1"/>
              </a:buClr>
              <a:buSzPts val="3000"/>
              <a:buChar char="●"/>
              <a:defRPr sz="3000">
                <a:solidFill>
                  <a:schemeClr val="lt1"/>
                </a:solidFill>
              </a:defRPr>
            </a:lvl4pPr>
            <a:lvl5pPr indent="-406400" lvl="4" marL="2286000" algn="ctr">
              <a:spcBef>
                <a:spcPts val="1800"/>
              </a:spcBef>
              <a:spcAft>
                <a:spcPts val="0"/>
              </a:spcAft>
              <a:buClr>
                <a:schemeClr val="lt1"/>
              </a:buClr>
              <a:buSzPts val="2800"/>
              <a:buChar char="○"/>
              <a:defRPr sz="2800">
                <a:solidFill>
                  <a:schemeClr val="lt1"/>
                </a:solidFill>
              </a:defRPr>
            </a:lvl5pPr>
            <a:lvl6pPr indent="-393700" lvl="5" marL="2743200" algn="ctr">
              <a:spcBef>
                <a:spcPts val="1800"/>
              </a:spcBef>
              <a:spcAft>
                <a:spcPts val="0"/>
              </a:spcAft>
              <a:buClr>
                <a:schemeClr val="lt1"/>
              </a:buClr>
              <a:buSzPts val="2600"/>
              <a:buChar char="■"/>
              <a:defRPr sz="2600">
                <a:solidFill>
                  <a:schemeClr val="lt1"/>
                </a:solidFill>
              </a:defRPr>
            </a:lvl6pPr>
            <a:lvl7pPr indent="-393700" lvl="6" marL="3200400" algn="ctr">
              <a:spcBef>
                <a:spcPts val="1800"/>
              </a:spcBef>
              <a:spcAft>
                <a:spcPts val="0"/>
              </a:spcAft>
              <a:buClr>
                <a:schemeClr val="lt1"/>
              </a:buClr>
              <a:buSzPts val="2600"/>
              <a:buChar char="●"/>
              <a:defRPr sz="2600">
                <a:solidFill>
                  <a:schemeClr val="lt1"/>
                </a:solidFill>
              </a:defRPr>
            </a:lvl7pPr>
            <a:lvl8pPr indent="-393700" lvl="7" marL="3657600" algn="ctr">
              <a:spcBef>
                <a:spcPts val="1800"/>
              </a:spcBef>
              <a:spcAft>
                <a:spcPts val="0"/>
              </a:spcAft>
              <a:buClr>
                <a:schemeClr val="lt1"/>
              </a:buClr>
              <a:buSzPts val="2600"/>
              <a:buChar char="○"/>
              <a:defRPr sz="2600">
                <a:solidFill>
                  <a:schemeClr val="lt1"/>
                </a:solidFill>
              </a:defRPr>
            </a:lvl8pPr>
            <a:lvl9pPr indent="-393700" lvl="8" marL="4114800" algn="ctr">
              <a:spcBef>
                <a:spcPts val="1800"/>
              </a:spcBef>
              <a:spcAft>
                <a:spcPts val="1800"/>
              </a:spcAft>
              <a:buClr>
                <a:schemeClr val="lt1"/>
              </a:buClr>
              <a:buSzPts val="2600"/>
              <a:buChar char="■"/>
              <a:defRPr sz="2600">
                <a:solidFill>
                  <a:schemeClr val="lt1"/>
                </a:solidFill>
              </a:defRPr>
            </a:lvl9pPr>
          </a:lstStyle>
          <a:p/>
        </p:txBody>
      </p:sp>
      <p:sp>
        <p:nvSpPr>
          <p:cNvPr id="1762" name="Google Shape;1762;p106"/>
          <p:cNvSpPr txBox="1"/>
          <p:nvPr>
            <p:ph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63" name="Google Shape;1763;p106"/>
          <p:cNvSpPr txBox="1"/>
          <p:nvPr>
            <p:ph idx="4" type="subTitle"/>
          </p:nvPr>
        </p:nvSpPr>
        <p:spPr>
          <a:xfrm>
            <a:off x="1162050" y="1857432"/>
            <a:ext cx="9970200" cy="1947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 Layout">
  <p:cSld name="CUSTOM_9_5_1_1">
    <p:bg>
      <p:bgPr>
        <a:solidFill>
          <a:srgbClr val="CFE9FE"/>
        </a:solidFill>
      </p:bgPr>
    </p:bg>
    <p:spTree>
      <p:nvGrpSpPr>
        <p:cNvPr id="1764" name="Shape 1764"/>
        <p:cNvGrpSpPr/>
        <p:nvPr/>
      </p:nvGrpSpPr>
      <p:grpSpPr>
        <a:xfrm>
          <a:off x="0" y="0"/>
          <a:ext cx="0" cy="0"/>
          <a:chOff x="0" y="0"/>
          <a:chExt cx="0" cy="0"/>
        </a:xfrm>
      </p:grpSpPr>
      <p:pic>
        <p:nvPicPr>
          <p:cNvPr descr="alt=&quot;&quot;" id="1765" name="Google Shape;1765;p107"/>
          <p:cNvPicPr preferRelativeResize="0"/>
          <p:nvPr/>
        </p:nvPicPr>
        <p:blipFill rotWithShape="1">
          <a:blip r:embed="rId2">
            <a:alphaModFix/>
          </a:blip>
          <a:srcRect b="49503" l="0" r="28765" t="0"/>
          <a:stretch/>
        </p:blipFill>
        <p:spPr>
          <a:xfrm>
            <a:off x="6572250" y="5092350"/>
            <a:ext cx="11715748" cy="5194654"/>
          </a:xfrm>
          <a:prstGeom prst="rect">
            <a:avLst/>
          </a:prstGeom>
          <a:noFill/>
          <a:ln>
            <a:noFill/>
          </a:ln>
        </p:spPr>
      </p:pic>
      <p:sp>
        <p:nvSpPr>
          <p:cNvPr id="1766" name="Google Shape;1766;p107"/>
          <p:cNvSpPr txBox="1"/>
          <p:nvPr>
            <p:ph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67" name="Google Shape;1767;p107"/>
          <p:cNvSpPr txBox="1"/>
          <p:nvPr>
            <p:ph idx="1" type="subTitle"/>
          </p:nvPr>
        </p:nvSpPr>
        <p:spPr>
          <a:xfrm>
            <a:off x="1162050" y="1857375"/>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768" name="Google Shape;1768;p107"/>
          <p:cNvGrpSpPr/>
          <p:nvPr/>
        </p:nvGrpSpPr>
        <p:grpSpPr>
          <a:xfrm>
            <a:off x="14497041" y="952412"/>
            <a:ext cx="1598127" cy="459104"/>
            <a:chOff x="5913125" y="1232600"/>
            <a:chExt cx="3443497" cy="989449"/>
          </a:xfrm>
        </p:grpSpPr>
        <p:sp>
          <p:nvSpPr>
            <p:cNvPr id="1769" name="Google Shape;1769;p10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770" name="Google Shape;1770;p10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771" name="Google Shape;1771;p10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pic>
        <p:nvPicPr>
          <p:cNvPr id="1772" name="Google Shape;1772;p107" title="Shape.png"/>
          <p:cNvPicPr preferRelativeResize="0"/>
          <p:nvPr/>
        </p:nvPicPr>
        <p:blipFill>
          <a:blip r:embed="rId3">
            <a:alphaModFix/>
          </a:blip>
          <a:stretch>
            <a:fillRect/>
          </a:stretch>
        </p:blipFill>
        <p:spPr>
          <a:xfrm>
            <a:off x="1162050" y="3022000"/>
            <a:ext cx="4981772" cy="6219300"/>
          </a:xfrm>
          <a:prstGeom prst="rect">
            <a:avLst/>
          </a:prstGeom>
          <a:noFill/>
          <a:ln>
            <a:noFill/>
          </a:ln>
        </p:spPr>
      </p:pic>
      <p:pic>
        <p:nvPicPr>
          <p:cNvPr id="1773" name="Google Shape;1773;p107" title="Shape.png"/>
          <p:cNvPicPr preferRelativeResize="0"/>
          <p:nvPr/>
        </p:nvPicPr>
        <p:blipFill>
          <a:blip r:embed="rId3">
            <a:alphaModFix/>
          </a:blip>
          <a:stretch>
            <a:fillRect/>
          </a:stretch>
        </p:blipFill>
        <p:spPr>
          <a:xfrm>
            <a:off x="6588551" y="3022000"/>
            <a:ext cx="4981772" cy="6219300"/>
          </a:xfrm>
          <a:prstGeom prst="rect">
            <a:avLst/>
          </a:prstGeom>
          <a:noFill/>
          <a:ln>
            <a:noFill/>
          </a:ln>
        </p:spPr>
      </p:pic>
      <p:pic>
        <p:nvPicPr>
          <p:cNvPr id="1774" name="Google Shape;1774;p107" title="Shape.png"/>
          <p:cNvPicPr preferRelativeResize="0"/>
          <p:nvPr/>
        </p:nvPicPr>
        <p:blipFill>
          <a:blip r:embed="rId3">
            <a:alphaModFix/>
          </a:blip>
          <a:stretch>
            <a:fillRect/>
          </a:stretch>
        </p:blipFill>
        <p:spPr>
          <a:xfrm>
            <a:off x="12015053" y="3022000"/>
            <a:ext cx="4981772" cy="6219300"/>
          </a:xfrm>
          <a:prstGeom prst="rect">
            <a:avLst/>
          </a:prstGeom>
          <a:noFill/>
          <a:ln>
            <a:noFill/>
          </a:ln>
        </p:spPr>
      </p:pic>
      <p:sp>
        <p:nvSpPr>
          <p:cNvPr id="1775" name="Google Shape;1775;p107"/>
          <p:cNvSpPr txBox="1"/>
          <p:nvPr>
            <p:ph idx="2" type="body"/>
          </p:nvPr>
        </p:nvSpPr>
        <p:spPr>
          <a:xfrm>
            <a:off x="1504650" y="4546308"/>
            <a:ext cx="4296600" cy="3772200"/>
          </a:xfrm>
          <a:prstGeom prst="rect">
            <a:avLst/>
          </a:prstGeom>
        </p:spPr>
        <p:txBody>
          <a:bodyPr anchorCtr="0" anchor="t" bIns="0" lIns="0" spcFirstLastPara="1" rIns="0" wrap="square" tIns="0">
            <a:noAutofit/>
          </a:bodyPr>
          <a:lstStyle>
            <a:lvl1pPr indent="-368300" lvl="0" marL="457200">
              <a:spcBef>
                <a:spcPts val="0"/>
              </a:spcBef>
              <a:spcAft>
                <a:spcPts val="0"/>
              </a:spcAft>
              <a:buSzPts val="2200"/>
              <a:buChar char="●"/>
              <a:defRPr sz="2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76" name="Google Shape;1776;p107"/>
          <p:cNvSpPr txBox="1"/>
          <p:nvPr>
            <p:ph idx="3" type="title"/>
          </p:nvPr>
        </p:nvSpPr>
        <p:spPr>
          <a:xfrm>
            <a:off x="1726065" y="3417213"/>
            <a:ext cx="3854100" cy="9618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4000"/>
              <a:buNone/>
              <a:defRPr sz="4000">
                <a:solidFill>
                  <a:schemeClr val="dk2"/>
                </a:solidFill>
              </a:defRPr>
            </a:lvl1pPr>
            <a:lvl2pPr lvl="1" algn="ctr">
              <a:spcBef>
                <a:spcPts val="0"/>
              </a:spcBef>
              <a:spcAft>
                <a:spcPts val="0"/>
              </a:spcAft>
              <a:buClr>
                <a:schemeClr val="dk2"/>
              </a:buClr>
              <a:buSzPts val="5600"/>
              <a:buNone/>
              <a:defRPr>
                <a:solidFill>
                  <a:schemeClr val="dk2"/>
                </a:solidFill>
              </a:defRPr>
            </a:lvl2pPr>
            <a:lvl3pPr lvl="2" algn="ctr">
              <a:spcBef>
                <a:spcPts val="0"/>
              </a:spcBef>
              <a:spcAft>
                <a:spcPts val="0"/>
              </a:spcAft>
              <a:buClr>
                <a:schemeClr val="dk2"/>
              </a:buClr>
              <a:buSzPts val="5600"/>
              <a:buNone/>
              <a:defRPr>
                <a:solidFill>
                  <a:schemeClr val="dk2"/>
                </a:solidFill>
              </a:defRPr>
            </a:lvl3pPr>
            <a:lvl4pPr lvl="3" algn="ctr">
              <a:spcBef>
                <a:spcPts val="0"/>
              </a:spcBef>
              <a:spcAft>
                <a:spcPts val="0"/>
              </a:spcAft>
              <a:buClr>
                <a:schemeClr val="dk2"/>
              </a:buClr>
              <a:buSzPts val="5600"/>
              <a:buNone/>
              <a:defRPr>
                <a:solidFill>
                  <a:schemeClr val="dk2"/>
                </a:solidFill>
              </a:defRPr>
            </a:lvl4pPr>
            <a:lvl5pPr lvl="4" algn="ctr">
              <a:spcBef>
                <a:spcPts val="0"/>
              </a:spcBef>
              <a:spcAft>
                <a:spcPts val="0"/>
              </a:spcAft>
              <a:buClr>
                <a:schemeClr val="dk2"/>
              </a:buClr>
              <a:buSzPts val="5600"/>
              <a:buNone/>
              <a:defRPr>
                <a:solidFill>
                  <a:schemeClr val="dk2"/>
                </a:solidFill>
              </a:defRPr>
            </a:lvl5pPr>
            <a:lvl6pPr lvl="5" algn="ctr">
              <a:spcBef>
                <a:spcPts val="0"/>
              </a:spcBef>
              <a:spcAft>
                <a:spcPts val="0"/>
              </a:spcAft>
              <a:buClr>
                <a:schemeClr val="dk2"/>
              </a:buClr>
              <a:buSzPts val="5600"/>
              <a:buNone/>
              <a:defRPr>
                <a:solidFill>
                  <a:schemeClr val="dk2"/>
                </a:solidFill>
              </a:defRPr>
            </a:lvl6pPr>
            <a:lvl7pPr lvl="6" algn="ctr">
              <a:spcBef>
                <a:spcPts val="0"/>
              </a:spcBef>
              <a:spcAft>
                <a:spcPts val="0"/>
              </a:spcAft>
              <a:buClr>
                <a:schemeClr val="dk2"/>
              </a:buClr>
              <a:buSzPts val="5600"/>
              <a:buNone/>
              <a:defRPr>
                <a:solidFill>
                  <a:schemeClr val="dk2"/>
                </a:solidFill>
              </a:defRPr>
            </a:lvl7pPr>
            <a:lvl8pPr lvl="7" algn="ctr">
              <a:spcBef>
                <a:spcPts val="0"/>
              </a:spcBef>
              <a:spcAft>
                <a:spcPts val="0"/>
              </a:spcAft>
              <a:buClr>
                <a:schemeClr val="dk2"/>
              </a:buClr>
              <a:buSzPts val="5600"/>
              <a:buNone/>
              <a:defRPr>
                <a:solidFill>
                  <a:schemeClr val="dk2"/>
                </a:solidFill>
              </a:defRPr>
            </a:lvl8pPr>
            <a:lvl9pPr lvl="8" algn="ctr">
              <a:spcBef>
                <a:spcPts val="0"/>
              </a:spcBef>
              <a:spcAft>
                <a:spcPts val="0"/>
              </a:spcAft>
              <a:buClr>
                <a:schemeClr val="dk2"/>
              </a:buClr>
              <a:buSzPts val="5600"/>
              <a:buNone/>
              <a:defRPr>
                <a:solidFill>
                  <a:schemeClr val="dk2"/>
                </a:solidFill>
              </a:defRPr>
            </a:lvl9pPr>
          </a:lstStyle>
          <a:p/>
        </p:txBody>
      </p:sp>
      <p:sp>
        <p:nvSpPr>
          <p:cNvPr id="1777" name="Google Shape;1777;p107"/>
          <p:cNvSpPr txBox="1"/>
          <p:nvPr>
            <p:ph idx="4" type="body"/>
          </p:nvPr>
        </p:nvSpPr>
        <p:spPr>
          <a:xfrm>
            <a:off x="6931138" y="4546308"/>
            <a:ext cx="4296600" cy="3772200"/>
          </a:xfrm>
          <a:prstGeom prst="rect">
            <a:avLst/>
          </a:prstGeom>
        </p:spPr>
        <p:txBody>
          <a:bodyPr anchorCtr="0" anchor="t" bIns="0" lIns="0" spcFirstLastPara="1" rIns="0" wrap="square" tIns="0">
            <a:noAutofit/>
          </a:bodyPr>
          <a:lstStyle>
            <a:lvl1pPr indent="-368300" lvl="0" marL="457200" rtl="0">
              <a:spcBef>
                <a:spcPts val="0"/>
              </a:spcBef>
              <a:spcAft>
                <a:spcPts val="0"/>
              </a:spcAft>
              <a:buSzPts val="2200"/>
              <a:buChar char="●"/>
              <a:defRPr sz="2200"/>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1778" name="Google Shape;1778;p107"/>
          <p:cNvSpPr txBox="1"/>
          <p:nvPr>
            <p:ph idx="5" type="title"/>
          </p:nvPr>
        </p:nvSpPr>
        <p:spPr>
          <a:xfrm>
            <a:off x="7152553" y="3417213"/>
            <a:ext cx="3854100" cy="961800"/>
          </a:xfrm>
          <a:prstGeom prst="rect">
            <a:avLst/>
          </a:prstGeom>
        </p:spPr>
        <p:txBody>
          <a:bodyPr anchorCtr="0" anchor="t" bIns="0" lIns="0" spcFirstLastPara="1" rIns="0" wrap="square" tIns="0">
            <a:noAutofit/>
          </a:bodyPr>
          <a:lstStyle>
            <a:lvl1pPr lvl="0" rtl="0" algn="ctr">
              <a:spcBef>
                <a:spcPts val="0"/>
              </a:spcBef>
              <a:spcAft>
                <a:spcPts val="0"/>
              </a:spcAft>
              <a:buClr>
                <a:schemeClr val="dk2"/>
              </a:buClr>
              <a:buSzPts val="4000"/>
              <a:buNone/>
              <a:defRPr sz="4000">
                <a:solidFill>
                  <a:schemeClr val="dk2"/>
                </a:solidFill>
              </a:defRPr>
            </a:lvl1pPr>
            <a:lvl2pPr lvl="1" rtl="0" algn="ctr">
              <a:spcBef>
                <a:spcPts val="0"/>
              </a:spcBef>
              <a:spcAft>
                <a:spcPts val="0"/>
              </a:spcAft>
              <a:buClr>
                <a:schemeClr val="dk2"/>
              </a:buClr>
              <a:buSzPts val="5600"/>
              <a:buNone/>
              <a:defRPr>
                <a:solidFill>
                  <a:schemeClr val="dk2"/>
                </a:solidFill>
              </a:defRPr>
            </a:lvl2pPr>
            <a:lvl3pPr lvl="2" rtl="0" algn="ctr">
              <a:spcBef>
                <a:spcPts val="0"/>
              </a:spcBef>
              <a:spcAft>
                <a:spcPts val="0"/>
              </a:spcAft>
              <a:buClr>
                <a:schemeClr val="dk2"/>
              </a:buClr>
              <a:buSzPts val="5600"/>
              <a:buNone/>
              <a:defRPr>
                <a:solidFill>
                  <a:schemeClr val="dk2"/>
                </a:solidFill>
              </a:defRPr>
            </a:lvl3pPr>
            <a:lvl4pPr lvl="3" rtl="0" algn="ctr">
              <a:spcBef>
                <a:spcPts val="0"/>
              </a:spcBef>
              <a:spcAft>
                <a:spcPts val="0"/>
              </a:spcAft>
              <a:buClr>
                <a:schemeClr val="dk2"/>
              </a:buClr>
              <a:buSzPts val="5600"/>
              <a:buNone/>
              <a:defRPr>
                <a:solidFill>
                  <a:schemeClr val="dk2"/>
                </a:solidFill>
              </a:defRPr>
            </a:lvl4pPr>
            <a:lvl5pPr lvl="4" rtl="0" algn="ctr">
              <a:spcBef>
                <a:spcPts val="0"/>
              </a:spcBef>
              <a:spcAft>
                <a:spcPts val="0"/>
              </a:spcAft>
              <a:buClr>
                <a:schemeClr val="dk2"/>
              </a:buClr>
              <a:buSzPts val="5600"/>
              <a:buNone/>
              <a:defRPr>
                <a:solidFill>
                  <a:schemeClr val="dk2"/>
                </a:solidFill>
              </a:defRPr>
            </a:lvl5pPr>
            <a:lvl6pPr lvl="5" rtl="0" algn="ctr">
              <a:spcBef>
                <a:spcPts val="0"/>
              </a:spcBef>
              <a:spcAft>
                <a:spcPts val="0"/>
              </a:spcAft>
              <a:buClr>
                <a:schemeClr val="dk2"/>
              </a:buClr>
              <a:buSzPts val="5600"/>
              <a:buNone/>
              <a:defRPr>
                <a:solidFill>
                  <a:schemeClr val="dk2"/>
                </a:solidFill>
              </a:defRPr>
            </a:lvl6pPr>
            <a:lvl7pPr lvl="6" rtl="0" algn="ctr">
              <a:spcBef>
                <a:spcPts val="0"/>
              </a:spcBef>
              <a:spcAft>
                <a:spcPts val="0"/>
              </a:spcAft>
              <a:buClr>
                <a:schemeClr val="dk2"/>
              </a:buClr>
              <a:buSzPts val="5600"/>
              <a:buNone/>
              <a:defRPr>
                <a:solidFill>
                  <a:schemeClr val="dk2"/>
                </a:solidFill>
              </a:defRPr>
            </a:lvl7pPr>
            <a:lvl8pPr lvl="7" rtl="0" algn="ctr">
              <a:spcBef>
                <a:spcPts val="0"/>
              </a:spcBef>
              <a:spcAft>
                <a:spcPts val="0"/>
              </a:spcAft>
              <a:buClr>
                <a:schemeClr val="dk2"/>
              </a:buClr>
              <a:buSzPts val="5600"/>
              <a:buNone/>
              <a:defRPr>
                <a:solidFill>
                  <a:schemeClr val="dk2"/>
                </a:solidFill>
              </a:defRPr>
            </a:lvl8pPr>
            <a:lvl9pPr lvl="8" rtl="0" algn="ctr">
              <a:spcBef>
                <a:spcPts val="0"/>
              </a:spcBef>
              <a:spcAft>
                <a:spcPts val="0"/>
              </a:spcAft>
              <a:buClr>
                <a:schemeClr val="dk2"/>
              </a:buClr>
              <a:buSzPts val="5600"/>
              <a:buNone/>
              <a:defRPr>
                <a:solidFill>
                  <a:schemeClr val="dk2"/>
                </a:solidFill>
              </a:defRPr>
            </a:lvl9pPr>
          </a:lstStyle>
          <a:p/>
        </p:txBody>
      </p:sp>
      <p:sp>
        <p:nvSpPr>
          <p:cNvPr id="1779" name="Google Shape;1779;p107"/>
          <p:cNvSpPr txBox="1"/>
          <p:nvPr>
            <p:ph idx="6" type="body"/>
          </p:nvPr>
        </p:nvSpPr>
        <p:spPr>
          <a:xfrm>
            <a:off x="12357613" y="4546308"/>
            <a:ext cx="4296600" cy="3772200"/>
          </a:xfrm>
          <a:prstGeom prst="rect">
            <a:avLst/>
          </a:prstGeom>
        </p:spPr>
        <p:txBody>
          <a:bodyPr anchorCtr="0" anchor="t" bIns="0" lIns="0" spcFirstLastPara="1" rIns="0" wrap="square" tIns="0">
            <a:noAutofit/>
          </a:bodyPr>
          <a:lstStyle>
            <a:lvl1pPr indent="-368300" lvl="0" marL="457200" rtl="0">
              <a:spcBef>
                <a:spcPts val="0"/>
              </a:spcBef>
              <a:spcAft>
                <a:spcPts val="0"/>
              </a:spcAft>
              <a:buSzPts val="2200"/>
              <a:buChar char="●"/>
              <a:defRPr sz="2200"/>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1780" name="Google Shape;1780;p107"/>
          <p:cNvSpPr txBox="1"/>
          <p:nvPr>
            <p:ph idx="7" type="title"/>
          </p:nvPr>
        </p:nvSpPr>
        <p:spPr>
          <a:xfrm>
            <a:off x="12579028" y="3417213"/>
            <a:ext cx="3854100" cy="961800"/>
          </a:xfrm>
          <a:prstGeom prst="rect">
            <a:avLst/>
          </a:prstGeom>
        </p:spPr>
        <p:txBody>
          <a:bodyPr anchorCtr="0" anchor="t" bIns="0" lIns="0" spcFirstLastPara="1" rIns="0" wrap="square" tIns="0">
            <a:noAutofit/>
          </a:bodyPr>
          <a:lstStyle>
            <a:lvl1pPr lvl="0" rtl="0" algn="ctr">
              <a:spcBef>
                <a:spcPts val="0"/>
              </a:spcBef>
              <a:spcAft>
                <a:spcPts val="0"/>
              </a:spcAft>
              <a:buClr>
                <a:schemeClr val="dk2"/>
              </a:buClr>
              <a:buSzPts val="4000"/>
              <a:buNone/>
              <a:defRPr sz="4000">
                <a:solidFill>
                  <a:schemeClr val="dk2"/>
                </a:solidFill>
              </a:defRPr>
            </a:lvl1pPr>
            <a:lvl2pPr lvl="1" rtl="0" algn="ctr">
              <a:spcBef>
                <a:spcPts val="0"/>
              </a:spcBef>
              <a:spcAft>
                <a:spcPts val="0"/>
              </a:spcAft>
              <a:buClr>
                <a:schemeClr val="dk2"/>
              </a:buClr>
              <a:buSzPts val="5600"/>
              <a:buNone/>
              <a:defRPr>
                <a:solidFill>
                  <a:schemeClr val="dk2"/>
                </a:solidFill>
              </a:defRPr>
            </a:lvl2pPr>
            <a:lvl3pPr lvl="2" rtl="0" algn="ctr">
              <a:spcBef>
                <a:spcPts val="0"/>
              </a:spcBef>
              <a:spcAft>
                <a:spcPts val="0"/>
              </a:spcAft>
              <a:buClr>
                <a:schemeClr val="dk2"/>
              </a:buClr>
              <a:buSzPts val="5600"/>
              <a:buNone/>
              <a:defRPr>
                <a:solidFill>
                  <a:schemeClr val="dk2"/>
                </a:solidFill>
              </a:defRPr>
            </a:lvl3pPr>
            <a:lvl4pPr lvl="3" rtl="0" algn="ctr">
              <a:spcBef>
                <a:spcPts val="0"/>
              </a:spcBef>
              <a:spcAft>
                <a:spcPts val="0"/>
              </a:spcAft>
              <a:buClr>
                <a:schemeClr val="dk2"/>
              </a:buClr>
              <a:buSzPts val="5600"/>
              <a:buNone/>
              <a:defRPr>
                <a:solidFill>
                  <a:schemeClr val="dk2"/>
                </a:solidFill>
              </a:defRPr>
            </a:lvl4pPr>
            <a:lvl5pPr lvl="4" rtl="0" algn="ctr">
              <a:spcBef>
                <a:spcPts val="0"/>
              </a:spcBef>
              <a:spcAft>
                <a:spcPts val="0"/>
              </a:spcAft>
              <a:buClr>
                <a:schemeClr val="dk2"/>
              </a:buClr>
              <a:buSzPts val="5600"/>
              <a:buNone/>
              <a:defRPr>
                <a:solidFill>
                  <a:schemeClr val="dk2"/>
                </a:solidFill>
              </a:defRPr>
            </a:lvl5pPr>
            <a:lvl6pPr lvl="5" rtl="0" algn="ctr">
              <a:spcBef>
                <a:spcPts val="0"/>
              </a:spcBef>
              <a:spcAft>
                <a:spcPts val="0"/>
              </a:spcAft>
              <a:buClr>
                <a:schemeClr val="dk2"/>
              </a:buClr>
              <a:buSzPts val="5600"/>
              <a:buNone/>
              <a:defRPr>
                <a:solidFill>
                  <a:schemeClr val="dk2"/>
                </a:solidFill>
              </a:defRPr>
            </a:lvl6pPr>
            <a:lvl7pPr lvl="6" rtl="0" algn="ctr">
              <a:spcBef>
                <a:spcPts val="0"/>
              </a:spcBef>
              <a:spcAft>
                <a:spcPts val="0"/>
              </a:spcAft>
              <a:buClr>
                <a:schemeClr val="dk2"/>
              </a:buClr>
              <a:buSzPts val="5600"/>
              <a:buNone/>
              <a:defRPr>
                <a:solidFill>
                  <a:schemeClr val="dk2"/>
                </a:solidFill>
              </a:defRPr>
            </a:lvl7pPr>
            <a:lvl8pPr lvl="7" rtl="0" algn="ctr">
              <a:spcBef>
                <a:spcPts val="0"/>
              </a:spcBef>
              <a:spcAft>
                <a:spcPts val="0"/>
              </a:spcAft>
              <a:buClr>
                <a:schemeClr val="dk2"/>
              </a:buClr>
              <a:buSzPts val="5600"/>
              <a:buNone/>
              <a:defRPr>
                <a:solidFill>
                  <a:schemeClr val="dk2"/>
                </a:solidFill>
              </a:defRPr>
            </a:lvl8pPr>
            <a:lvl9pPr lvl="8" rtl="0" algn="ctr">
              <a:spcBef>
                <a:spcPts val="0"/>
              </a:spcBef>
              <a:spcAft>
                <a:spcPts val="0"/>
              </a:spcAft>
              <a:buClr>
                <a:schemeClr val="dk2"/>
              </a:buClr>
              <a:buSzPts val="5600"/>
              <a:buNone/>
              <a:defRPr>
                <a:solidFill>
                  <a:schemeClr val="dk2"/>
                </a:solidFill>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ard Layout">
  <p:cSld name="CUSTOM_9_5">
    <p:bg>
      <p:bgPr>
        <a:solidFill>
          <a:srgbClr val="CFE9FE"/>
        </a:solidFill>
      </p:bgPr>
    </p:bg>
    <p:spTree>
      <p:nvGrpSpPr>
        <p:cNvPr id="1781" name="Shape 1781"/>
        <p:cNvGrpSpPr/>
        <p:nvPr/>
      </p:nvGrpSpPr>
      <p:grpSpPr>
        <a:xfrm>
          <a:off x="0" y="0"/>
          <a:ext cx="0" cy="0"/>
          <a:chOff x="0" y="0"/>
          <a:chExt cx="0" cy="0"/>
        </a:xfrm>
      </p:grpSpPr>
      <p:pic>
        <p:nvPicPr>
          <p:cNvPr descr="alt=&quot;&quot;" id="1782" name="Google Shape;1782;p108"/>
          <p:cNvPicPr preferRelativeResize="0"/>
          <p:nvPr/>
        </p:nvPicPr>
        <p:blipFill rotWithShape="1">
          <a:blip r:embed="rId2">
            <a:alphaModFix/>
          </a:blip>
          <a:srcRect b="49503" l="0" r="28765" t="0"/>
          <a:stretch/>
        </p:blipFill>
        <p:spPr>
          <a:xfrm>
            <a:off x="6572250" y="5092350"/>
            <a:ext cx="11715748" cy="5194654"/>
          </a:xfrm>
          <a:prstGeom prst="rect">
            <a:avLst/>
          </a:prstGeom>
          <a:noFill/>
          <a:ln>
            <a:noFill/>
          </a:ln>
        </p:spPr>
      </p:pic>
      <p:pic>
        <p:nvPicPr>
          <p:cNvPr descr="Yellow_single_sparkle.png" id="1783" name="Google Shape;1783;p108"/>
          <p:cNvPicPr preferRelativeResize="0"/>
          <p:nvPr/>
        </p:nvPicPr>
        <p:blipFill rotWithShape="1">
          <a:blip r:embed="rId3">
            <a:alphaModFix/>
          </a:blip>
          <a:srcRect b="0" l="0" r="0" t="0"/>
          <a:stretch/>
        </p:blipFill>
        <p:spPr>
          <a:xfrm>
            <a:off x="17105774" y="4524556"/>
            <a:ext cx="498001" cy="504374"/>
          </a:xfrm>
          <a:prstGeom prst="rect">
            <a:avLst/>
          </a:prstGeom>
          <a:noFill/>
          <a:ln>
            <a:noFill/>
          </a:ln>
        </p:spPr>
      </p:pic>
      <p:pic>
        <p:nvPicPr>
          <p:cNvPr descr="Yellow_single_sparkle.png" id="1784" name="Google Shape;1784;p108"/>
          <p:cNvPicPr preferRelativeResize="0"/>
          <p:nvPr/>
        </p:nvPicPr>
        <p:blipFill rotWithShape="1">
          <a:blip r:embed="rId3">
            <a:alphaModFix/>
          </a:blip>
          <a:srcRect b="0" l="0" r="0" t="0"/>
          <a:stretch/>
        </p:blipFill>
        <p:spPr>
          <a:xfrm>
            <a:off x="16652651" y="5182774"/>
            <a:ext cx="282725" cy="286375"/>
          </a:xfrm>
          <a:prstGeom prst="rect">
            <a:avLst/>
          </a:prstGeom>
          <a:noFill/>
          <a:ln>
            <a:noFill/>
          </a:ln>
        </p:spPr>
      </p:pic>
      <p:pic>
        <p:nvPicPr>
          <p:cNvPr descr="Yellow_single_sparkle.png" id="1785" name="Google Shape;1785;p108"/>
          <p:cNvPicPr preferRelativeResize="0"/>
          <p:nvPr/>
        </p:nvPicPr>
        <p:blipFill rotWithShape="1">
          <a:blip r:embed="rId3">
            <a:alphaModFix/>
          </a:blip>
          <a:srcRect b="0" l="0" r="0" t="0"/>
          <a:stretch/>
        </p:blipFill>
        <p:spPr>
          <a:xfrm>
            <a:off x="17058175" y="5544301"/>
            <a:ext cx="385150" cy="390125"/>
          </a:xfrm>
          <a:prstGeom prst="rect">
            <a:avLst/>
          </a:prstGeom>
          <a:noFill/>
          <a:ln>
            <a:noFill/>
          </a:ln>
        </p:spPr>
      </p:pic>
      <p:sp>
        <p:nvSpPr>
          <p:cNvPr id="1786" name="Google Shape;1786;p108"/>
          <p:cNvSpPr/>
          <p:nvPr/>
        </p:nvSpPr>
        <p:spPr>
          <a:xfrm>
            <a:off x="845425" y="3176475"/>
            <a:ext cx="4035000" cy="4408200"/>
          </a:xfrm>
          <a:prstGeom prst="roundRect">
            <a:avLst>
              <a:gd fmla="val 11223" name="adj"/>
            </a:avLst>
          </a:prstGeom>
          <a:solidFill>
            <a:srgbClr val="FFFFFF"/>
          </a:solidFill>
          <a:ln>
            <a:noFill/>
          </a:ln>
        </p:spPr>
        <p:txBody>
          <a:bodyPr anchorCtr="0" anchor="ctr" bIns="94250" lIns="94250" spcFirstLastPara="1" rIns="94250" wrap="square" tIns="94250">
            <a:noAutofit/>
          </a:bodyPr>
          <a:lstStyle/>
          <a:p>
            <a:pPr indent="0" lvl="0" marL="0" rtl="0" algn="ctr">
              <a:spcBef>
                <a:spcPts val="0"/>
              </a:spcBef>
              <a:spcAft>
                <a:spcPts val="0"/>
              </a:spcAft>
              <a:buNone/>
            </a:pPr>
            <a:r>
              <a:t/>
            </a:r>
            <a:endParaRPr sz="1400">
              <a:latin typeface="Salesforce Sans"/>
              <a:ea typeface="Salesforce Sans"/>
              <a:cs typeface="Salesforce Sans"/>
              <a:sym typeface="Salesforce Sans"/>
            </a:endParaRPr>
          </a:p>
        </p:txBody>
      </p:sp>
      <p:cxnSp>
        <p:nvCxnSpPr>
          <p:cNvPr id="1787" name="Google Shape;1787;p108"/>
          <p:cNvCxnSpPr/>
          <p:nvPr/>
        </p:nvCxnSpPr>
        <p:spPr>
          <a:xfrm>
            <a:off x="1391875" y="4836543"/>
            <a:ext cx="2942400" cy="0"/>
          </a:xfrm>
          <a:prstGeom prst="straightConnector1">
            <a:avLst/>
          </a:prstGeom>
          <a:noFill/>
          <a:ln cap="rnd" cmpd="sng" w="19050">
            <a:solidFill>
              <a:srgbClr val="002775"/>
            </a:solidFill>
            <a:prstDash val="solid"/>
            <a:round/>
            <a:headEnd len="med" w="med" type="none"/>
            <a:tailEnd len="med" w="med" type="none"/>
          </a:ln>
        </p:spPr>
      </p:cxnSp>
      <p:sp>
        <p:nvSpPr>
          <p:cNvPr id="1788" name="Google Shape;1788;p108"/>
          <p:cNvSpPr/>
          <p:nvPr/>
        </p:nvSpPr>
        <p:spPr>
          <a:xfrm>
            <a:off x="5067000" y="3176475"/>
            <a:ext cx="4035000" cy="4408200"/>
          </a:xfrm>
          <a:prstGeom prst="roundRect">
            <a:avLst>
              <a:gd fmla="val 11223" name="adj"/>
            </a:avLst>
          </a:prstGeom>
          <a:solidFill>
            <a:srgbClr val="FFFFFF"/>
          </a:solidFill>
          <a:ln>
            <a:noFill/>
          </a:ln>
        </p:spPr>
        <p:txBody>
          <a:bodyPr anchorCtr="0" anchor="ctr" bIns="94250" lIns="94250" spcFirstLastPara="1" rIns="94250" wrap="square" tIns="94250">
            <a:noAutofit/>
          </a:bodyPr>
          <a:lstStyle/>
          <a:p>
            <a:pPr indent="0" lvl="0" marL="0" rtl="0" algn="ctr">
              <a:spcBef>
                <a:spcPts val="0"/>
              </a:spcBef>
              <a:spcAft>
                <a:spcPts val="0"/>
              </a:spcAft>
              <a:buNone/>
            </a:pPr>
            <a:r>
              <a:t/>
            </a:r>
            <a:endParaRPr sz="1400">
              <a:latin typeface="Salesforce Sans"/>
              <a:ea typeface="Salesforce Sans"/>
              <a:cs typeface="Salesforce Sans"/>
              <a:sym typeface="Salesforce Sans"/>
            </a:endParaRPr>
          </a:p>
        </p:txBody>
      </p:sp>
      <p:cxnSp>
        <p:nvCxnSpPr>
          <p:cNvPr id="1789" name="Google Shape;1789;p108"/>
          <p:cNvCxnSpPr/>
          <p:nvPr/>
        </p:nvCxnSpPr>
        <p:spPr>
          <a:xfrm>
            <a:off x="5591358" y="4836543"/>
            <a:ext cx="2942400" cy="0"/>
          </a:xfrm>
          <a:prstGeom prst="straightConnector1">
            <a:avLst/>
          </a:prstGeom>
          <a:noFill/>
          <a:ln cap="rnd" cmpd="sng" w="19050">
            <a:solidFill>
              <a:srgbClr val="002775"/>
            </a:solidFill>
            <a:prstDash val="solid"/>
            <a:round/>
            <a:headEnd len="med" w="med" type="none"/>
            <a:tailEnd len="med" w="med" type="none"/>
          </a:ln>
        </p:spPr>
      </p:cxnSp>
      <p:sp>
        <p:nvSpPr>
          <p:cNvPr id="1790" name="Google Shape;1790;p108"/>
          <p:cNvSpPr/>
          <p:nvPr/>
        </p:nvSpPr>
        <p:spPr>
          <a:xfrm>
            <a:off x="9288574" y="3176475"/>
            <a:ext cx="4035000" cy="4408200"/>
          </a:xfrm>
          <a:prstGeom prst="roundRect">
            <a:avLst>
              <a:gd fmla="val 11223" name="adj"/>
            </a:avLst>
          </a:prstGeom>
          <a:solidFill>
            <a:srgbClr val="FFFFFF"/>
          </a:solidFill>
          <a:ln>
            <a:noFill/>
          </a:ln>
        </p:spPr>
        <p:txBody>
          <a:bodyPr anchorCtr="0" anchor="ctr" bIns="94250" lIns="94250" spcFirstLastPara="1" rIns="94250" wrap="square" tIns="94250">
            <a:noAutofit/>
          </a:bodyPr>
          <a:lstStyle/>
          <a:p>
            <a:pPr indent="0" lvl="0" marL="0" rtl="0" algn="ctr">
              <a:spcBef>
                <a:spcPts val="0"/>
              </a:spcBef>
              <a:spcAft>
                <a:spcPts val="0"/>
              </a:spcAft>
              <a:buNone/>
            </a:pPr>
            <a:r>
              <a:t/>
            </a:r>
            <a:endParaRPr sz="1400">
              <a:latin typeface="Salesforce Sans"/>
              <a:ea typeface="Salesforce Sans"/>
              <a:cs typeface="Salesforce Sans"/>
              <a:sym typeface="Salesforce Sans"/>
            </a:endParaRPr>
          </a:p>
        </p:txBody>
      </p:sp>
      <p:cxnSp>
        <p:nvCxnSpPr>
          <p:cNvPr id="1791" name="Google Shape;1791;p108"/>
          <p:cNvCxnSpPr/>
          <p:nvPr/>
        </p:nvCxnSpPr>
        <p:spPr>
          <a:xfrm>
            <a:off x="9835024" y="4836543"/>
            <a:ext cx="2942400" cy="0"/>
          </a:xfrm>
          <a:prstGeom prst="straightConnector1">
            <a:avLst/>
          </a:prstGeom>
          <a:noFill/>
          <a:ln cap="rnd" cmpd="sng" w="19050">
            <a:solidFill>
              <a:srgbClr val="002775"/>
            </a:solidFill>
            <a:prstDash val="solid"/>
            <a:round/>
            <a:headEnd len="med" w="med" type="none"/>
            <a:tailEnd len="med" w="med" type="none"/>
          </a:ln>
        </p:spPr>
      </p:cxnSp>
      <p:sp>
        <p:nvSpPr>
          <p:cNvPr id="1792" name="Google Shape;1792;p108"/>
          <p:cNvSpPr/>
          <p:nvPr/>
        </p:nvSpPr>
        <p:spPr>
          <a:xfrm>
            <a:off x="13510149" y="3176475"/>
            <a:ext cx="4035000" cy="4408200"/>
          </a:xfrm>
          <a:prstGeom prst="roundRect">
            <a:avLst>
              <a:gd fmla="val 11223" name="adj"/>
            </a:avLst>
          </a:prstGeom>
          <a:solidFill>
            <a:srgbClr val="FFFFFF"/>
          </a:solidFill>
          <a:ln>
            <a:noFill/>
          </a:ln>
        </p:spPr>
        <p:txBody>
          <a:bodyPr anchorCtr="0" anchor="ctr" bIns="94250" lIns="94250" spcFirstLastPara="1" rIns="94250" wrap="square" tIns="94250">
            <a:noAutofit/>
          </a:bodyPr>
          <a:lstStyle/>
          <a:p>
            <a:pPr indent="0" lvl="0" marL="0" rtl="0" algn="ctr">
              <a:spcBef>
                <a:spcPts val="0"/>
              </a:spcBef>
              <a:spcAft>
                <a:spcPts val="0"/>
              </a:spcAft>
              <a:buNone/>
            </a:pPr>
            <a:r>
              <a:t/>
            </a:r>
            <a:endParaRPr sz="1400">
              <a:latin typeface="Salesforce Sans"/>
              <a:ea typeface="Salesforce Sans"/>
              <a:cs typeface="Salesforce Sans"/>
              <a:sym typeface="Salesforce Sans"/>
            </a:endParaRPr>
          </a:p>
        </p:txBody>
      </p:sp>
      <p:cxnSp>
        <p:nvCxnSpPr>
          <p:cNvPr id="1793" name="Google Shape;1793;p108"/>
          <p:cNvCxnSpPr/>
          <p:nvPr/>
        </p:nvCxnSpPr>
        <p:spPr>
          <a:xfrm>
            <a:off x="14056599" y="4836543"/>
            <a:ext cx="2942400" cy="0"/>
          </a:xfrm>
          <a:prstGeom prst="straightConnector1">
            <a:avLst/>
          </a:prstGeom>
          <a:noFill/>
          <a:ln cap="rnd" cmpd="sng" w="19050">
            <a:solidFill>
              <a:srgbClr val="002775"/>
            </a:solidFill>
            <a:prstDash val="solid"/>
            <a:round/>
            <a:headEnd len="med" w="med" type="none"/>
            <a:tailEnd len="med" w="med" type="none"/>
          </a:ln>
        </p:spPr>
      </p:cxnSp>
      <p:pic>
        <p:nvPicPr>
          <p:cNvPr id="1794" name="Google Shape;1794;p108"/>
          <p:cNvPicPr preferRelativeResize="0"/>
          <p:nvPr/>
        </p:nvPicPr>
        <p:blipFill rotWithShape="1">
          <a:blip r:embed="rId4">
            <a:alphaModFix/>
          </a:blip>
          <a:srcRect b="-8408" l="17359" r="13837" t="-7723"/>
          <a:stretch/>
        </p:blipFill>
        <p:spPr>
          <a:xfrm rot="985878">
            <a:off x="16460952" y="1753431"/>
            <a:ext cx="1195401" cy="2017641"/>
          </a:xfrm>
          <a:prstGeom prst="rect">
            <a:avLst/>
          </a:prstGeom>
          <a:noFill/>
          <a:ln>
            <a:noFill/>
          </a:ln>
        </p:spPr>
      </p:pic>
      <p:sp>
        <p:nvSpPr>
          <p:cNvPr id="1795" name="Google Shape;1795;p108"/>
          <p:cNvSpPr txBox="1"/>
          <p:nvPr>
            <p:ph idx="1" type="body"/>
          </p:nvPr>
        </p:nvSpPr>
        <p:spPr>
          <a:xfrm>
            <a:off x="1222825" y="5284425"/>
            <a:ext cx="3280200" cy="1738200"/>
          </a:xfrm>
          <a:prstGeom prst="rect">
            <a:avLst/>
          </a:prstGeom>
        </p:spPr>
        <p:txBody>
          <a:bodyPr anchorCtr="0" anchor="t" bIns="0" lIns="0" spcFirstLastPara="1" rIns="0" wrap="square" tIns="0">
            <a:noAutofit/>
          </a:bodyPr>
          <a:lstStyle>
            <a:lvl1pPr indent="-368300" lvl="0" marL="457200">
              <a:spcBef>
                <a:spcPts val="0"/>
              </a:spcBef>
              <a:spcAft>
                <a:spcPts val="0"/>
              </a:spcAft>
              <a:buSzPts val="2200"/>
              <a:buChar char="●"/>
              <a:defRPr sz="2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96" name="Google Shape;1796;p108"/>
          <p:cNvSpPr txBox="1"/>
          <p:nvPr>
            <p:ph idx="2" type="body"/>
          </p:nvPr>
        </p:nvSpPr>
        <p:spPr>
          <a:xfrm>
            <a:off x="5444400" y="5284425"/>
            <a:ext cx="3280200" cy="1738200"/>
          </a:xfrm>
          <a:prstGeom prst="rect">
            <a:avLst/>
          </a:prstGeom>
        </p:spPr>
        <p:txBody>
          <a:bodyPr anchorCtr="0" anchor="t" bIns="0" lIns="0" spcFirstLastPara="1" rIns="0" wrap="square" tIns="0">
            <a:noAutofit/>
          </a:bodyPr>
          <a:lstStyle>
            <a:lvl1pPr indent="-368300" lvl="0" marL="457200">
              <a:spcBef>
                <a:spcPts val="0"/>
              </a:spcBef>
              <a:spcAft>
                <a:spcPts val="0"/>
              </a:spcAft>
              <a:buSzPts val="2200"/>
              <a:buChar char="●"/>
              <a:defRPr sz="2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97" name="Google Shape;1797;p108"/>
          <p:cNvSpPr txBox="1"/>
          <p:nvPr>
            <p:ph idx="3" type="body"/>
          </p:nvPr>
        </p:nvSpPr>
        <p:spPr>
          <a:xfrm>
            <a:off x="9665974" y="5284425"/>
            <a:ext cx="3280200" cy="1738200"/>
          </a:xfrm>
          <a:prstGeom prst="rect">
            <a:avLst/>
          </a:prstGeom>
        </p:spPr>
        <p:txBody>
          <a:bodyPr anchorCtr="0" anchor="t" bIns="0" lIns="0" spcFirstLastPara="1" rIns="0" wrap="square" tIns="0">
            <a:noAutofit/>
          </a:bodyPr>
          <a:lstStyle>
            <a:lvl1pPr indent="-368300" lvl="0" marL="457200">
              <a:spcBef>
                <a:spcPts val="0"/>
              </a:spcBef>
              <a:spcAft>
                <a:spcPts val="0"/>
              </a:spcAft>
              <a:buSzPts val="2200"/>
              <a:buChar char="●"/>
              <a:defRPr sz="2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98" name="Google Shape;1798;p108"/>
          <p:cNvSpPr txBox="1"/>
          <p:nvPr>
            <p:ph idx="4" type="body"/>
          </p:nvPr>
        </p:nvSpPr>
        <p:spPr>
          <a:xfrm>
            <a:off x="13887549" y="5284425"/>
            <a:ext cx="3280200" cy="1738200"/>
          </a:xfrm>
          <a:prstGeom prst="rect">
            <a:avLst/>
          </a:prstGeom>
        </p:spPr>
        <p:txBody>
          <a:bodyPr anchorCtr="0" anchor="t" bIns="0" lIns="0" spcFirstLastPara="1" rIns="0" wrap="square" tIns="0">
            <a:noAutofit/>
          </a:bodyPr>
          <a:lstStyle>
            <a:lvl1pPr indent="-368300" lvl="0" marL="457200">
              <a:spcBef>
                <a:spcPts val="0"/>
              </a:spcBef>
              <a:spcAft>
                <a:spcPts val="0"/>
              </a:spcAft>
              <a:buSzPts val="2200"/>
              <a:buChar char="●"/>
              <a:defRPr sz="2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799" name="Google Shape;1799;p108"/>
          <p:cNvSpPr txBox="1"/>
          <p:nvPr>
            <p:ph type="title"/>
          </p:nvPr>
        </p:nvSpPr>
        <p:spPr>
          <a:xfrm>
            <a:off x="1391875" y="3569925"/>
            <a:ext cx="2942400" cy="961800"/>
          </a:xfrm>
          <a:prstGeom prst="rect">
            <a:avLst/>
          </a:prstGeom>
        </p:spPr>
        <p:txBody>
          <a:bodyPr anchorCtr="0" anchor="t" bIns="0" lIns="0" spcFirstLastPara="1" rIns="0" wrap="square" tIns="0">
            <a:noAutofit/>
          </a:bodyPr>
          <a:lstStyle>
            <a:lvl1pPr lvl="0" algn="ctr">
              <a:spcBef>
                <a:spcPts val="0"/>
              </a:spcBef>
              <a:spcAft>
                <a:spcPts val="0"/>
              </a:spcAft>
              <a:buSzPts val="4000"/>
              <a:buNone/>
              <a:defRPr sz="4000"/>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800" name="Google Shape;1800;p108"/>
          <p:cNvSpPr txBox="1"/>
          <p:nvPr>
            <p:ph idx="5" type="title"/>
          </p:nvPr>
        </p:nvSpPr>
        <p:spPr>
          <a:xfrm>
            <a:off x="5613450" y="3569925"/>
            <a:ext cx="2942400" cy="961800"/>
          </a:xfrm>
          <a:prstGeom prst="rect">
            <a:avLst/>
          </a:prstGeom>
        </p:spPr>
        <p:txBody>
          <a:bodyPr anchorCtr="0" anchor="t" bIns="0" lIns="0" spcFirstLastPara="1" rIns="0" wrap="square" tIns="0">
            <a:noAutofit/>
          </a:bodyPr>
          <a:lstStyle>
            <a:lvl1pPr lvl="0" algn="ctr">
              <a:spcBef>
                <a:spcPts val="0"/>
              </a:spcBef>
              <a:spcAft>
                <a:spcPts val="0"/>
              </a:spcAft>
              <a:buSzPts val="4000"/>
              <a:buNone/>
              <a:defRPr sz="4000"/>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801" name="Google Shape;1801;p108"/>
          <p:cNvSpPr txBox="1"/>
          <p:nvPr>
            <p:ph idx="6" type="title"/>
          </p:nvPr>
        </p:nvSpPr>
        <p:spPr>
          <a:xfrm>
            <a:off x="9835024" y="3569925"/>
            <a:ext cx="2942400" cy="961800"/>
          </a:xfrm>
          <a:prstGeom prst="rect">
            <a:avLst/>
          </a:prstGeom>
        </p:spPr>
        <p:txBody>
          <a:bodyPr anchorCtr="0" anchor="t" bIns="0" lIns="0" spcFirstLastPara="1" rIns="0" wrap="square" tIns="0">
            <a:noAutofit/>
          </a:bodyPr>
          <a:lstStyle>
            <a:lvl1pPr lvl="0" algn="ctr">
              <a:spcBef>
                <a:spcPts val="0"/>
              </a:spcBef>
              <a:spcAft>
                <a:spcPts val="0"/>
              </a:spcAft>
              <a:buSzPts val="4000"/>
              <a:buNone/>
              <a:defRPr sz="4000"/>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802" name="Google Shape;1802;p108"/>
          <p:cNvSpPr txBox="1"/>
          <p:nvPr>
            <p:ph idx="7" type="title"/>
          </p:nvPr>
        </p:nvSpPr>
        <p:spPr>
          <a:xfrm>
            <a:off x="14056599" y="3569925"/>
            <a:ext cx="2942400" cy="961800"/>
          </a:xfrm>
          <a:prstGeom prst="rect">
            <a:avLst/>
          </a:prstGeom>
        </p:spPr>
        <p:txBody>
          <a:bodyPr anchorCtr="0" anchor="t" bIns="0" lIns="0" spcFirstLastPara="1" rIns="0" wrap="square" tIns="0">
            <a:noAutofit/>
          </a:bodyPr>
          <a:lstStyle>
            <a:lvl1pPr lvl="0" algn="ctr">
              <a:spcBef>
                <a:spcPts val="0"/>
              </a:spcBef>
              <a:spcAft>
                <a:spcPts val="0"/>
              </a:spcAft>
              <a:buSzPts val="4000"/>
              <a:buNone/>
              <a:defRPr sz="4000"/>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803" name="Google Shape;1803;p108"/>
          <p:cNvSpPr txBox="1"/>
          <p:nvPr>
            <p:ph idx="8" type="subTitle"/>
          </p:nvPr>
        </p:nvSpPr>
        <p:spPr>
          <a:xfrm>
            <a:off x="2192100" y="8689925"/>
            <a:ext cx="13903800" cy="751800"/>
          </a:xfrm>
          <a:prstGeom prst="rect">
            <a:avLst/>
          </a:prstGeom>
        </p:spPr>
        <p:txBody>
          <a:bodyPr anchorCtr="0" anchor="t" bIns="0" lIns="0" spcFirstLastPara="1" rIns="0" wrap="square" tIns="0">
            <a:noAutofit/>
          </a:bodyPr>
          <a:lstStyle>
            <a:lvl1pPr lvl="0" algn="ctr">
              <a:spcBef>
                <a:spcPts val="0"/>
              </a:spcBef>
              <a:spcAft>
                <a:spcPts val="0"/>
              </a:spcAft>
              <a:buSzPts val="3000"/>
              <a:buFont typeface="Avant Garde Demi SFDC"/>
              <a:buNone/>
              <a:defRPr>
                <a:latin typeface="Avant Garde Demi SFDC"/>
                <a:ea typeface="Avant Garde Demi SFDC"/>
                <a:cs typeface="Avant Garde Demi SFDC"/>
                <a:sym typeface="Avant Garde Demi SFDC"/>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804" name="Google Shape;1804;p108"/>
          <p:cNvSpPr txBox="1"/>
          <p:nvPr>
            <p:ph idx="9"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05" name="Google Shape;1805;p108"/>
          <p:cNvSpPr txBox="1"/>
          <p:nvPr>
            <p:ph idx="13" type="subTitle"/>
          </p:nvPr>
        </p:nvSpPr>
        <p:spPr>
          <a:xfrm>
            <a:off x="1162050" y="1857375"/>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806" name="Google Shape;1806;p108"/>
          <p:cNvGrpSpPr/>
          <p:nvPr/>
        </p:nvGrpSpPr>
        <p:grpSpPr>
          <a:xfrm>
            <a:off x="14497041" y="952412"/>
            <a:ext cx="1598127" cy="459104"/>
            <a:chOff x="5913125" y="1232600"/>
            <a:chExt cx="3443497" cy="989449"/>
          </a:xfrm>
        </p:grpSpPr>
        <p:sp>
          <p:nvSpPr>
            <p:cNvPr id="1807" name="Google Shape;1807;p10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808" name="Google Shape;1808;p10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809" name="Google Shape;1809;p10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 Layout 1">
  <p:cSld name="CUSTOM_9_5_1">
    <p:bg>
      <p:bgPr>
        <a:solidFill>
          <a:srgbClr val="CFE9FE"/>
        </a:solidFill>
      </p:bgPr>
    </p:bg>
    <p:spTree>
      <p:nvGrpSpPr>
        <p:cNvPr id="1810" name="Shape 1810"/>
        <p:cNvGrpSpPr/>
        <p:nvPr/>
      </p:nvGrpSpPr>
      <p:grpSpPr>
        <a:xfrm>
          <a:off x="0" y="0"/>
          <a:ext cx="0" cy="0"/>
          <a:chOff x="0" y="0"/>
          <a:chExt cx="0" cy="0"/>
        </a:xfrm>
      </p:grpSpPr>
      <p:pic>
        <p:nvPicPr>
          <p:cNvPr descr="alt=&quot;&quot;" id="1811" name="Google Shape;1811;p109"/>
          <p:cNvPicPr preferRelativeResize="0"/>
          <p:nvPr/>
        </p:nvPicPr>
        <p:blipFill rotWithShape="1">
          <a:blip r:embed="rId2">
            <a:alphaModFix/>
          </a:blip>
          <a:srcRect b="49503" l="0" r="28765" t="0"/>
          <a:stretch/>
        </p:blipFill>
        <p:spPr>
          <a:xfrm>
            <a:off x="6572250" y="5092350"/>
            <a:ext cx="11715748" cy="5194654"/>
          </a:xfrm>
          <a:prstGeom prst="rect">
            <a:avLst/>
          </a:prstGeom>
          <a:noFill/>
          <a:ln>
            <a:noFill/>
          </a:ln>
        </p:spPr>
      </p:pic>
      <p:pic>
        <p:nvPicPr>
          <p:cNvPr descr="Yellow_single_sparkle.png" id="1812" name="Google Shape;1812;p109"/>
          <p:cNvPicPr preferRelativeResize="0"/>
          <p:nvPr/>
        </p:nvPicPr>
        <p:blipFill rotWithShape="1">
          <a:blip r:embed="rId3">
            <a:alphaModFix/>
          </a:blip>
          <a:srcRect b="0" l="0" r="0" t="0"/>
          <a:stretch/>
        </p:blipFill>
        <p:spPr>
          <a:xfrm>
            <a:off x="17105774" y="4524556"/>
            <a:ext cx="498001" cy="504374"/>
          </a:xfrm>
          <a:prstGeom prst="rect">
            <a:avLst/>
          </a:prstGeom>
          <a:noFill/>
          <a:ln>
            <a:noFill/>
          </a:ln>
        </p:spPr>
      </p:pic>
      <p:pic>
        <p:nvPicPr>
          <p:cNvPr descr="Yellow_single_sparkle.png" id="1813" name="Google Shape;1813;p109"/>
          <p:cNvPicPr preferRelativeResize="0"/>
          <p:nvPr/>
        </p:nvPicPr>
        <p:blipFill rotWithShape="1">
          <a:blip r:embed="rId3">
            <a:alphaModFix/>
          </a:blip>
          <a:srcRect b="0" l="0" r="0" t="0"/>
          <a:stretch/>
        </p:blipFill>
        <p:spPr>
          <a:xfrm>
            <a:off x="16652651" y="5182774"/>
            <a:ext cx="282725" cy="286375"/>
          </a:xfrm>
          <a:prstGeom prst="rect">
            <a:avLst/>
          </a:prstGeom>
          <a:noFill/>
          <a:ln>
            <a:noFill/>
          </a:ln>
        </p:spPr>
      </p:pic>
      <p:pic>
        <p:nvPicPr>
          <p:cNvPr descr="Yellow_single_sparkle.png" id="1814" name="Google Shape;1814;p109"/>
          <p:cNvPicPr preferRelativeResize="0"/>
          <p:nvPr/>
        </p:nvPicPr>
        <p:blipFill rotWithShape="1">
          <a:blip r:embed="rId3">
            <a:alphaModFix/>
          </a:blip>
          <a:srcRect b="0" l="0" r="0" t="0"/>
          <a:stretch/>
        </p:blipFill>
        <p:spPr>
          <a:xfrm>
            <a:off x="17058175" y="5544301"/>
            <a:ext cx="385150" cy="390125"/>
          </a:xfrm>
          <a:prstGeom prst="rect">
            <a:avLst/>
          </a:prstGeom>
          <a:noFill/>
          <a:ln>
            <a:noFill/>
          </a:ln>
        </p:spPr>
      </p:pic>
      <p:sp>
        <p:nvSpPr>
          <p:cNvPr id="1815" name="Google Shape;1815;p109"/>
          <p:cNvSpPr/>
          <p:nvPr/>
        </p:nvSpPr>
        <p:spPr>
          <a:xfrm>
            <a:off x="845425" y="3176475"/>
            <a:ext cx="5086200" cy="4408200"/>
          </a:xfrm>
          <a:prstGeom prst="roundRect">
            <a:avLst>
              <a:gd fmla="val 11223" name="adj"/>
            </a:avLst>
          </a:prstGeom>
          <a:solidFill>
            <a:srgbClr val="FFFFFF"/>
          </a:solidFill>
          <a:ln>
            <a:noFill/>
          </a:ln>
        </p:spPr>
        <p:txBody>
          <a:bodyPr anchorCtr="0" anchor="ctr" bIns="94250" lIns="94250" spcFirstLastPara="1" rIns="94250" wrap="square" tIns="94250">
            <a:noAutofit/>
          </a:bodyPr>
          <a:lstStyle/>
          <a:p>
            <a:pPr indent="0" lvl="0" marL="0" rtl="0" algn="ctr">
              <a:spcBef>
                <a:spcPts val="0"/>
              </a:spcBef>
              <a:spcAft>
                <a:spcPts val="0"/>
              </a:spcAft>
              <a:buNone/>
            </a:pPr>
            <a:r>
              <a:t/>
            </a:r>
            <a:endParaRPr sz="1400">
              <a:latin typeface="Salesforce Sans"/>
              <a:ea typeface="Salesforce Sans"/>
              <a:cs typeface="Salesforce Sans"/>
              <a:sym typeface="Salesforce Sans"/>
            </a:endParaRPr>
          </a:p>
        </p:txBody>
      </p:sp>
      <p:cxnSp>
        <p:nvCxnSpPr>
          <p:cNvPr id="1816" name="Google Shape;1816;p109"/>
          <p:cNvCxnSpPr/>
          <p:nvPr/>
        </p:nvCxnSpPr>
        <p:spPr>
          <a:xfrm>
            <a:off x="1534198" y="4836543"/>
            <a:ext cx="3708600" cy="0"/>
          </a:xfrm>
          <a:prstGeom prst="straightConnector1">
            <a:avLst/>
          </a:prstGeom>
          <a:noFill/>
          <a:ln cap="rnd" cmpd="sng" w="19050">
            <a:solidFill>
              <a:srgbClr val="002775"/>
            </a:solidFill>
            <a:prstDash val="solid"/>
            <a:round/>
            <a:headEnd len="med" w="med" type="none"/>
            <a:tailEnd len="med" w="med" type="none"/>
          </a:ln>
        </p:spPr>
      </p:cxnSp>
      <p:sp>
        <p:nvSpPr>
          <p:cNvPr id="1817" name="Google Shape;1817;p109"/>
          <p:cNvSpPr/>
          <p:nvPr/>
        </p:nvSpPr>
        <p:spPr>
          <a:xfrm>
            <a:off x="6357006" y="3176475"/>
            <a:ext cx="5086200" cy="4408200"/>
          </a:xfrm>
          <a:prstGeom prst="roundRect">
            <a:avLst>
              <a:gd fmla="val 11223" name="adj"/>
            </a:avLst>
          </a:prstGeom>
          <a:solidFill>
            <a:srgbClr val="FFFFFF"/>
          </a:solidFill>
          <a:ln>
            <a:noFill/>
          </a:ln>
        </p:spPr>
        <p:txBody>
          <a:bodyPr anchorCtr="0" anchor="ctr" bIns="94250" lIns="94250" spcFirstLastPara="1" rIns="94250" wrap="square" tIns="94250">
            <a:noAutofit/>
          </a:bodyPr>
          <a:lstStyle/>
          <a:p>
            <a:pPr indent="0" lvl="0" marL="0" rtl="0" algn="ctr">
              <a:spcBef>
                <a:spcPts val="0"/>
              </a:spcBef>
              <a:spcAft>
                <a:spcPts val="0"/>
              </a:spcAft>
              <a:buNone/>
            </a:pPr>
            <a:r>
              <a:t/>
            </a:r>
            <a:endParaRPr sz="1400">
              <a:latin typeface="Salesforce Sans"/>
              <a:ea typeface="Salesforce Sans"/>
              <a:cs typeface="Salesforce Sans"/>
              <a:sym typeface="Salesforce Sans"/>
            </a:endParaRPr>
          </a:p>
        </p:txBody>
      </p:sp>
      <p:cxnSp>
        <p:nvCxnSpPr>
          <p:cNvPr id="1818" name="Google Shape;1818;p109"/>
          <p:cNvCxnSpPr/>
          <p:nvPr/>
        </p:nvCxnSpPr>
        <p:spPr>
          <a:xfrm>
            <a:off x="7017932" y="4836543"/>
            <a:ext cx="3708600" cy="0"/>
          </a:xfrm>
          <a:prstGeom prst="straightConnector1">
            <a:avLst/>
          </a:prstGeom>
          <a:noFill/>
          <a:ln cap="rnd" cmpd="sng" w="19050">
            <a:solidFill>
              <a:srgbClr val="002775"/>
            </a:solidFill>
            <a:prstDash val="solid"/>
            <a:round/>
            <a:headEnd len="med" w="med" type="none"/>
            <a:tailEnd len="med" w="med" type="none"/>
          </a:ln>
        </p:spPr>
      </p:cxnSp>
      <p:sp>
        <p:nvSpPr>
          <p:cNvPr id="1819" name="Google Shape;1819;p109"/>
          <p:cNvSpPr/>
          <p:nvPr/>
        </p:nvSpPr>
        <p:spPr>
          <a:xfrm>
            <a:off x="11868587" y="3176475"/>
            <a:ext cx="5086200" cy="4408200"/>
          </a:xfrm>
          <a:prstGeom prst="roundRect">
            <a:avLst>
              <a:gd fmla="val 11223" name="adj"/>
            </a:avLst>
          </a:prstGeom>
          <a:solidFill>
            <a:srgbClr val="FFFFFF"/>
          </a:solidFill>
          <a:ln>
            <a:noFill/>
          </a:ln>
        </p:spPr>
        <p:txBody>
          <a:bodyPr anchorCtr="0" anchor="ctr" bIns="94250" lIns="94250" spcFirstLastPara="1" rIns="94250" wrap="square" tIns="94250">
            <a:noAutofit/>
          </a:bodyPr>
          <a:lstStyle/>
          <a:p>
            <a:pPr indent="0" lvl="0" marL="0" rtl="0" algn="ctr">
              <a:spcBef>
                <a:spcPts val="0"/>
              </a:spcBef>
              <a:spcAft>
                <a:spcPts val="0"/>
              </a:spcAft>
              <a:buNone/>
            </a:pPr>
            <a:r>
              <a:t/>
            </a:r>
            <a:endParaRPr sz="1400">
              <a:latin typeface="Salesforce Sans"/>
              <a:ea typeface="Salesforce Sans"/>
              <a:cs typeface="Salesforce Sans"/>
              <a:sym typeface="Salesforce Sans"/>
            </a:endParaRPr>
          </a:p>
        </p:txBody>
      </p:sp>
      <p:cxnSp>
        <p:nvCxnSpPr>
          <p:cNvPr id="1820" name="Google Shape;1820;p109"/>
          <p:cNvCxnSpPr/>
          <p:nvPr/>
        </p:nvCxnSpPr>
        <p:spPr>
          <a:xfrm>
            <a:off x="12557360" y="4836543"/>
            <a:ext cx="3708600" cy="0"/>
          </a:xfrm>
          <a:prstGeom prst="straightConnector1">
            <a:avLst/>
          </a:prstGeom>
          <a:noFill/>
          <a:ln cap="rnd" cmpd="sng" w="19050">
            <a:solidFill>
              <a:srgbClr val="002775"/>
            </a:solidFill>
            <a:prstDash val="solid"/>
            <a:round/>
            <a:headEnd len="med" w="med" type="none"/>
            <a:tailEnd len="med" w="med" type="none"/>
          </a:ln>
        </p:spPr>
      </p:cxnSp>
      <p:pic>
        <p:nvPicPr>
          <p:cNvPr id="1821" name="Google Shape;1821;p109"/>
          <p:cNvPicPr preferRelativeResize="0"/>
          <p:nvPr/>
        </p:nvPicPr>
        <p:blipFill rotWithShape="1">
          <a:blip r:embed="rId4">
            <a:alphaModFix/>
          </a:blip>
          <a:srcRect b="-8408" l="17359" r="13837" t="-7723"/>
          <a:stretch/>
        </p:blipFill>
        <p:spPr>
          <a:xfrm rot="985878">
            <a:off x="16308552" y="2134431"/>
            <a:ext cx="1195401" cy="2017641"/>
          </a:xfrm>
          <a:prstGeom prst="rect">
            <a:avLst/>
          </a:prstGeom>
          <a:noFill/>
          <a:ln>
            <a:noFill/>
          </a:ln>
        </p:spPr>
      </p:pic>
      <p:sp>
        <p:nvSpPr>
          <p:cNvPr id="1822" name="Google Shape;1822;p109"/>
          <p:cNvSpPr txBox="1"/>
          <p:nvPr>
            <p:ph idx="1" type="body"/>
          </p:nvPr>
        </p:nvSpPr>
        <p:spPr>
          <a:xfrm>
            <a:off x="1321119" y="5284425"/>
            <a:ext cx="4134600" cy="1738200"/>
          </a:xfrm>
          <a:prstGeom prst="rect">
            <a:avLst/>
          </a:prstGeom>
        </p:spPr>
        <p:txBody>
          <a:bodyPr anchorCtr="0" anchor="t" bIns="0" lIns="0" spcFirstLastPara="1" rIns="0" wrap="square" tIns="0">
            <a:noAutofit/>
          </a:bodyPr>
          <a:lstStyle>
            <a:lvl1pPr indent="-368300" lvl="0" marL="457200">
              <a:spcBef>
                <a:spcPts val="0"/>
              </a:spcBef>
              <a:spcAft>
                <a:spcPts val="0"/>
              </a:spcAft>
              <a:buSzPts val="2200"/>
              <a:buChar char="●"/>
              <a:defRPr sz="2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23" name="Google Shape;1823;p109"/>
          <p:cNvSpPr txBox="1"/>
          <p:nvPr>
            <p:ph idx="2" type="body"/>
          </p:nvPr>
        </p:nvSpPr>
        <p:spPr>
          <a:xfrm>
            <a:off x="6832700" y="5284425"/>
            <a:ext cx="4134600" cy="1738200"/>
          </a:xfrm>
          <a:prstGeom prst="rect">
            <a:avLst/>
          </a:prstGeom>
        </p:spPr>
        <p:txBody>
          <a:bodyPr anchorCtr="0" anchor="t" bIns="0" lIns="0" spcFirstLastPara="1" rIns="0" wrap="square" tIns="0">
            <a:noAutofit/>
          </a:bodyPr>
          <a:lstStyle>
            <a:lvl1pPr indent="-368300" lvl="0" marL="457200">
              <a:spcBef>
                <a:spcPts val="0"/>
              </a:spcBef>
              <a:spcAft>
                <a:spcPts val="0"/>
              </a:spcAft>
              <a:buSzPts val="2200"/>
              <a:buChar char="●"/>
              <a:defRPr sz="2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24" name="Google Shape;1824;p109"/>
          <p:cNvSpPr txBox="1"/>
          <p:nvPr>
            <p:ph idx="3" type="body"/>
          </p:nvPr>
        </p:nvSpPr>
        <p:spPr>
          <a:xfrm>
            <a:off x="12344281" y="5284425"/>
            <a:ext cx="4134600" cy="1738200"/>
          </a:xfrm>
          <a:prstGeom prst="rect">
            <a:avLst/>
          </a:prstGeom>
        </p:spPr>
        <p:txBody>
          <a:bodyPr anchorCtr="0" anchor="t" bIns="0" lIns="0" spcFirstLastPara="1" rIns="0" wrap="square" tIns="0">
            <a:noAutofit/>
          </a:bodyPr>
          <a:lstStyle>
            <a:lvl1pPr indent="-368300" lvl="0" marL="457200">
              <a:spcBef>
                <a:spcPts val="0"/>
              </a:spcBef>
              <a:spcAft>
                <a:spcPts val="0"/>
              </a:spcAft>
              <a:buSzPts val="2200"/>
              <a:buChar char="●"/>
              <a:defRPr sz="2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25" name="Google Shape;1825;p109"/>
          <p:cNvSpPr txBox="1"/>
          <p:nvPr>
            <p:ph type="title"/>
          </p:nvPr>
        </p:nvSpPr>
        <p:spPr>
          <a:xfrm>
            <a:off x="1534198" y="3569925"/>
            <a:ext cx="3708600" cy="961800"/>
          </a:xfrm>
          <a:prstGeom prst="rect">
            <a:avLst/>
          </a:prstGeom>
        </p:spPr>
        <p:txBody>
          <a:bodyPr anchorCtr="0" anchor="t" bIns="0" lIns="0" spcFirstLastPara="1" rIns="0" wrap="square" tIns="0">
            <a:noAutofit/>
          </a:bodyPr>
          <a:lstStyle>
            <a:lvl1pPr lvl="0" algn="ctr">
              <a:spcBef>
                <a:spcPts val="0"/>
              </a:spcBef>
              <a:spcAft>
                <a:spcPts val="0"/>
              </a:spcAft>
              <a:buSzPts val="4000"/>
              <a:buNone/>
              <a:defRPr sz="4000"/>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826" name="Google Shape;1826;p109"/>
          <p:cNvSpPr txBox="1"/>
          <p:nvPr>
            <p:ph idx="4" type="title"/>
          </p:nvPr>
        </p:nvSpPr>
        <p:spPr>
          <a:xfrm>
            <a:off x="7045779" y="3569925"/>
            <a:ext cx="3708600" cy="961800"/>
          </a:xfrm>
          <a:prstGeom prst="rect">
            <a:avLst/>
          </a:prstGeom>
        </p:spPr>
        <p:txBody>
          <a:bodyPr anchorCtr="0" anchor="t" bIns="0" lIns="0" spcFirstLastPara="1" rIns="0" wrap="square" tIns="0">
            <a:noAutofit/>
          </a:bodyPr>
          <a:lstStyle>
            <a:lvl1pPr lvl="0" algn="ctr">
              <a:spcBef>
                <a:spcPts val="0"/>
              </a:spcBef>
              <a:spcAft>
                <a:spcPts val="0"/>
              </a:spcAft>
              <a:buSzPts val="4000"/>
              <a:buNone/>
              <a:defRPr sz="4000"/>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827" name="Google Shape;1827;p109"/>
          <p:cNvSpPr txBox="1"/>
          <p:nvPr>
            <p:ph idx="5" type="title"/>
          </p:nvPr>
        </p:nvSpPr>
        <p:spPr>
          <a:xfrm>
            <a:off x="12557360" y="3569925"/>
            <a:ext cx="3708600" cy="961800"/>
          </a:xfrm>
          <a:prstGeom prst="rect">
            <a:avLst/>
          </a:prstGeom>
        </p:spPr>
        <p:txBody>
          <a:bodyPr anchorCtr="0" anchor="t" bIns="0" lIns="0" spcFirstLastPara="1" rIns="0" wrap="square" tIns="0">
            <a:noAutofit/>
          </a:bodyPr>
          <a:lstStyle>
            <a:lvl1pPr lvl="0" algn="ctr">
              <a:spcBef>
                <a:spcPts val="0"/>
              </a:spcBef>
              <a:spcAft>
                <a:spcPts val="0"/>
              </a:spcAft>
              <a:buSzPts val="4000"/>
              <a:buNone/>
              <a:defRPr sz="4000"/>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828" name="Google Shape;1828;p109"/>
          <p:cNvSpPr txBox="1"/>
          <p:nvPr>
            <p:ph idx="6" type="subTitle"/>
          </p:nvPr>
        </p:nvSpPr>
        <p:spPr>
          <a:xfrm>
            <a:off x="2192100" y="8689925"/>
            <a:ext cx="13903800" cy="751800"/>
          </a:xfrm>
          <a:prstGeom prst="rect">
            <a:avLst/>
          </a:prstGeom>
        </p:spPr>
        <p:txBody>
          <a:bodyPr anchorCtr="0" anchor="t" bIns="0" lIns="0" spcFirstLastPara="1" rIns="0" wrap="square" tIns="0">
            <a:noAutofit/>
          </a:bodyPr>
          <a:lstStyle>
            <a:lvl1pPr lvl="0" algn="ctr">
              <a:spcBef>
                <a:spcPts val="0"/>
              </a:spcBef>
              <a:spcAft>
                <a:spcPts val="0"/>
              </a:spcAft>
              <a:buSzPts val="3000"/>
              <a:buFont typeface="Avant Garde Demi SFDC"/>
              <a:buNone/>
              <a:defRPr>
                <a:latin typeface="Avant Garde Demi SFDC"/>
                <a:ea typeface="Avant Garde Demi SFDC"/>
                <a:cs typeface="Avant Garde Demi SFDC"/>
                <a:sym typeface="Avant Garde Demi SFDC"/>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829" name="Google Shape;1829;p109"/>
          <p:cNvSpPr txBox="1"/>
          <p:nvPr>
            <p:ph idx="7"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30" name="Google Shape;1830;p109"/>
          <p:cNvSpPr txBox="1"/>
          <p:nvPr>
            <p:ph idx="8" type="subTitle"/>
          </p:nvPr>
        </p:nvSpPr>
        <p:spPr>
          <a:xfrm>
            <a:off x="1162050" y="1857375"/>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831" name="Google Shape;1831;p109"/>
          <p:cNvGrpSpPr/>
          <p:nvPr/>
        </p:nvGrpSpPr>
        <p:grpSpPr>
          <a:xfrm>
            <a:off x="14497041" y="952412"/>
            <a:ext cx="1598127" cy="459104"/>
            <a:chOff x="5913125" y="1232600"/>
            <a:chExt cx="3443497" cy="989449"/>
          </a:xfrm>
        </p:grpSpPr>
        <p:sp>
          <p:nvSpPr>
            <p:cNvPr id="1832" name="Google Shape;1832;p109"/>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833" name="Google Shape;1833;p109"/>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834" name="Google Shape;1834;p109"/>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TITLE_1_1_1_1_1_1_1_1_1_1_1_1_1_1_1_1_1_1_1_1_1_1_1_1_1_1_1_1_1_1_1_1_2">
    <p:bg>
      <p:bgPr>
        <a:solidFill>
          <a:srgbClr val="CFE9FE"/>
        </a:solidFill>
      </p:bgPr>
    </p:bg>
    <p:spTree>
      <p:nvGrpSpPr>
        <p:cNvPr id="1835" name="Shape 1835"/>
        <p:cNvGrpSpPr/>
        <p:nvPr/>
      </p:nvGrpSpPr>
      <p:grpSpPr>
        <a:xfrm>
          <a:off x="0" y="0"/>
          <a:ext cx="0" cy="0"/>
          <a:chOff x="0" y="0"/>
          <a:chExt cx="0" cy="0"/>
        </a:xfrm>
      </p:grpSpPr>
      <p:pic>
        <p:nvPicPr>
          <p:cNvPr id="1836" name="Google Shape;1836;p110" title="Screenshot 2025-11-11 at 1.46.58 PM.png"/>
          <p:cNvPicPr preferRelativeResize="0"/>
          <p:nvPr/>
        </p:nvPicPr>
        <p:blipFill rotWithShape="1">
          <a:blip r:embed="rId2">
            <a:alphaModFix/>
          </a:blip>
          <a:srcRect b="0" l="1088" r="0" t="1759"/>
          <a:stretch/>
        </p:blipFill>
        <p:spPr>
          <a:xfrm>
            <a:off x="6113875" y="3599350"/>
            <a:ext cx="6107151" cy="5366525"/>
          </a:xfrm>
          <a:prstGeom prst="rect">
            <a:avLst/>
          </a:prstGeom>
          <a:noFill/>
          <a:ln>
            <a:noFill/>
          </a:ln>
        </p:spPr>
      </p:pic>
      <p:pic>
        <p:nvPicPr>
          <p:cNvPr id="1837" name="Google Shape;1837;p110" title="Screenshot 2025-11-11 at 1.46.58 PM.png"/>
          <p:cNvPicPr preferRelativeResize="0"/>
          <p:nvPr/>
        </p:nvPicPr>
        <p:blipFill rotWithShape="1">
          <a:blip r:embed="rId2">
            <a:alphaModFix/>
          </a:blip>
          <a:srcRect b="0" l="1088" r="0" t="1759"/>
          <a:stretch/>
        </p:blipFill>
        <p:spPr>
          <a:xfrm>
            <a:off x="476250" y="3599350"/>
            <a:ext cx="6107151" cy="5366525"/>
          </a:xfrm>
          <a:prstGeom prst="rect">
            <a:avLst/>
          </a:prstGeom>
          <a:noFill/>
          <a:ln>
            <a:noFill/>
          </a:ln>
        </p:spPr>
      </p:pic>
      <p:pic>
        <p:nvPicPr>
          <p:cNvPr id="1838" name="Google Shape;1838;p110" title="Screenshot 2025-11-11 at 1.46.58 PM.png"/>
          <p:cNvPicPr preferRelativeResize="0"/>
          <p:nvPr/>
        </p:nvPicPr>
        <p:blipFill rotWithShape="1">
          <a:blip r:embed="rId2">
            <a:alphaModFix/>
          </a:blip>
          <a:srcRect b="0" l="1429" r="0" t="1759"/>
          <a:stretch/>
        </p:blipFill>
        <p:spPr>
          <a:xfrm>
            <a:off x="11792850" y="3599350"/>
            <a:ext cx="6086151" cy="5366525"/>
          </a:xfrm>
          <a:prstGeom prst="rect">
            <a:avLst/>
          </a:prstGeom>
          <a:noFill/>
          <a:ln>
            <a:noFill/>
          </a:ln>
        </p:spPr>
      </p:pic>
      <p:sp>
        <p:nvSpPr>
          <p:cNvPr id="1839" name="Google Shape;1839;p110"/>
          <p:cNvSpPr/>
          <p:nvPr/>
        </p:nvSpPr>
        <p:spPr>
          <a:xfrm>
            <a:off x="6777400" y="3401700"/>
            <a:ext cx="1625400" cy="641400"/>
          </a:xfrm>
          <a:prstGeom prst="roundRect">
            <a:avLst>
              <a:gd fmla="val 50000" name="adj"/>
            </a:avLst>
          </a:prstGeom>
          <a:solidFill>
            <a:srgbClr val="066AFE"/>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sz="2800">
              <a:solidFill>
                <a:srgbClr val="FFFFFF"/>
              </a:solidFill>
              <a:latin typeface="Avant Garde Demi SFDC"/>
              <a:ea typeface="Avant Garde Demi SFDC"/>
              <a:cs typeface="Avant Garde Demi SFDC"/>
              <a:sym typeface="Avant Garde Demi SFDC"/>
            </a:endParaRPr>
          </a:p>
        </p:txBody>
      </p:sp>
      <p:sp>
        <p:nvSpPr>
          <p:cNvPr id="1840" name="Google Shape;1840;p110"/>
          <p:cNvSpPr/>
          <p:nvPr/>
        </p:nvSpPr>
        <p:spPr>
          <a:xfrm>
            <a:off x="12480452" y="3401700"/>
            <a:ext cx="1625400" cy="641400"/>
          </a:xfrm>
          <a:prstGeom prst="roundRect">
            <a:avLst>
              <a:gd fmla="val 50000" name="adj"/>
            </a:avLst>
          </a:prstGeom>
          <a:solidFill>
            <a:srgbClr val="003366"/>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sz="2800">
              <a:solidFill>
                <a:srgbClr val="FFFFFF"/>
              </a:solidFill>
              <a:latin typeface="Avant Garde Demi SFDC"/>
              <a:ea typeface="Avant Garde Demi SFDC"/>
              <a:cs typeface="Avant Garde Demi SFDC"/>
              <a:sym typeface="Avant Garde Demi SFDC"/>
            </a:endParaRPr>
          </a:p>
        </p:txBody>
      </p:sp>
      <p:sp>
        <p:nvSpPr>
          <p:cNvPr id="1841" name="Google Shape;1841;p110"/>
          <p:cNvSpPr/>
          <p:nvPr/>
        </p:nvSpPr>
        <p:spPr>
          <a:xfrm>
            <a:off x="1019177" y="3401698"/>
            <a:ext cx="1706400" cy="641400"/>
          </a:xfrm>
          <a:prstGeom prst="roundRect">
            <a:avLst>
              <a:gd fmla="val 50000" name="adj"/>
            </a:avLst>
          </a:prstGeom>
          <a:solidFill>
            <a:srgbClr val="00B3FF"/>
          </a:solidFill>
          <a:ln>
            <a:noFill/>
          </a:ln>
        </p:spPr>
        <p:txBody>
          <a:bodyPr anchorCtr="0" anchor="ctr" bIns="91400" lIns="91400" spcFirstLastPara="1" rIns="91400" wrap="square" tIns="91400">
            <a:noAutofit/>
          </a:bodyPr>
          <a:lstStyle/>
          <a:p>
            <a:pPr indent="0" lvl="0" marL="0" rtl="0" algn="ctr">
              <a:spcBef>
                <a:spcPts val="0"/>
              </a:spcBef>
              <a:spcAft>
                <a:spcPts val="0"/>
              </a:spcAft>
              <a:buNone/>
            </a:pPr>
            <a:r>
              <a:t/>
            </a:r>
            <a:endParaRPr sz="2800">
              <a:solidFill>
                <a:srgbClr val="FFFFFF"/>
              </a:solidFill>
              <a:latin typeface="Avant Garde Demi SFDC"/>
              <a:ea typeface="Avant Garde Demi SFDC"/>
              <a:cs typeface="Avant Garde Demi SFDC"/>
              <a:sym typeface="Avant Garde Demi SFDC"/>
            </a:endParaRPr>
          </a:p>
        </p:txBody>
      </p:sp>
      <p:sp>
        <p:nvSpPr>
          <p:cNvPr id="1842" name="Google Shape;1842;p110"/>
          <p:cNvSpPr txBox="1"/>
          <p:nvPr>
            <p:ph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43" name="Google Shape;1843;p110"/>
          <p:cNvSpPr txBox="1"/>
          <p:nvPr>
            <p:ph idx="1" type="subTitle"/>
          </p:nvPr>
        </p:nvSpPr>
        <p:spPr>
          <a:xfrm>
            <a:off x="1162050" y="1857375"/>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844" name="Google Shape;1844;p110"/>
          <p:cNvGrpSpPr/>
          <p:nvPr/>
        </p:nvGrpSpPr>
        <p:grpSpPr>
          <a:xfrm>
            <a:off x="14497041" y="952412"/>
            <a:ext cx="1598127" cy="459104"/>
            <a:chOff x="5913125" y="1232600"/>
            <a:chExt cx="3443497" cy="989449"/>
          </a:xfrm>
        </p:grpSpPr>
        <p:sp>
          <p:nvSpPr>
            <p:cNvPr id="1845" name="Google Shape;1845;p110"/>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846" name="Google Shape;1846;p110"/>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847" name="Google Shape;1847;p110"/>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848" name="Google Shape;1848;p110"/>
          <p:cNvSpPr txBox="1"/>
          <p:nvPr>
            <p:ph idx="2" type="title"/>
          </p:nvPr>
        </p:nvSpPr>
        <p:spPr>
          <a:xfrm>
            <a:off x="1262200" y="4259150"/>
            <a:ext cx="4503000" cy="868200"/>
          </a:xfrm>
          <a:prstGeom prst="rect">
            <a:avLst/>
          </a:prstGeom>
        </p:spPr>
        <p:txBody>
          <a:bodyPr anchorCtr="0" anchor="t" bIns="0" lIns="0" spcFirstLastPara="1" rIns="0" wrap="square" tIns="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1849" name="Google Shape;1849;p110"/>
          <p:cNvSpPr txBox="1"/>
          <p:nvPr>
            <p:ph idx="3" type="title"/>
          </p:nvPr>
        </p:nvSpPr>
        <p:spPr>
          <a:xfrm>
            <a:off x="6936613" y="4259150"/>
            <a:ext cx="4503000" cy="868200"/>
          </a:xfrm>
          <a:prstGeom prst="rect">
            <a:avLst/>
          </a:prstGeom>
        </p:spPr>
        <p:txBody>
          <a:bodyPr anchorCtr="0" anchor="t" bIns="0" lIns="0" spcFirstLastPara="1" rIns="0" wrap="square" tIns="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1850" name="Google Shape;1850;p110"/>
          <p:cNvSpPr txBox="1"/>
          <p:nvPr>
            <p:ph idx="4" type="title"/>
          </p:nvPr>
        </p:nvSpPr>
        <p:spPr>
          <a:xfrm>
            <a:off x="12611025" y="4259150"/>
            <a:ext cx="4503000" cy="868200"/>
          </a:xfrm>
          <a:prstGeom prst="rect">
            <a:avLst/>
          </a:prstGeom>
        </p:spPr>
        <p:txBody>
          <a:bodyPr anchorCtr="0" anchor="t" bIns="0" lIns="0" spcFirstLastPara="1" rIns="0" wrap="square" tIns="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1851" name="Google Shape;1851;p110"/>
          <p:cNvSpPr txBox="1"/>
          <p:nvPr>
            <p:ph idx="5" type="body"/>
          </p:nvPr>
        </p:nvSpPr>
        <p:spPr>
          <a:xfrm>
            <a:off x="1262200" y="5497000"/>
            <a:ext cx="3969600" cy="2988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52" name="Google Shape;1852;p110"/>
          <p:cNvSpPr txBox="1"/>
          <p:nvPr>
            <p:ph idx="6" type="body"/>
          </p:nvPr>
        </p:nvSpPr>
        <p:spPr>
          <a:xfrm>
            <a:off x="6936613" y="5497000"/>
            <a:ext cx="3969600" cy="2988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53" name="Google Shape;1853;p110"/>
          <p:cNvSpPr txBox="1"/>
          <p:nvPr>
            <p:ph idx="7" type="body"/>
          </p:nvPr>
        </p:nvSpPr>
        <p:spPr>
          <a:xfrm>
            <a:off x="12611025" y="5497000"/>
            <a:ext cx="3969600" cy="2988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54" name="Google Shape;1854;p110"/>
          <p:cNvSpPr txBox="1"/>
          <p:nvPr>
            <p:ph idx="8" type="title"/>
          </p:nvPr>
        </p:nvSpPr>
        <p:spPr>
          <a:xfrm>
            <a:off x="1263900" y="3539825"/>
            <a:ext cx="1209000" cy="393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None/>
              <a:defRPr sz="18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FY27 Branding">
  <p:cSld name="TITLE_1_1_1_1_1_1_1_1_1_1_1_1_1_1_1_1_1_1_1_1_1_1_1_1_1_1_1_1_1_1_1_1_1_1_4">
    <p:bg>
      <p:bgPr>
        <a:solidFill>
          <a:srgbClr val="CFE9FE"/>
        </a:solidFill>
      </p:bgPr>
    </p:bg>
    <p:spTree>
      <p:nvGrpSpPr>
        <p:cNvPr id="1855" name="Shape 1855"/>
        <p:cNvGrpSpPr/>
        <p:nvPr/>
      </p:nvGrpSpPr>
      <p:grpSpPr>
        <a:xfrm>
          <a:off x="0" y="0"/>
          <a:ext cx="0" cy="0"/>
          <a:chOff x="0" y="0"/>
          <a:chExt cx="0" cy="0"/>
        </a:xfrm>
      </p:grpSpPr>
      <p:pic>
        <p:nvPicPr>
          <p:cNvPr id="1856" name="Google Shape;1856;p111" title="Screenshot 2025-11-11 at 1.46.58 PM.png"/>
          <p:cNvPicPr preferRelativeResize="0"/>
          <p:nvPr/>
        </p:nvPicPr>
        <p:blipFill rotWithShape="1">
          <a:blip r:embed="rId2">
            <a:alphaModFix/>
          </a:blip>
          <a:srcRect b="0" l="1264" r="0" t="1000"/>
          <a:stretch/>
        </p:blipFill>
        <p:spPr>
          <a:xfrm>
            <a:off x="6108825" y="3143250"/>
            <a:ext cx="6084000" cy="5397100"/>
          </a:xfrm>
          <a:prstGeom prst="rect">
            <a:avLst/>
          </a:prstGeom>
          <a:noFill/>
          <a:ln>
            <a:noFill/>
          </a:ln>
        </p:spPr>
      </p:pic>
      <p:pic>
        <p:nvPicPr>
          <p:cNvPr id="1857" name="Google Shape;1857;p111" title="Screenshot 2025-11-11 at 1.46.58 PM.png"/>
          <p:cNvPicPr preferRelativeResize="0"/>
          <p:nvPr/>
        </p:nvPicPr>
        <p:blipFill rotWithShape="1">
          <a:blip r:embed="rId2">
            <a:alphaModFix/>
          </a:blip>
          <a:srcRect b="0" l="2372" r="0" t="2248"/>
          <a:stretch/>
        </p:blipFill>
        <p:spPr>
          <a:xfrm>
            <a:off x="551325" y="3211475"/>
            <a:ext cx="6015374" cy="5328875"/>
          </a:xfrm>
          <a:prstGeom prst="rect">
            <a:avLst/>
          </a:prstGeom>
          <a:noFill/>
          <a:ln>
            <a:noFill/>
          </a:ln>
        </p:spPr>
      </p:pic>
      <p:pic>
        <p:nvPicPr>
          <p:cNvPr id="1858" name="Google Shape;1858;p111" title="Screenshot 2025-11-11 at 1.46.58 PM.png"/>
          <p:cNvPicPr preferRelativeResize="0"/>
          <p:nvPr/>
        </p:nvPicPr>
        <p:blipFill rotWithShape="1">
          <a:blip r:embed="rId2">
            <a:alphaModFix/>
          </a:blip>
          <a:srcRect b="0" l="1390" r="0" t="1264"/>
          <a:stretch/>
        </p:blipFill>
        <p:spPr>
          <a:xfrm>
            <a:off x="11823825" y="3211475"/>
            <a:ext cx="6015374" cy="5328875"/>
          </a:xfrm>
          <a:prstGeom prst="rect">
            <a:avLst/>
          </a:prstGeom>
          <a:noFill/>
          <a:ln>
            <a:noFill/>
          </a:ln>
        </p:spPr>
      </p:pic>
      <p:sp>
        <p:nvSpPr>
          <p:cNvPr id="1859" name="Google Shape;1859;p111"/>
          <p:cNvSpPr txBox="1"/>
          <p:nvPr>
            <p:ph type="title"/>
          </p:nvPr>
        </p:nvSpPr>
        <p:spPr>
          <a:xfrm>
            <a:off x="1109800" y="3649550"/>
            <a:ext cx="4503000" cy="868200"/>
          </a:xfrm>
          <a:prstGeom prst="rect">
            <a:avLst/>
          </a:prstGeom>
        </p:spPr>
        <p:txBody>
          <a:bodyPr anchorCtr="0" anchor="t" bIns="0" lIns="0" spcFirstLastPara="1" rIns="0" wrap="square" tIns="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1860" name="Google Shape;1860;p111"/>
          <p:cNvSpPr txBox="1"/>
          <p:nvPr>
            <p:ph idx="2" type="title"/>
          </p:nvPr>
        </p:nvSpPr>
        <p:spPr>
          <a:xfrm>
            <a:off x="6784213" y="3649550"/>
            <a:ext cx="4503000" cy="868200"/>
          </a:xfrm>
          <a:prstGeom prst="rect">
            <a:avLst/>
          </a:prstGeom>
        </p:spPr>
        <p:txBody>
          <a:bodyPr anchorCtr="0" anchor="t" bIns="0" lIns="0" spcFirstLastPara="1" rIns="0" wrap="square" tIns="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1861" name="Google Shape;1861;p111"/>
          <p:cNvSpPr txBox="1"/>
          <p:nvPr>
            <p:ph idx="3" type="title"/>
          </p:nvPr>
        </p:nvSpPr>
        <p:spPr>
          <a:xfrm>
            <a:off x="12458625" y="3649550"/>
            <a:ext cx="4503000" cy="868200"/>
          </a:xfrm>
          <a:prstGeom prst="rect">
            <a:avLst/>
          </a:prstGeom>
        </p:spPr>
        <p:txBody>
          <a:bodyPr anchorCtr="0" anchor="t" bIns="0" lIns="0" spcFirstLastPara="1" rIns="0" wrap="square" tIns="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1862" name="Google Shape;1862;p111"/>
          <p:cNvSpPr txBox="1"/>
          <p:nvPr>
            <p:ph idx="1" type="body"/>
          </p:nvPr>
        </p:nvSpPr>
        <p:spPr>
          <a:xfrm>
            <a:off x="1109800" y="4887400"/>
            <a:ext cx="3969600" cy="2988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63" name="Google Shape;1863;p111"/>
          <p:cNvSpPr txBox="1"/>
          <p:nvPr>
            <p:ph idx="4" type="body"/>
          </p:nvPr>
        </p:nvSpPr>
        <p:spPr>
          <a:xfrm>
            <a:off x="6784213" y="4887400"/>
            <a:ext cx="3969600" cy="2988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64" name="Google Shape;1864;p111"/>
          <p:cNvSpPr txBox="1"/>
          <p:nvPr>
            <p:ph idx="5" type="body"/>
          </p:nvPr>
        </p:nvSpPr>
        <p:spPr>
          <a:xfrm>
            <a:off x="12458625" y="4887400"/>
            <a:ext cx="3969600" cy="2988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65" name="Google Shape;1865;p111"/>
          <p:cNvSpPr txBox="1"/>
          <p:nvPr>
            <p:ph idx="6" type="subTitle"/>
          </p:nvPr>
        </p:nvSpPr>
        <p:spPr>
          <a:xfrm>
            <a:off x="1218000" y="9052158"/>
            <a:ext cx="15852000" cy="5550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3000"/>
              <a:buFont typeface="Avant Garde Demi SFDC"/>
              <a:buNone/>
              <a:defRPr>
                <a:solidFill>
                  <a:schemeClr val="dk1"/>
                </a:solidFill>
                <a:latin typeface="Avant Garde Demi SFDC"/>
                <a:ea typeface="Avant Garde Demi SFDC"/>
                <a:cs typeface="Avant Garde Demi SFDC"/>
                <a:sym typeface="Avant Garde Demi SFDC"/>
              </a:defRPr>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866" name="Google Shape;1866;p111"/>
          <p:cNvSpPr txBox="1"/>
          <p:nvPr>
            <p:ph idx="7"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67" name="Google Shape;1867;p111"/>
          <p:cNvSpPr txBox="1"/>
          <p:nvPr>
            <p:ph idx="8" type="subTitle"/>
          </p:nvPr>
        </p:nvSpPr>
        <p:spPr>
          <a:xfrm>
            <a:off x="1162050" y="1857375"/>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868" name="Google Shape;1868;p111"/>
          <p:cNvGrpSpPr/>
          <p:nvPr/>
        </p:nvGrpSpPr>
        <p:grpSpPr>
          <a:xfrm>
            <a:off x="14497041" y="952412"/>
            <a:ext cx="1598127" cy="459104"/>
            <a:chOff x="5913125" y="1232600"/>
            <a:chExt cx="3443497" cy="989449"/>
          </a:xfrm>
        </p:grpSpPr>
        <p:sp>
          <p:nvSpPr>
            <p:cNvPr id="1869" name="Google Shape;1869;p111"/>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870" name="Google Shape;1870;p111"/>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871" name="Google Shape;1871;p111"/>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16_1_3">
    <p:bg>
      <p:bgPr>
        <a:solidFill>
          <a:srgbClr val="CFE9FE"/>
        </a:solidFill>
      </p:bgPr>
    </p:bg>
    <p:spTree>
      <p:nvGrpSpPr>
        <p:cNvPr id="1872" name="Shape 1872"/>
        <p:cNvGrpSpPr/>
        <p:nvPr/>
      </p:nvGrpSpPr>
      <p:grpSpPr>
        <a:xfrm>
          <a:off x="0" y="0"/>
          <a:ext cx="0" cy="0"/>
          <a:chOff x="0" y="0"/>
          <a:chExt cx="0" cy="0"/>
        </a:xfrm>
      </p:grpSpPr>
      <p:sp>
        <p:nvSpPr>
          <p:cNvPr descr="alt=&quot;&quot;" id="1873" name="Google Shape;1873;p112"/>
          <p:cNvSpPr/>
          <p:nvPr/>
        </p:nvSpPr>
        <p:spPr>
          <a:xfrm>
            <a:off x="9071427" y="2431980"/>
            <a:ext cx="3580800" cy="3576600"/>
          </a:xfrm>
          <a:prstGeom prst="roundRect">
            <a:avLst>
              <a:gd fmla="val 8342" name="adj"/>
            </a:avLst>
          </a:prstGeom>
          <a:solidFill>
            <a:srgbClr val="FFFEFE"/>
          </a:solidFill>
          <a:ln>
            <a:noFill/>
          </a:ln>
        </p:spPr>
        <p:txBody>
          <a:bodyPr anchorCtr="0" anchor="ctr" bIns="59700" lIns="59700" spcFirstLastPara="1" rIns="59700" wrap="square" tIns="59700">
            <a:noAutofit/>
          </a:bodyPr>
          <a:lstStyle/>
          <a:p>
            <a:pPr indent="0" lvl="0" marL="0" marR="0" rtl="0" algn="ctr">
              <a:lnSpc>
                <a:spcPct val="90000"/>
              </a:lnSpc>
              <a:spcBef>
                <a:spcPts val="0"/>
              </a:spcBef>
              <a:spcAft>
                <a:spcPts val="0"/>
              </a:spcAft>
              <a:buClr>
                <a:srgbClr val="003366"/>
              </a:buClr>
              <a:buSzPts val="2700"/>
              <a:buFont typeface="Arial"/>
              <a:buNone/>
            </a:pPr>
            <a:r>
              <a:t/>
            </a:r>
            <a:endParaRPr b="0" i="0" sz="2700" u="none" cap="none" strike="noStrike">
              <a:solidFill>
                <a:srgbClr val="032D60"/>
              </a:solidFill>
              <a:latin typeface="Arial"/>
              <a:ea typeface="Arial"/>
              <a:cs typeface="Arial"/>
              <a:sym typeface="Arial"/>
            </a:endParaRPr>
          </a:p>
        </p:txBody>
      </p:sp>
      <p:sp>
        <p:nvSpPr>
          <p:cNvPr descr="alt=&quot;&quot;" id="1874" name="Google Shape;1874;p112"/>
          <p:cNvSpPr/>
          <p:nvPr/>
        </p:nvSpPr>
        <p:spPr>
          <a:xfrm rot="-4620">
            <a:off x="9522337" y="2725893"/>
            <a:ext cx="2679002" cy="637201"/>
          </a:xfrm>
          <a:prstGeom prst="roundRect">
            <a:avLst>
              <a:gd fmla="val 50000" name="adj"/>
            </a:avLst>
          </a:prstGeom>
          <a:solidFill>
            <a:srgbClr val="022A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EFE"/>
              </a:buClr>
              <a:buSzPts val="2500"/>
              <a:buFont typeface="Questrial"/>
              <a:buNone/>
            </a:pPr>
            <a:r>
              <a:t/>
            </a:r>
            <a:endParaRPr b="0" i="0" sz="2500" u="none" cap="none" strike="noStrike">
              <a:solidFill>
                <a:srgbClr val="032D60"/>
              </a:solidFill>
              <a:latin typeface="Arial"/>
              <a:ea typeface="Arial"/>
              <a:cs typeface="Arial"/>
              <a:sym typeface="Arial"/>
            </a:endParaRPr>
          </a:p>
        </p:txBody>
      </p:sp>
      <p:sp>
        <p:nvSpPr>
          <p:cNvPr descr="alt=&quot;&quot;" id="1875" name="Google Shape;1875;p112"/>
          <p:cNvSpPr/>
          <p:nvPr/>
        </p:nvSpPr>
        <p:spPr>
          <a:xfrm>
            <a:off x="12954587" y="2431980"/>
            <a:ext cx="3580800" cy="3576600"/>
          </a:xfrm>
          <a:prstGeom prst="roundRect">
            <a:avLst>
              <a:gd fmla="val 8224" name="adj"/>
            </a:avLst>
          </a:prstGeom>
          <a:solidFill>
            <a:srgbClr val="FFFEFE"/>
          </a:solidFill>
          <a:ln>
            <a:noFill/>
          </a:ln>
        </p:spPr>
        <p:txBody>
          <a:bodyPr anchorCtr="0" anchor="ctr" bIns="59700" lIns="59700" spcFirstLastPara="1" rIns="59700" wrap="square" tIns="59700">
            <a:noAutofit/>
          </a:bodyPr>
          <a:lstStyle/>
          <a:p>
            <a:pPr indent="0" lvl="0" marL="0" marR="0" rtl="0" algn="ctr">
              <a:lnSpc>
                <a:spcPct val="90000"/>
              </a:lnSpc>
              <a:spcBef>
                <a:spcPts val="0"/>
              </a:spcBef>
              <a:spcAft>
                <a:spcPts val="0"/>
              </a:spcAft>
              <a:buClr>
                <a:srgbClr val="003366"/>
              </a:buClr>
              <a:buSzPts val="2700"/>
              <a:buFont typeface="Arial"/>
              <a:buNone/>
            </a:pPr>
            <a:r>
              <a:t/>
            </a:r>
            <a:endParaRPr b="0" i="0" sz="2700" u="none" cap="none" strike="noStrike">
              <a:solidFill>
                <a:srgbClr val="032D60"/>
              </a:solidFill>
              <a:latin typeface="Arial"/>
              <a:ea typeface="Arial"/>
              <a:cs typeface="Arial"/>
              <a:sym typeface="Arial"/>
            </a:endParaRPr>
          </a:p>
        </p:txBody>
      </p:sp>
      <p:sp>
        <p:nvSpPr>
          <p:cNvPr descr="alt=&quot;&quot;" id="1876" name="Google Shape;1876;p112"/>
          <p:cNvSpPr/>
          <p:nvPr/>
        </p:nvSpPr>
        <p:spPr>
          <a:xfrm rot="-4620">
            <a:off x="13405498" y="2725893"/>
            <a:ext cx="2679002" cy="637201"/>
          </a:xfrm>
          <a:prstGeom prst="roundRect">
            <a:avLst>
              <a:gd fmla="val 50000" name="adj"/>
            </a:avLst>
          </a:prstGeom>
          <a:solidFill>
            <a:srgbClr val="022A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EFE"/>
              </a:buClr>
              <a:buSzPts val="2500"/>
              <a:buFont typeface="Questrial"/>
              <a:buNone/>
            </a:pPr>
            <a:r>
              <a:t/>
            </a:r>
            <a:endParaRPr b="0" i="0" sz="2500" u="none" cap="none" strike="noStrike">
              <a:solidFill>
                <a:srgbClr val="032D60"/>
              </a:solidFill>
              <a:latin typeface="Arial"/>
              <a:ea typeface="Arial"/>
              <a:cs typeface="Arial"/>
              <a:sym typeface="Arial"/>
            </a:endParaRPr>
          </a:p>
        </p:txBody>
      </p:sp>
      <p:sp>
        <p:nvSpPr>
          <p:cNvPr descr="alt=&quot;&quot;" id="1877" name="Google Shape;1877;p112"/>
          <p:cNvSpPr/>
          <p:nvPr/>
        </p:nvSpPr>
        <p:spPr>
          <a:xfrm>
            <a:off x="9071427" y="6321756"/>
            <a:ext cx="3580800" cy="3576600"/>
          </a:xfrm>
          <a:prstGeom prst="roundRect">
            <a:avLst>
              <a:gd fmla="val 8342" name="adj"/>
            </a:avLst>
          </a:prstGeom>
          <a:solidFill>
            <a:srgbClr val="FFFEFE"/>
          </a:solidFill>
          <a:ln>
            <a:noFill/>
          </a:ln>
        </p:spPr>
        <p:txBody>
          <a:bodyPr anchorCtr="0" anchor="ctr" bIns="59700" lIns="59700" spcFirstLastPara="1" rIns="59700" wrap="square" tIns="59700">
            <a:noAutofit/>
          </a:bodyPr>
          <a:lstStyle/>
          <a:p>
            <a:pPr indent="0" lvl="0" marL="0" marR="0" rtl="0" algn="ctr">
              <a:lnSpc>
                <a:spcPct val="90000"/>
              </a:lnSpc>
              <a:spcBef>
                <a:spcPts val="0"/>
              </a:spcBef>
              <a:spcAft>
                <a:spcPts val="0"/>
              </a:spcAft>
              <a:buClr>
                <a:srgbClr val="003366"/>
              </a:buClr>
              <a:buSzPts val="2700"/>
              <a:buFont typeface="Arial"/>
              <a:buNone/>
            </a:pPr>
            <a:r>
              <a:t/>
            </a:r>
            <a:endParaRPr sz="2700">
              <a:solidFill>
                <a:srgbClr val="032D60"/>
              </a:solidFill>
            </a:endParaRPr>
          </a:p>
        </p:txBody>
      </p:sp>
      <p:sp>
        <p:nvSpPr>
          <p:cNvPr descr="alt=&quot;&quot;" id="1878" name="Google Shape;1878;p112"/>
          <p:cNvSpPr/>
          <p:nvPr/>
        </p:nvSpPr>
        <p:spPr>
          <a:xfrm rot="-4620">
            <a:off x="9522337" y="6615668"/>
            <a:ext cx="2679002" cy="637201"/>
          </a:xfrm>
          <a:prstGeom prst="roundRect">
            <a:avLst>
              <a:gd fmla="val 50000" name="adj"/>
            </a:avLst>
          </a:prstGeom>
          <a:solidFill>
            <a:srgbClr val="022A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EFE"/>
              </a:buClr>
              <a:buSzPts val="2500"/>
              <a:buFont typeface="Questrial"/>
              <a:buNone/>
            </a:pPr>
            <a:r>
              <a:t/>
            </a:r>
            <a:endParaRPr b="0" i="0" sz="2500" u="none" cap="none" strike="noStrike">
              <a:solidFill>
                <a:srgbClr val="032D60"/>
              </a:solidFill>
              <a:latin typeface="Arial"/>
              <a:ea typeface="Arial"/>
              <a:cs typeface="Arial"/>
              <a:sym typeface="Arial"/>
            </a:endParaRPr>
          </a:p>
        </p:txBody>
      </p:sp>
      <p:sp>
        <p:nvSpPr>
          <p:cNvPr descr="alt=&quot;&quot;" id="1879" name="Google Shape;1879;p112"/>
          <p:cNvSpPr/>
          <p:nvPr/>
        </p:nvSpPr>
        <p:spPr>
          <a:xfrm>
            <a:off x="1025142" y="2431980"/>
            <a:ext cx="7753800" cy="7466400"/>
          </a:xfrm>
          <a:prstGeom prst="roundRect">
            <a:avLst>
              <a:gd fmla="val 4593" name="adj"/>
            </a:avLst>
          </a:prstGeom>
          <a:solidFill>
            <a:srgbClr val="FFFFFF"/>
          </a:solidFill>
          <a:ln>
            <a:noFill/>
          </a:ln>
        </p:spPr>
        <p:txBody>
          <a:bodyPr anchorCtr="0" anchor="ctr" bIns="59700" lIns="59700" spcFirstLastPara="1" rIns="59700" wrap="square" tIns="59700">
            <a:noAutofit/>
          </a:bodyPr>
          <a:lstStyle/>
          <a:p>
            <a:pPr indent="0" lvl="0" marL="0" marR="0" rtl="0" algn="ctr">
              <a:lnSpc>
                <a:spcPct val="90000"/>
              </a:lnSpc>
              <a:spcBef>
                <a:spcPts val="0"/>
              </a:spcBef>
              <a:spcAft>
                <a:spcPts val="0"/>
              </a:spcAft>
              <a:buClr>
                <a:srgbClr val="003366"/>
              </a:buClr>
              <a:buSzPts val="2700"/>
              <a:buFont typeface="Arial"/>
              <a:buNone/>
            </a:pPr>
            <a:r>
              <a:t/>
            </a:r>
            <a:endParaRPr b="0" i="0" sz="2700" u="none" cap="none" strike="noStrike">
              <a:solidFill>
                <a:srgbClr val="032D60"/>
              </a:solidFill>
              <a:latin typeface="Arial"/>
              <a:ea typeface="Arial"/>
              <a:cs typeface="Arial"/>
              <a:sym typeface="Arial"/>
            </a:endParaRPr>
          </a:p>
        </p:txBody>
      </p:sp>
      <p:pic>
        <p:nvPicPr>
          <p:cNvPr descr="alt=&quot;&quot;" id="1880" name="Google Shape;1880;p112"/>
          <p:cNvPicPr preferRelativeResize="0"/>
          <p:nvPr/>
        </p:nvPicPr>
        <p:blipFill rotWithShape="1">
          <a:blip r:embed="rId2">
            <a:alphaModFix/>
          </a:blip>
          <a:srcRect b="0" l="0" r="0" t="0"/>
          <a:stretch/>
        </p:blipFill>
        <p:spPr>
          <a:xfrm rot="1051367">
            <a:off x="16743122" y="7561561"/>
            <a:ext cx="864862" cy="877981"/>
          </a:xfrm>
          <a:prstGeom prst="rect">
            <a:avLst/>
          </a:prstGeom>
          <a:noFill/>
          <a:ln>
            <a:noFill/>
          </a:ln>
        </p:spPr>
      </p:pic>
      <p:pic>
        <p:nvPicPr>
          <p:cNvPr descr="alt=&quot;&quot;" id="1881" name="Google Shape;1881;p112"/>
          <p:cNvPicPr preferRelativeResize="0"/>
          <p:nvPr/>
        </p:nvPicPr>
        <p:blipFill rotWithShape="1">
          <a:blip r:embed="rId3">
            <a:alphaModFix/>
          </a:blip>
          <a:srcRect b="0" l="0" r="0" t="0"/>
          <a:stretch/>
        </p:blipFill>
        <p:spPr>
          <a:xfrm rot="-572034">
            <a:off x="16478571" y="6605157"/>
            <a:ext cx="602336" cy="610005"/>
          </a:xfrm>
          <a:prstGeom prst="rect">
            <a:avLst/>
          </a:prstGeom>
          <a:noFill/>
          <a:ln>
            <a:noFill/>
          </a:ln>
        </p:spPr>
      </p:pic>
      <p:sp>
        <p:nvSpPr>
          <p:cNvPr id="1882" name="Google Shape;1882;p112"/>
          <p:cNvSpPr txBox="1"/>
          <p:nvPr>
            <p:ph type="title"/>
          </p:nvPr>
        </p:nvSpPr>
        <p:spPr>
          <a:xfrm>
            <a:off x="9771900" y="2756634"/>
            <a:ext cx="2155800" cy="535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83" name="Google Shape;1883;p112"/>
          <p:cNvSpPr txBox="1"/>
          <p:nvPr>
            <p:ph idx="2" type="title"/>
          </p:nvPr>
        </p:nvSpPr>
        <p:spPr>
          <a:xfrm>
            <a:off x="13690600" y="2756634"/>
            <a:ext cx="2155800" cy="535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84" name="Google Shape;1884;p112"/>
          <p:cNvSpPr txBox="1"/>
          <p:nvPr>
            <p:ph idx="3" type="title"/>
          </p:nvPr>
        </p:nvSpPr>
        <p:spPr>
          <a:xfrm>
            <a:off x="9771900" y="6666634"/>
            <a:ext cx="2155800" cy="5352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2400"/>
              <a:buNone/>
              <a:defRPr sz="2400">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85" name="Google Shape;1885;p112"/>
          <p:cNvSpPr txBox="1"/>
          <p:nvPr>
            <p:ph idx="1" type="body"/>
          </p:nvPr>
        </p:nvSpPr>
        <p:spPr>
          <a:xfrm>
            <a:off x="1458650" y="2885000"/>
            <a:ext cx="6886800" cy="6560400"/>
          </a:xfrm>
          <a:prstGeom prst="rect">
            <a:avLst/>
          </a:prstGeom>
        </p:spPr>
        <p:txBody>
          <a:bodyPr anchorCtr="0" anchor="t" bIns="0" lIns="0" spcFirstLastPara="1" rIns="0" wrap="square" tIns="0">
            <a:noAutofit/>
          </a:bodyPr>
          <a:lstStyle>
            <a:lvl1pPr indent="-431800" lvl="0" marL="457200">
              <a:spcBef>
                <a:spcPts val="0"/>
              </a:spcBef>
              <a:spcAft>
                <a:spcPts val="0"/>
              </a:spcAft>
              <a:buSzPts val="3200"/>
              <a:buChar char="●"/>
              <a:defRPr sz="3200"/>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886" name="Google Shape;1886;p112"/>
          <p:cNvSpPr txBox="1"/>
          <p:nvPr>
            <p:ph idx="4" type="title"/>
          </p:nvPr>
        </p:nvSpPr>
        <p:spPr>
          <a:xfrm>
            <a:off x="1162050" y="756259"/>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87" name="Google Shape;1887;p112"/>
          <p:cNvSpPr txBox="1"/>
          <p:nvPr>
            <p:ph idx="5" type="subTitle"/>
          </p:nvPr>
        </p:nvSpPr>
        <p:spPr>
          <a:xfrm>
            <a:off x="1162050" y="1623034"/>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888" name="Google Shape;1888;p112"/>
          <p:cNvGrpSpPr/>
          <p:nvPr/>
        </p:nvGrpSpPr>
        <p:grpSpPr>
          <a:xfrm>
            <a:off x="14497041" y="952412"/>
            <a:ext cx="1598127" cy="459104"/>
            <a:chOff x="5913125" y="1232600"/>
            <a:chExt cx="3443497" cy="989449"/>
          </a:xfrm>
        </p:grpSpPr>
        <p:sp>
          <p:nvSpPr>
            <p:cNvPr id="1889" name="Google Shape;1889;p112"/>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890" name="Google Shape;1890;p112"/>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891" name="Google Shape;1891;p112"/>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Background_BLANK 1 2 1">
  <p:cSld name="CUSTOM_5_1_2_1_2_1">
    <p:bg>
      <p:bgPr>
        <a:solidFill>
          <a:srgbClr val="CFE9FE"/>
        </a:solidFill>
      </p:bgPr>
    </p:bg>
    <p:spTree>
      <p:nvGrpSpPr>
        <p:cNvPr id="1892" name="Shape 1892"/>
        <p:cNvGrpSpPr/>
        <p:nvPr/>
      </p:nvGrpSpPr>
      <p:grpSpPr>
        <a:xfrm>
          <a:off x="0" y="0"/>
          <a:ext cx="0" cy="0"/>
          <a:chOff x="0" y="0"/>
          <a:chExt cx="0" cy="0"/>
        </a:xfrm>
      </p:grpSpPr>
      <p:sp>
        <p:nvSpPr>
          <p:cNvPr id="1893" name="Google Shape;1893;p113"/>
          <p:cNvSpPr/>
          <p:nvPr/>
        </p:nvSpPr>
        <p:spPr>
          <a:xfrm>
            <a:off x="6572394" y="2681298"/>
            <a:ext cx="5143200" cy="3118200"/>
          </a:xfrm>
          <a:prstGeom prst="roundRect">
            <a:avLst>
              <a:gd fmla="val 12769" name="adj"/>
            </a:avLst>
          </a:prstGeom>
          <a:solidFill>
            <a:srgbClr val="FEFEFD"/>
          </a:solidFill>
          <a:ln>
            <a:noFill/>
          </a:ln>
        </p:spPr>
        <p:txBody>
          <a:bodyPr anchorCtr="0" anchor="ctr" bIns="179550" lIns="179550" spcFirstLastPara="1" rIns="179550" wrap="square" tIns="179550">
            <a:noAutofit/>
          </a:bodyPr>
          <a:lstStyle/>
          <a:p>
            <a:pPr indent="0" lvl="0" marL="0" marR="0" rtl="0" algn="ctr">
              <a:lnSpc>
                <a:spcPct val="100000"/>
              </a:lnSpc>
              <a:spcBef>
                <a:spcPts val="0"/>
              </a:spcBef>
              <a:spcAft>
                <a:spcPts val="0"/>
              </a:spcAft>
              <a:buNone/>
            </a:pPr>
            <a:r>
              <a:t/>
            </a:r>
            <a:endParaRPr sz="3100">
              <a:solidFill>
                <a:srgbClr val="032D60"/>
              </a:solidFill>
              <a:latin typeface="Avant Garde Demi SFDC"/>
              <a:ea typeface="Avant Garde Demi SFDC"/>
              <a:cs typeface="Avant Garde Demi SFDC"/>
              <a:sym typeface="Avant Garde Demi SFDC"/>
            </a:endParaRPr>
          </a:p>
        </p:txBody>
      </p:sp>
      <p:sp>
        <p:nvSpPr>
          <p:cNvPr id="1894" name="Google Shape;1894;p113"/>
          <p:cNvSpPr/>
          <p:nvPr/>
        </p:nvSpPr>
        <p:spPr>
          <a:xfrm>
            <a:off x="1064814" y="2681298"/>
            <a:ext cx="5143200" cy="3118200"/>
          </a:xfrm>
          <a:prstGeom prst="roundRect">
            <a:avLst>
              <a:gd fmla="val 12971" name="adj"/>
            </a:avLst>
          </a:prstGeom>
          <a:solidFill>
            <a:srgbClr val="FEFEFD"/>
          </a:solidFill>
          <a:ln>
            <a:noFill/>
          </a:ln>
        </p:spPr>
        <p:txBody>
          <a:bodyPr anchorCtr="0" anchor="ctr" bIns="179550" lIns="179550" spcFirstLastPara="1" rIns="179550" wrap="square" tIns="179550">
            <a:noAutofit/>
          </a:bodyPr>
          <a:lstStyle/>
          <a:p>
            <a:pPr indent="0" lvl="0" marL="0" rtl="0" algn="ctr">
              <a:spcBef>
                <a:spcPts val="0"/>
              </a:spcBef>
              <a:spcAft>
                <a:spcPts val="0"/>
              </a:spcAft>
              <a:buNone/>
            </a:pPr>
            <a:r>
              <a:t/>
            </a:r>
            <a:endParaRPr sz="2400">
              <a:solidFill>
                <a:srgbClr val="032D60"/>
              </a:solidFill>
              <a:latin typeface="Avant Garde Demi SFDC"/>
              <a:ea typeface="Avant Garde Demi SFDC"/>
              <a:cs typeface="Avant Garde Demi SFDC"/>
              <a:sym typeface="Avant Garde Demi SFDC"/>
            </a:endParaRPr>
          </a:p>
        </p:txBody>
      </p:sp>
      <p:sp>
        <p:nvSpPr>
          <p:cNvPr id="1895" name="Google Shape;1895;p113"/>
          <p:cNvSpPr/>
          <p:nvPr/>
        </p:nvSpPr>
        <p:spPr>
          <a:xfrm>
            <a:off x="12079986" y="2681298"/>
            <a:ext cx="5143200" cy="3118200"/>
          </a:xfrm>
          <a:prstGeom prst="roundRect">
            <a:avLst>
              <a:gd fmla="val 12869" name="adj"/>
            </a:avLst>
          </a:prstGeom>
          <a:solidFill>
            <a:srgbClr val="FEFEFD"/>
          </a:solidFill>
          <a:ln>
            <a:noFill/>
          </a:ln>
        </p:spPr>
        <p:txBody>
          <a:bodyPr anchorCtr="0" anchor="ctr" bIns="179550" lIns="179550" spcFirstLastPara="1" rIns="179550" wrap="square" tIns="179550">
            <a:noAutofit/>
          </a:bodyPr>
          <a:lstStyle/>
          <a:p>
            <a:pPr indent="0" lvl="0" marL="0" marR="0" rtl="0" algn="ctr">
              <a:lnSpc>
                <a:spcPct val="100000"/>
              </a:lnSpc>
              <a:spcBef>
                <a:spcPts val="0"/>
              </a:spcBef>
              <a:spcAft>
                <a:spcPts val="0"/>
              </a:spcAft>
              <a:buNone/>
            </a:pPr>
            <a:r>
              <a:t/>
            </a:r>
            <a:endParaRPr sz="3100">
              <a:solidFill>
                <a:srgbClr val="032D60"/>
              </a:solidFill>
              <a:latin typeface="Avant Garde Demi SFDC"/>
              <a:ea typeface="Avant Garde Demi SFDC"/>
              <a:cs typeface="Avant Garde Demi SFDC"/>
              <a:sym typeface="Avant Garde Demi SFDC"/>
            </a:endParaRPr>
          </a:p>
        </p:txBody>
      </p:sp>
      <p:sp>
        <p:nvSpPr>
          <p:cNvPr id="1896" name="Google Shape;1896;p113"/>
          <p:cNvSpPr/>
          <p:nvPr/>
        </p:nvSpPr>
        <p:spPr>
          <a:xfrm>
            <a:off x="6572394" y="6188248"/>
            <a:ext cx="5143200" cy="3118200"/>
          </a:xfrm>
          <a:prstGeom prst="roundRect">
            <a:avLst>
              <a:gd fmla="val 12769" name="adj"/>
            </a:avLst>
          </a:prstGeom>
          <a:solidFill>
            <a:srgbClr val="FEFEFD"/>
          </a:solidFill>
          <a:ln>
            <a:noFill/>
          </a:ln>
        </p:spPr>
        <p:txBody>
          <a:bodyPr anchorCtr="0" anchor="ctr" bIns="179550" lIns="179550" spcFirstLastPara="1" rIns="179550" wrap="square" tIns="179550">
            <a:noAutofit/>
          </a:bodyPr>
          <a:lstStyle/>
          <a:p>
            <a:pPr indent="0" lvl="0" marL="0" marR="0" rtl="0" algn="ctr">
              <a:lnSpc>
                <a:spcPct val="100000"/>
              </a:lnSpc>
              <a:spcBef>
                <a:spcPts val="0"/>
              </a:spcBef>
              <a:spcAft>
                <a:spcPts val="0"/>
              </a:spcAft>
              <a:buNone/>
            </a:pPr>
            <a:r>
              <a:t/>
            </a:r>
            <a:endParaRPr sz="3100">
              <a:solidFill>
                <a:srgbClr val="032D60"/>
              </a:solidFill>
              <a:latin typeface="Avant Garde Demi SFDC"/>
              <a:ea typeface="Avant Garde Demi SFDC"/>
              <a:cs typeface="Avant Garde Demi SFDC"/>
              <a:sym typeface="Avant Garde Demi SFDC"/>
            </a:endParaRPr>
          </a:p>
        </p:txBody>
      </p:sp>
      <p:sp>
        <p:nvSpPr>
          <p:cNvPr id="1897" name="Google Shape;1897;p113"/>
          <p:cNvSpPr/>
          <p:nvPr/>
        </p:nvSpPr>
        <p:spPr>
          <a:xfrm>
            <a:off x="1064814" y="6188248"/>
            <a:ext cx="5143200" cy="3118200"/>
          </a:xfrm>
          <a:prstGeom prst="roundRect">
            <a:avLst>
              <a:gd fmla="val 12971" name="adj"/>
            </a:avLst>
          </a:prstGeom>
          <a:solidFill>
            <a:srgbClr val="FEFEFD"/>
          </a:solidFill>
          <a:ln>
            <a:noFill/>
          </a:ln>
        </p:spPr>
        <p:txBody>
          <a:bodyPr anchorCtr="0" anchor="ctr" bIns="179550" lIns="179550" spcFirstLastPara="1" rIns="179550" wrap="square" tIns="179550">
            <a:noAutofit/>
          </a:bodyPr>
          <a:lstStyle/>
          <a:p>
            <a:pPr indent="0" lvl="0" marL="0" rtl="0" algn="ctr">
              <a:spcBef>
                <a:spcPts val="0"/>
              </a:spcBef>
              <a:spcAft>
                <a:spcPts val="0"/>
              </a:spcAft>
              <a:buNone/>
            </a:pPr>
            <a:r>
              <a:t/>
            </a:r>
            <a:endParaRPr sz="2400">
              <a:solidFill>
                <a:srgbClr val="032D60"/>
              </a:solidFill>
              <a:latin typeface="Avant Garde Demi SFDC"/>
              <a:ea typeface="Avant Garde Demi SFDC"/>
              <a:cs typeface="Avant Garde Demi SFDC"/>
              <a:sym typeface="Avant Garde Demi SFDC"/>
            </a:endParaRPr>
          </a:p>
        </p:txBody>
      </p:sp>
      <p:sp>
        <p:nvSpPr>
          <p:cNvPr id="1898" name="Google Shape;1898;p113"/>
          <p:cNvSpPr/>
          <p:nvPr/>
        </p:nvSpPr>
        <p:spPr>
          <a:xfrm>
            <a:off x="12079986" y="6188248"/>
            <a:ext cx="5143200" cy="3118200"/>
          </a:xfrm>
          <a:prstGeom prst="roundRect">
            <a:avLst>
              <a:gd fmla="val 12869" name="adj"/>
            </a:avLst>
          </a:prstGeom>
          <a:solidFill>
            <a:srgbClr val="FEFEFD"/>
          </a:solidFill>
          <a:ln>
            <a:noFill/>
          </a:ln>
        </p:spPr>
        <p:txBody>
          <a:bodyPr anchorCtr="0" anchor="ctr" bIns="179550" lIns="179550" spcFirstLastPara="1" rIns="179550" wrap="square" tIns="179550">
            <a:noAutofit/>
          </a:bodyPr>
          <a:lstStyle/>
          <a:p>
            <a:pPr indent="0" lvl="0" marL="0" marR="0" rtl="0" algn="ctr">
              <a:lnSpc>
                <a:spcPct val="100000"/>
              </a:lnSpc>
              <a:spcBef>
                <a:spcPts val="0"/>
              </a:spcBef>
              <a:spcAft>
                <a:spcPts val="0"/>
              </a:spcAft>
              <a:buNone/>
            </a:pPr>
            <a:r>
              <a:t/>
            </a:r>
            <a:endParaRPr sz="3100">
              <a:solidFill>
                <a:srgbClr val="032D60"/>
              </a:solidFill>
              <a:latin typeface="Avant Garde Demi SFDC"/>
              <a:ea typeface="Avant Garde Demi SFDC"/>
              <a:cs typeface="Avant Garde Demi SFDC"/>
              <a:sym typeface="Avant Garde Demi SFDC"/>
            </a:endParaRPr>
          </a:p>
        </p:txBody>
      </p:sp>
      <p:sp>
        <p:nvSpPr>
          <p:cNvPr id="1899" name="Google Shape;1899;p113"/>
          <p:cNvSpPr txBox="1"/>
          <p:nvPr>
            <p:ph type="title"/>
          </p:nvPr>
        </p:nvSpPr>
        <p:spPr>
          <a:xfrm>
            <a:off x="1429950" y="3076323"/>
            <a:ext cx="4503000" cy="640200"/>
          </a:xfrm>
          <a:prstGeom prst="rect">
            <a:avLst/>
          </a:prstGeom>
        </p:spPr>
        <p:txBody>
          <a:bodyPr anchorCtr="0" anchor="t" bIns="0" lIns="0" spcFirstLastPara="1" rIns="0" wrap="square" tIns="0">
            <a:noAutofit/>
          </a:bodyPr>
          <a:lstStyle>
            <a:lvl1pPr lvl="0">
              <a:spcBef>
                <a:spcPts val="0"/>
              </a:spcBef>
              <a:spcAft>
                <a:spcPts val="0"/>
              </a:spcAft>
              <a:buClr>
                <a:srgbClr val="032D60"/>
              </a:buClr>
              <a:buSzPts val="4000"/>
              <a:buNone/>
              <a:defRPr sz="4000">
                <a:solidFill>
                  <a:srgbClr val="032D60"/>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00" name="Google Shape;1900;p113"/>
          <p:cNvSpPr txBox="1"/>
          <p:nvPr>
            <p:ph idx="1" type="body"/>
          </p:nvPr>
        </p:nvSpPr>
        <p:spPr>
          <a:xfrm>
            <a:off x="1429950" y="4058023"/>
            <a:ext cx="4503000" cy="1323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901" name="Google Shape;1901;p113"/>
          <p:cNvSpPr txBox="1"/>
          <p:nvPr>
            <p:ph idx="2" type="title"/>
          </p:nvPr>
        </p:nvSpPr>
        <p:spPr>
          <a:xfrm>
            <a:off x="6892500" y="3088073"/>
            <a:ext cx="4503000" cy="640200"/>
          </a:xfrm>
          <a:prstGeom prst="rect">
            <a:avLst/>
          </a:prstGeom>
        </p:spPr>
        <p:txBody>
          <a:bodyPr anchorCtr="0" anchor="t" bIns="0" lIns="0" spcFirstLastPara="1" rIns="0" wrap="square" tIns="0">
            <a:noAutofit/>
          </a:bodyPr>
          <a:lstStyle>
            <a:lvl1pPr lvl="0">
              <a:spcBef>
                <a:spcPts val="0"/>
              </a:spcBef>
              <a:spcAft>
                <a:spcPts val="0"/>
              </a:spcAft>
              <a:buClr>
                <a:srgbClr val="032D60"/>
              </a:buClr>
              <a:buSzPts val="4000"/>
              <a:buNone/>
              <a:defRPr sz="4000">
                <a:solidFill>
                  <a:srgbClr val="032D60"/>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02" name="Google Shape;1902;p113"/>
          <p:cNvSpPr txBox="1"/>
          <p:nvPr>
            <p:ph idx="3" type="body"/>
          </p:nvPr>
        </p:nvSpPr>
        <p:spPr>
          <a:xfrm>
            <a:off x="6892500" y="4069773"/>
            <a:ext cx="4503000" cy="1323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903" name="Google Shape;1903;p113"/>
          <p:cNvSpPr txBox="1"/>
          <p:nvPr>
            <p:ph idx="4" type="title"/>
          </p:nvPr>
        </p:nvSpPr>
        <p:spPr>
          <a:xfrm>
            <a:off x="12355050" y="3088073"/>
            <a:ext cx="4503000" cy="640200"/>
          </a:xfrm>
          <a:prstGeom prst="rect">
            <a:avLst/>
          </a:prstGeom>
        </p:spPr>
        <p:txBody>
          <a:bodyPr anchorCtr="0" anchor="t" bIns="0" lIns="0" spcFirstLastPara="1" rIns="0" wrap="square" tIns="0">
            <a:noAutofit/>
          </a:bodyPr>
          <a:lstStyle>
            <a:lvl1pPr lvl="0">
              <a:spcBef>
                <a:spcPts val="0"/>
              </a:spcBef>
              <a:spcAft>
                <a:spcPts val="0"/>
              </a:spcAft>
              <a:buClr>
                <a:srgbClr val="032D60"/>
              </a:buClr>
              <a:buSzPts val="4000"/>
              <a:buNone/>
              <a:defRPr sz="4000">
                <a:solidFill>
                  <a:srgbClr val="032D60"/>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04" name="Google Shape;1904;p113"/>
          <p:cNvSpPr txBox="1"/>
          <p:nvPr>
            <p:ph idx="5" type="body"/>
          </p:nvPr>
        </p:nvSpPr>
        <p:spPr>
          <a:xfrm>
            <a:off x="12355050" y="4069773"/>
            <a:ext cx="4503000" cy="1323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905" name="Google Shape;1905;p113"/>
          <p:cNvSpPr txBox="1"/>
          <p:nvPr>
            <p:ph idx="6" type="title"/>
          </p:nvPr>
        </p:nvSpPr>
        <p:spPr>
          <a:xfrm>
            <a:off x="1384900" y="6595023"/>
            <a:ext cx="4503000" cy="640200"/>
          </a:xfrm>
          <a:prstGeom prst="rect">
            <a:avLst/>
          </a:prstGeom>
        </p:spPr>
        <p:txBody>
          <a:bodyPr anchorCtr="0" anchor="t" bIns="0" lIns="0" spcFirstLastPara="1" rIns="0" wrap="square" tIns="0">
            <a:noAutofit/>
          </a:bodyPr>
          <a:lstStyle>
            <a:lvl1pPr lvl="0">
              <a:spcBef>
                <a:spcPts val="0"/>
              </a:spcBef>
              <a:spcAft>
                <a:spcPts val="0"/>
              </a:spcAft>
              <a:buClr>
                <a:srgbClr val="032D60"/>
              </a:buClr>
              <a:buSzPts val="4000"/>
              <a:buNone/>
              <a:defRPr sz="4000">
                <a:solidFill>
                  <a:srgbClr val="032D60"/>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06" name="Google Shape;1906;p113"/>
          <p:cNvSpPr txBox="1"/>
          <p:nvPr>
            <p:ph idx="7" type="body"/>
          </p:nvPr>
        </p:nvSpPr>
        <p:spPr>
          <a:xfrm>
            <a:off x="1384900" y="7576723"/>
            <a:ext cx="4503000" cy="1323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907" name="Google Shape;1907;p113"/>
          <p:cNvSpPr txBox="1"/>
          <p:nvPr>
            <p:ph idx="8" type="title"/>
          </p:nvPr>
        </p:nvSpPr>
        <p:spPr>
          <a:xfrm>
            <a:off x="6892500" y="6595023"/>
            <a:ext cx="4503000" cy="640200"/>
          </a:xfrm>
          <a:prstGeom prst="rect">
            <a:avLst/>
          </a:prstGeom>
        </p:spPr>
        <p:txBody>
          <a:bodyPr anchorCtr="0" anchor="t" bIns="0" lIns="0" spcFirstLastPara="1" rIns="0" wrap="square" tIns="0">
            <a:noAutofit/>
          </a:bodyPr>
          <a:lstStyle>
            <a:lvl1pPr lvl="0">
              <a:spcBef>
                <a:spcPts val="0"/>
              </a:spcBef>
              <a:spcAft>
                <a:spcPts val="0"/>
              </a:spcAft>
              <a:buClr>
                <a:srgbClr val="032D60"/>
              </a:buClr>
              <a:buSzPts val="4000"/>
              <a:buNone/>
              <a:defRPr sz="4000">
                <a:solidFill>
                  <a:srgbClr val="032D60"/>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08" name="Google Shape;1908;p113"/>
          <p:cNvSpPr txBox="1"/>
          <p:nvPr>
            <p:ph idx="9" type="body"/>
          </p:nvPr>
        </p:nvSpPr>
        <p:spPr>
          <a:xfrm>
            <a:off x="6892500" y="7576723"/>
            <a:ext cx="4503000" cy="1323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909" name="Google Shape;1909;p113"/>
          <p:cNvSpPr txBox="1"/>
          <p:nvPr>
            <p:ph idx="13" type="title"/>
          </p:nvPr>
        </p:nvSpPr>
        <p:spPr>
          <a:xfrm>
            <a:off x="12355050" y="6595023"/>
            <a:ext cx="4503000" cy="640200"/>
          </a:xfrm>
          <a:prstGeom prst="rect">
            <a:avLst/>
          </a:prstGeom>
        </p:spPr>
        <p:txBody>
          <a:bodyPr anchorCtr="0" anchor="t" bIns="0" lIns="0" spcFirstLastPara="1" rIns="0" wrap="square" tIns="0">
            <a:noAutofit/>
          </a:bodyPr>
          <a:lstStyle>
            <a:lvl1pPr lvl="0">
              <a:spcBef>
                <a:spcPts val="0"/>
              </a:spcBef>
              <a:spcAft>
                <a:spcPts val="0"/>
              </a:spcAft>
              <a:buClr>
                <a:srgbClr val="032D60"/>
              </a:buClr>
              <a:buSzPts val="4000"/>
              <a:buNone/>
              <a:defRPr sz="4000">
                <a:solidFill>
                  <a:srgbClr val="032D60"/>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10" name="Google Shape;1910;p113"/>
          <p:cNvSpPr txBox="1"/>
          <p:nvPr>
            <p:ph idx="14" type="body"/>
          </p:nvPr>
        </p:nvSpPr>
        <p:spPr>
          <a:xfrm>
            <a:off x="12355050" y="7576723"/>
            <a:ext cx="4503000" cy="1323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911" name="Google Shape;1911;p113"/>
          <p:cNvSpPr txBox="1"/>
          <p:nvPr>
            <p:ph idx="15" type="title"/>
          </p:nvPr>
        </p:nvSpPr>
        <p:spPr>
          <a:xfrm>
            <a:off x="1162050" y="990600"/>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12" name="Google Shape;1912;p113"/>
          <p:cNvSpPr txBox="1"/>
          <p:nvPr>
            <p:ph idx="16" type="subTitle"/>
          </p:nvPr>
        </p:nvSpPr>
        <p:spPr>
          <a:xfrm>
            <a:off x="1162050" y="1857375"/>
            <a:ext cx="138150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grpSp>
        <p:nvGrpSpPr>
          <p:cNvPr id="1913" name="Google Shape;1913;p113"/>
          <p:cNvGrpSpPr/>
          <p:nvPr/>
        </p:nvGrpSpPr>
        <p:grpSpPr>
          <a:xfrm>
            <a:off x="14497041" y="952412"/>
            <a:ext cx="1598127" cy="459104"/>
            <a:chOff x="5913125" y="1232600"/>
            <a:chExt cx="3443497" cy="989449"/>
          </a:xfrm>
        </p:grpSpPr>
        <p:sp>
          <p:nvSpPr>
            <p:cNvPr id="1914" name="Google Shape;1914;p113"/>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915" name="Google Shape;1915;p113"/>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916" name="Google Shape;1916;p113"/>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PL - Card - N">
  <p:cSld name="Basic_4_1_1_1_1_1_1_1_1_1_1_3_1_1_1_1_1_1_1_1_1_1_1_1_1_1_1_2">
    <p:bg>
      <p:bgPr>
        <a:solidFill>
          <a:srgbClr val="CFE9FE"/>
        </a:solidFill>
      </p:bgPr>
    </p:bg>
    <p:spTree>
      <p:nvGrpSpPr>
        <p:cNvPr id="1917" name="Shape 1917"/>
        <p:cNvGrpSpPr/>
        <p:nvPr/>
      </p:nvGrpSpPr>
      <p:grpSpPr>
        <a:xfrm>
          <a:off x="0" y="0"/>
          <a:ext cx="0" cy="0"/>
          <a:chOff x="0" y="0"/>
          <a:chExt cx="0" cy="0"/>
        </a:xfrm>
      </p:grpSpPr>
      <p:sp>
        <p:nvSpPr>
          <p:cNvPr id="1918" name="Google Shape;1918;p114"/>
          <p:cNvSpPr txBox="1"/>
          <p:nvPr>
            <p:ph idx="1" type="body"/>
          </p:nvPr>
        </p:nvSpPr>
        <p:spPr>
          <a:xfrm>
            <a:off x="2716457" y="9761550"/>
            <a:ext cx="7194600" cy="274200"/>
          </a:xfrm>
          <a:prstGeom prst="rect">
            <a:avLst/>
          </a:prstGeom>
        </p:spPr>
        <p:txBody>
          <a:bodyPr anchorCtr="0" anchor="t" bIns="0" lIns="0" spcFirstLastPara="1" rIns="0" wrap="square" tIns="0">
            <a:noAutofit/>
          </a:bodyPr>
          <a:lstStyle>
            <a:lvl1pPr indent="-330200" lvl="0" marL="457200" marR="0" algn="l">
              <a:lnSpc>
                <a:spcPct val="90000"/>
              </a:lnSpc>
              <a:spcBef>
                <a:spcPts val="0"/>
              </a:spcBef>
              <a:spcAft>
                <a:spcPts val="0"/>
              </a:spcAft>
              <a:buSzPts val="1600"/>
              <a:buChar char="●"/>
              <a:defRPr sz="1600"/>
            </a:lvl1pPr>
            <a:lvl2pPr indent="-393700" lvl="1" marL="914400">
              <a:spcBef>
                <a:spcPts val="6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1919" name="Google Shape;1919;p114"/>
          <p:cNvSpPr/>
          <p:nvPr/>
        </p:nvSpPr>
        <p:spPr>
          <a:xfrm>
            <a:off x="867001" y="2127048"/>
            <a:ext cx="8081400" cy="7299600"/>
          </a:xfrm>
          <a:prstGeom prst="roundRect">
            <a:avLst>
              <a:gd fmla="val 3117"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200"/>
          </a:p>
        </p:txBody>
      </p:sp>
      <p:sp>
        <p:nvSpPr>
          <p:cNvPr id="1920" name="Google Shape;1920;p114"/>
          <p:cNvSpPr/>
          <p:nvPr/>
        </p:nvSpPr>
        <p:spPr>
          <a:xfrm>
            <a:off x="9354674" y="2120288"/>
            <a:ext cx="8081400" cy="2237400"/>
          </a:xfrm>
          <a:prstGeom prst="roundRect">
            <a:avLst>
              <a:gd fmla="val 12131"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000"/>
          </a:p>
        </p:txBody>
      </p:sp>
      <p:sp>
        <p:nvSpPr>
          <p:cNvPr id="1921" name="Google Shape;1921;p114"/>
          <p:cNvSpPr/>
          <p:nvPr/>
        </p:nvSpPr>
        <p:spPr>
          <a:xfrm>
            <a:off x="9354674" y="4654693"/>
            <a:ext cx="8081400" cy="2237400"/>
          </a:xfrm>
          <a:prstGeom prst="roundRect">
            <a:avLst>
              <a:gd fmla="val 12131"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000"/>
          </a:p>
        </p:txBody>
      </p:sp>
      <p:sp>
        <p:nvSpPr>
          <p:cNvPr id="1922" name="Google Shape;1922;p114"/>
          <p:cNvSpPr/>
          <p:nvPr/>
        </p:nvSpPr>
        <p:spPr>
          <a:xfrm>
            <a:off x="9354674" y="7189098"/>
            <a:ext cx="8081400" cy="2237400"/>
          </a:xfrm>
          <a:prstGeom prst="roundRect">
            <a:avLst>
              <a:gd fmla="val 12131"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000"/>
          </a:p>
        </p:txBody>
      </p:sp>
      <p:sp>
        <p:nvSpPr>
          <p:cNvPr id="1923" name="Google Shape;1923;p114"/>
          <p:cNvSpPr txBox="1"/>
          <p:nvPr>
            <p:ph type="title"/>
          </p:nvPr>
        </p:nvSpPr>
        <p:spPr>
          <a:xfrm>
            <a:off x="868677" y="868675"/>
            <a:ext cx="9892800" cy="1252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rgbClr val="032D60"/>
              </a:buClr>
              <a:buSzPts val="5400"/>
              <a:buNone/>
              <a:defRPr sz="5400">
                <a:solidFill>
                  <a:srgbClr val="032D60"/>
                </a:solidFill>
              </a:defRPr>
            </a:lvl1pPr>
            <a:lvl2pPr lvl="1">
              <a:spcBef>
                <a:spcPts val="0"/>
              </a:spcBef>
              <a:spcAft>
                <a:spcPts val="0"/>
              </a:spcAft>
              <a:buClr>
                <a:srgbClr val="032D60"/>
              </a:buClr>
              <a:buSzPts val="5600"/>
              <a:buNone/>
              <a:defRPr>
                <a:solidFill>
                  <a:srgbClr val="032D60"/>
                </a:solidFill>
              </a:defRPr>
            </a:lvl2pPr>
            <a:lvl3pPr lvl="2">
              <a:spcBef>
                <a:spcPts val="0"/>
              </a:spcBef>
              <a:spcAft>
                <a:spcPts val="0"/>
              </a:spcAft>
              <a:buClr>
                <a:srgbClr val="032D60"/>
              </a:buClr>
              <a:buSzPts val="5600"/>
              <a:buNone/>
              <a:defRPr>
                <a:solidFill>
                  <a:srgbClr val="032D60"/>
                </a:solidFill>
              </a:defRPr>
            </a:lvl3pPr>
            <a:lvl4pPr lvl="3">
              <a:spcBef>
                <a:spcPts val="0"/>
              </a:spcBef>
              <a:spcAft>
                <a:spcPts val="0"/>
              </a:spcAft>
              <a:buClr>
                <a:srgbClr val="032D60"/>
              </a:buClr>
              <a:buSzPts val="5600"/>
              <a:buNone/>
              <a:defRPr>
                <a:solidFill>
                  <a:srgbClr val="032D60"/>
                </a:solidFill>
              </a:defRPr>
            </a:lvl4pPr>
            <a:lvl5pPr lvl="4">
              <a:spcBef>
                <a:spcPts val="0"/>
              </a:spcBef>
              <a:spcAft>
                <a:spcPts val="0"/>
              </a:spcAft>
              <a:buClr>
                <a:srgbClr val="032D60"/>
              </a:buClr>
              <a:buSzPts val="5600"/>
              <a:buNone/>
              <a:defRPr>
                <a:solidFill>
                  <a:srgbClr val="032D60"/>
                </a:solidFill>
              </a:defRPr>
            </a:lvl5pPr>
            <a:lvl6pPr lvl="5">
              <a:spcBef>
                <a:spcPts val="0"/>
              </a:spcBef>
              <a:spcAft>
                <a:spcPts val="0"/>
              </a:spcAft>
              <a:buClr>
                <a:srgbClr val="032D60"/>
              </a:buClr>
              <a:buSzPts val="5600"/>
              <a:buNone/>
              <a:defRPr>
                <a:solidFill>
                  <a:srgbClr val="032D60"/>
                </a:solidFill>
              </a:defRPr>
            </a:lvl6pPr>
            <a:lvl7pPr lvl="6">
              <a:spcBef>
                <a:spcPts val="0"/>
              </a:spcBef>
              <a:spcAft>
                <a:spcPts val="0"/>
              </a:spcAft>
              <a:buClr>
                <a:srgbClr val="032D60"/>
              </a:buClr>
              <a:buSzPts val="5600"/>
              <a:buNone/>
              <a:defRPr>
                <a:solidFill>
                  <a:srgbClr val="032D60"/>
                </a:solidFill>
              </a:defRPr>
            </a:lvl7pPr>
            <a:lvl8pPr lvl="7">
              <a:spcBef>
                <a:spcPts val="0"/>
              </a:spcBef>
              <a:spcAft>
                <a:spcPts val="0"/>
              </a:spcAft>
              <a:buClr>
                <a:srgbClr val="032D60"/>
              </a:buClr>
              <a:buSzPts val="5600"/>
              <a:buNone/>
              <a:defRPr>
                <a:solidFill>
                  <a:srgbClr val="032D60"/>
                </a:solidFill>
              </a:defRPr>
            </a:lvl8pPr>
            <a:lvl9pPr lvl="8">
              <a:spcBef>
                <a:spcPts val="0"/>
              </a:spcBef>
              <a:spcAft>
                <a:spcPts val="0"/>
              </a:spcAft>
              <a:buClr>
                <a:srgbClr val="032D60"/>
              </a:buClr>
              <a:buSzPts val="5600"/>
              <a:buNone/>
              <a:defRPr>
                <a:solidFill>
                  <a:srgbClr val="032D60"/>
                </a:solidFill>
              </a:defRPr>
            </a:lvl9pPr>
          </a:lstStyle>
          <a:p/>
        </p:txBody>
      </p:sp>
      <p:sp>
        <p:nvSpPr>
          <p:cNvPr id="1924" name="Google Shape;1924;p114"/>
          <p:cNvSpPr txBox="1"/>
          <p:nvPr>
            <p:ph idx="2" type="title"/>
          </p:nvPr>
        </p:nvSpPr>
        <p:spPr>
          <a:xfrm>
            <a:off x="1310128" y="2382175"/>
            <a:ext cx="73116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rgbClr val="032D60"/>
              </a:buClr>
              <a:buSzPts val="3600"/>
              <a:buNone/>
              <a:defRPr sz="3600">
                <a:solidFill>
                  <a:srgbClr val="032D60"/>
                </a:solidFill>
              </a:defRPr>
            </a:lvl1pPr>
            <a:lvl2pPr lvl="1">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2pPr>
            <a:lvl3pPr lvl="2">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3pPr>
            <a:lvl4pPr lvl="3">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4pPr>
            <a:lvl5pPr lvl="4">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5pPr>
            <a:lvl6pPr lvl="5">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6pPr>
            <a:lvl7pPr lvl="6">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7pPr>
            <a:lvl8pPr lvl="7">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8pPr>
            <a:lvl9pPr lvl="8">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9pPr>
          </a:lstStyle>
          <a:p/>
        </p:txBody>
      </p:sp>
      <p:sp>
        <p:nvSpPr>
          <p:cNvPr id="1925" name="Google Shape;1925;p114"/>
          <p:cNvSpPr txBox="1"/>
          <p:nvPr>
            <p:ph idx="3" type="body"/>
          </p:nvPr>
        </p:nvSpPr>
        <p:spPr>
          <a:xfrm>
            <a:off x="1290400" y="3097475"/>
            <a:ext cx="7311600" cy="58896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6400" lvl="1" marL="914400" marR="0" algn="l">
              <a:lnSpc>
                <a:spcPct val="90000"/>
              </a:lnSpc>
              <a:spcBef>
                <a:spcPts val="0"/>
              </a:spcBef>
              <a:spcAft>
                <a:spcPts val="0"/>
              </a:spcAft>
              <a:buSzPts val="2800"/>
              <a:buFont typeface="Arial"/>
              <a:buChar char="○"/>
              <a:defRPr b="0" i="0" sz="28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8300" lvl="3" marL="1828800" marR="0" algn="l">
              <a:lnSpc>
                <a:spcPct val="90000"/>
              </a:lnSpc>
              <a:spcBef>
                <a:spcPts val="0"/>
              </a:spcBef>
              <a:spcAft>
                <a:spcPts val="0"/>
              </a:spcAft>
              <a:buSzPts val="2200"/>
              <a:buFont typeface="Arial"/>
              <a:buChar char="●"/>
              <a:defRPr b="0" i="0" sz="22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1926" name="Google Shape;1926;p114"/>
          <p:cNvSpPr txBox="1"/>
          <p:nvPr>
            <p:ph idx="4" type="title"/>
          </p:nvPr>
        </p:nvSpPr>
        <p:spPr>
          <a:xfrm>
            <a:off x="9735502" y="2382175"/>
            <a:ext cx="74586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rgbClr val="032D60"/>
              </a:buClr>
              <a:buSzPts val="3600"/>
              <a:buNone/>
              <a:defRPr sz="3600">
                <a:solidFill>
                  <a:srgbClr val="032D60"/>
                </a:solidFill>
              </a:defRPr>
            </a:lvl1pPr>
            <a:lvl2pPr lvl="1">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2pPr>
            <a:lvl3pPr lvl="2">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3pPr>
            <a:lvl4pPr lvl="3">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4pPr>
            <a:lvl5pPr lvl="4">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5pPr>
            <a:lvl6pPr lvl="5">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6pPr>
            <a:lvl7pPr lvl="6">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7pPr>
            <a:lvl8pPr lvl="7">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8pPr>
            <a:lvl9pPr lvl="8">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9pPr>
          </a:lstStyle>
          <a:p/>
        </p:txBody>
      </p:sp>
      <p:sp>
        <p:nvSpPr>
          <p:cNvPr id="1927" name="Google Shape;1927;p114"/>
          <p:cNvSpPr txBox="1"/>
          <p:nvPr>
            <p:ph idx="5" type="body"/>
          </p:nvPr>
        </p:nvSpPr>
        <p:spPr>
          <a:xfrm>
            <a:off x="9715375" y="3097475"/>
            <a:ext cx="7458600" cy="1030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6400" lvl="1" marL="914400" marR="0" algn="l">
              <a:lnSpc>
                <a:spcPct val="90000"/>
              </a:lnSpc>
              <a:spcBef>
                <a:spcPts val="0"/>
              </a:spcBef>
              <a:spcAft>
                <a:spcPts val="0"/>
              </a:spcAft>
              <a:buSzPts val="2800"/>
              <a:buFont typeface="Arial"/>
              <a:buChar char="○"/>
              <a:defRPr b="0" i="0" sz="28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8300" lvl="3" marL="1828800" marR="0" algn="l">
              <a:lnSpc>
                <a:spcPct val="90000"/>
              </a:lnSpc>
              <a:spcBef>
                <a:spcPts val="0"/>
              </a:spcBef>
              <a:spcAft>
                <a:spcPts val="0"/>
              </a:spcAft>
              <a:buSzPts val="2200"/>
              <a:buFont typeface="Arial"/>
              <a:buChar char="●"/>
              <a:defRPr b="0" i="0" sz="22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1928" name="Google Shape;1928;p114"/>
          <p:cNvSpPr txBox="1"/>
          <p:nvPr>
            <p:ph idx="6" type="title"/>
          </p:nvPr>
        </p:nvSpPr>
        <p:spPr>
          <a:xfrm>
            <a:off x="9735502" y="4896775"/>
            <a:ext cx="74586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rgbClr val="032D60"/>
              </a:buClr>
              <a:buSzPts val="3600"/>
              <a:buNone/>
              <a:defRPr sz="3600">
                <a:solidFill>
                  <a:srgbClr val="032D60"/>
                </a:solidFill>
              </a:defRPr>
            </a:lvl1pPr>
            <a:lvl2pPr lvl="1">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2pPr>
            <a:lvl3pPr lvl="2">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3pPr>
            <a:lvl4pPr lvl="3">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4pPr>
            <a:lvl5pPr lvl="4">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5pPr>
            <a:lvl6pPr lvl="5">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6pPr>
            <a:lvl7pPr lvl="6">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7pPr>
            <a:lvl8pPr lvl="7">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8pPr>
            <a:lvl9pPr lvl="8">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9pPr>
          </a:lstStyle>
          <a:p/>
        </p:txBody>
      </p:sp>
      <p:sp>
        <p:nvSpPr>
          <p:cNvPr id="1929" name="Google Shape;1929;p114"/>
          <p:cNvSpPr txBox="1"/>
          <p:nvPr>
            <p:ph idx="7" type="body"/>
          </p:nvPr>
        </p:nvSpPr>
        <p:spPr>
          <a:xfrm>
            <a:off x="9715375" y="5612075"/>
            <a:ext cx="7458600" cy="1030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6400" lvl="1" marL="914400" marR="0" algn="l">
              <a:lnSpc>
                <a:spcPct val="90000"/>
              </a:lnSpc>
              <a:spcBef>
                <a:spcPts val="0"/>
              </a:spcBef>
              <a:spcAft>
                <a:spcPts val="0"/>
              </a:spcAft>
              <a:buSzPts val="2800"/>
              <a:buFont typeface="Arial"/>
              <a:buChar char="○"/>
              <a:defRPr b="0" i="0" sz="28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8300" lvl="3" marL="1828800" marR="0" algn="l">
              <a:lnSpc>
                <a:spcPct val="90000"/>
              </a:lnSpc>
              <a:spcBef>
                <a:spcPts val="0"/>
              </a:spcBef>
              <a:spcAft>
                <a:spcPts val="0"/>
              </a:spcAft>
              <a:buSzPts val="2200"/>
              <a:buFont typeface="Arial"/>
              <a:buChar char="●"/>
              <a:defRPr b="0" i="0" sz="22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1930" name="Google Shape;1930;p114"/>
          <p:cNvSpPr txBox="1"/>
          <p:nvPr>
            <p:ph idx="8" type="title"/>
          </p:nvPr>
        </p:nvSpPr>
        <p:spPr>
          <a:xfrm>
            <a:off x="9735502" y="7487575"/>
            <a:ext cx="74586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rgbClr val="032D60"/>
              </a:buClr>
              <a:buSzPts val="3600"/>
              <a:buNone/>
              <a:defRPr sz="3600">
                <a:solidFill>
                  <a:srgbClr val="032D60"/>
                </a:solidFill>
              </a:defRPr>
            </a:lvl1pPr>
            <a:lvl2pPr lvl="1">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2pPr>
            <a:lvl3pPr lvl="2">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3pPr>
            <a:lvl4pPr lvl="3">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4pPr>
            <a:lvl5pPr lvl="4">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5pPr>
            <a:lvl6pPr lvl="5">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6pPr>
            <a:lvl7pPr lvl="6">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7pPr>
            <a:lvl8pPr lvl="7">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8pPr>
            <a:lvl9pPr lvl="8">
              <a:lnSpc>
                <a:spcPct val="90000"/>
              </a:lnSpc>
              <a:spcBef>
                <a:spcPts val="0"/>
              </a:spcBef>
              <a:spcAft>
                <a:spcPts val="0"/>
              </a:spcAft>
              <a:buClr>
                <a:srgbClr val="032D60"/>
              </a:buClr>
              <a:buSzPts val="5600"/>
              <a:buNone/>
              <a:defRPr>
                <a:solidFill>
                  <a:srgbClr val="032D60"/>
                </a:solidFill>
                <a:latin typeface="Salesforce Sans"/>
                <a:ea typeface="Salesforce Sans"/>
                <a:cs typeface="Salesforce Sans"/>
                <a:sym typeface="Salesforce Sans"/>
              </a:defRPr>
            </a:lvl9pPr>
          </a:lstStyle>
          <a:p/>
        </p:txBody>
      </p:sp>
      <p:sp>
        <p:nvSpPr>
          <p:cNvPr id="1931" name="Google Shape;1931;p114"/>
          <p:cNvSpPr txBox="1"/>
          <p:nvPr>
            <p:ph idx="9" type="body"/>
          </p:nvPr>
        </p:nvSpPr>
        <p:spPr>
          <a:xfrm>
            <a:off x="9715375" y="8202875"/>
            <a:ext cx="7458600" cy="1030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6400" lvl="1" marL="914400" marR="0" algn="l">
              <a:lnSpc>
                <a:spcPct val="90000"/>
              </a:lnSpc>
              <a:spcBef>
                <a:spcPts val="0"/>
              </a:spcBef>
              <a:spcAft>
                <a:spcPts val="0"/>
              </a:spcAft>
              <a:buSzPts val="2800"/>
              <a:buFont typeface="Arial"/>
              <a:buChar char="○"/>
              <a:defRPr b="0" i="0" sz="28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8300" lvl="3" marL="1828800" marR="0" algn="l">
              <a:lnSpc>
                <a:spcPct val="90000"/>
              </a:lnSpc>
              <a:spcBef>
                <a:spcPts val="0"/>
              </a:spcBef>
              <a:spcAft>
                <a:spcPts val="0"/>
              </a:spcAft>
              <a:buSzPts val="2200"/>
              <a:buFont typeface="Arial"/>
              <a:buChar char="●"/>
              <a:defRPr b="0" i="0" sz="22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grpSp>
        <p:nvGrpSpPr>
          <p:cNvPr id="1932" name="Google Shape;1932;p114"/>
          <p:cNvGrpSpPr/>
          <p:nvPr/>
        </p:nvGrpSpPr>
        <p:grpSpPr>
          <a:xfrm>
            <a:off x="14497041" y="952412"/>
            <a:ext cx="1598127" cy="459104"/>
            <a:chOff x="5913125" y="1232600"/>
            <a:chExt cx="3443497" cy="989449"/>
          </a:xfrm>
        </p:grpSpPr>
        <p:sp>
          <p:nvSpPr>
            <p:cNvPr id="1933" name="Google Shape;1933;p114"/>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934" name="Google Shape;1934;p114"/>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935" name="Google Shape;1935;p114"/>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 Logo Left with Workspace">
  <p:cSld name="TITLE_1_2">
    <p:spTree>
      <p:nvGrpSpPr>
        <p:cNvPr id="1936" name="Shape 1936"/>
        <p:cNvGrpSpPr/>
        <p:nvPr/>
      </p:nvGrpSpPr>
      <p:grpSpPr>
        <a:xfrm>
          <a:off x="0" y="0"/>
          <a:ext cx="0" cy="0"/>
          <a:chOff x="0" y="0"/>
          <a:chExt cx="0" cy="0"/>
        </a:xfrm>
      </p:grpSpPr>
      <p:pic>
        <p:nvPicPr>
          <p:cNvPr id="1937" name="Google Shape;1937;p115"/>
          <p:cNvPicPr preferRelativeResize="0"/>
          <p:nvPr/>
        </p:nvPicPr>
        <p:blipFill>
          <a:blip r:embed="rId2">
            <a:alphaModFix/>
          </a:blip>
          <a:stretch>
            <a:fillRect/>
          </a:stretch>
        </p:blipFill>
        <p:spPr>
          <a:xfrm>
            <a:off x="868675" y="8988666"/>
            <a:ext cx="953599" cy="667523"/>
          </a:xfrm>
          <a:prstGeom prst="rect">
            <a:avLst/>
          </a:prstGeom>
          <a:noFill/>
          <a:ln>
            <a:noFill/>
          </a:ln>
        </p:spPr>
      </p:pic>
      <p:sp>
        <p:nvSpPr>
          <p:cNvPr id="1938" name="Google Shape;1938;p115"/>
          <p:cNvSpPr/>
          <p:nvPr/>
        </p:nvSpPr>
        <p:spPr>
          <a:xfrm>
            <a:off x="6090123" y="0"/>
            <a:ext cx="12197700" cy="10287000"/>
          </a:xfrm>
          <a:prstGeom prst="rect">
            <a:avLst/>
          </a:prstGeom>
          <a:solidFill>
            <a:srgbClr val="EAF5F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900"/>
          </a:p>
        </p:txBody>
      </p:sp>
      <p:sp>
        <p:nvSpPr>
          <p:cNvPr id="1939" name="Google Shape;1939;p115"/>
          <p:cNvSpPr txBox="1"/>
          <p:nvPr>
            <p:ph type="title"/>
          </p:nvPr>
        </p:nvSpPr>
        <p:spPr>
          <a:xfrm>
            <a:off x="857250" y="1788500"/>
            <a:ext cx="4286400" cy="20922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1940" name="Google Shape;1940;p115"/>
          <p:cNvGrpSpPr/>
          <p:nvPr/>
        </p:nvGrpSpPr>
        <p:grpSpPr>
          <a:xfrm>
            <a:off x="2248866" y="9092887"/>
            <a:ext cx="1598127" cy="459104"/>
            <a:chOff x="5913125" y="1232600"/>
            <a:chExt cx="3443497" cy="989449"/>
          </a:xfrm>
        </p:grpSpPr>
        <p:sp>
          <p:nvSpPr>
            <p:cNvPr id="1941" name="Google Shape;1941;p115"/>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942" name="Google Shape;1942;p115"/>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943" name="Google Shape;1943;p115"/>
          <p:cNvCxnSpPr/>
          <p:nvPr/>
        </p:nvCxnSpPr>
        <p:spPr>
          <a:xfrm>
            <a:off x="2035575" y="9029775"/>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 Logo Left with Workspace 1">
  <p:cSld name="TITLE_1_2_1">
    <p:spTree>
      <p:nvGrpSpPr>
        <p:cNvPr id="1944" name="Shape 1944"/>
        <p:cNvGrpSpPr/>
        <p:nvPr/>
      </p:nvGrpSpPr>
      <p:grpSpPr>
        <a:xfrm>
          <a:off x="0" y="0"/>
          <a:ext cx="0" cy="0"/>
          <a:chOff x="0" y="0"/>
          <a:chExt cx="0" cy="0"/>
        </a:xfrm>
      </p:grpSpPr>
      <p:sp>
        <p:nvSpPr>
          <p:cNvPr id="1945" name="Google Shape;1945;p116"/>
          <p:cNvSpPr/>
          <p:nvPr/>
        </p:nvSpPr>
        <p:spPr>
          <a:xfrm>
            <a:off x="6090123" y="0"/>
            <a:ext cx="12197700" cy="10287000"/>
          </a:xfrm>
          <a:prstGeom prst="rect">
            <a:avLst/>
          </a:prstGeom>
          <a:solidFill>
            <a:srgbClr val="EAF5F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900"/>
          </a:p>
        </p:txBody>
      </p:sp>
      <p:sp>
        <p:nvSpPr>
          <p:cNvPr id="1946" name="Google Shape;1946;p116"/>
          <p:cNvSpPr txBox="1"/>
          <p:nvPr>
            <p:ph type="title"/>
          </p:nvPr>
        </p:nvSpPr>
        <p:spPr>
          <a:xfrm>
            <a:off x="857250" y="1788500"/>
            <a:ext cx="4286400" cy="20922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grpSp>
        <p:nvGrpSpPr>
          <p:cNvPr id="1947" name="Google Shape;1947;p116"/>
          <p:cNvGrpSpPr/>
          <p:nvPr/>
        </p:nvGrpSpPr>
        <p:grpSpPr>
          <a:xfrm>
            <a:off x="-5975" y="241425"/>
            <a:ext cx="1696800" cy="414900"/>
            <a:chOff x="-5975" y="241425"/>
            <a:chExt cx="1696800" cy="414900"/>
          </a:xfrm>
        </p:grpSpPr>
        <p:sp>
          <p:nvSpPr>
            <p:cNvPr id="1948" name="Google Shape;1948;p116"/>
            <p:cNvSpPr/>
            <p:nvPr/>
          </p:nvSpPr>
          <p:spPr>
            <a:xfrm rot="5400000">
              <a:off x="634975" y="-399525"/>
              <a:ext cx="414900" cy="16968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600">
                <a:solidFill>
                  <a:schemeClr val="lt1"/>
                </a:solidFill>
                <a:latin typeface="Avant Garde Demi SFDC"/>
                <a:ea typeface="Avant Garde Demi SFDC"/>
                <a:cs typeface="Avant Garde Demi SFDC"/>
                <a:sym typeface="Avant Garde Demi SFDC"/>
              </a:endParaRPr>
            </a:p>
          </p:txBody>
        </p:sp>
        <p:sp>
          <p:nvSpPr>
            <p:cNvPr id="1949" name="Google Shape;1949;p116"/>
            <p:cNvSpPr txBox="1"/>
            <p:nvPr/>
          </p:nvSpPr>
          <p:spPr>
            <a:xfrm>
              <a:off x="116341" y="294400"/>
              <a:ext cx="1427100" cy="3165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1600">
                  <a:solidFill>
                    <a:schemeClr val="dk1"/>
                  </a:solidFill>
                  <a:latin typeface="Avant Garde Demi SFDC"/>
                  <a:ea typeface="Avant Garde Demi SFDC"/>
                  <a:cs typeface="Avant Garde Demi SFDC"/>
                  <a:sym typeface="Avant Garde Demi SFDC"/>
                </a:rPr>
                <a:t>Confidential</a:t>
              </a:r>
              <a:endParaRPr sz="3000">
                <a:solidFill>
                  <a:schemeClr val="dk1"/>
                </a:solidFill>
                <a:latin typeface="Salesforce Sans"/>
                <a:ea typeface="Salesforce Sans"/>
                <a:cs typeface="Salesforce Sans"/>
                <a:sym typeface="Salesforce Sans"/>
              </a:endParaRPr>
            </a:p>
          </p:txBody>
        </p:sp>
      </p:grpSp>
      <p:pic>
        <p:nvPicPr>
          <p:cNvPr id="1950" name="Google Shape;1950;p116"/>
          <p:cNvPicPr preferRelativeResize="0"/>
          <p:nvPr/>
        </p:nvPicPr>
        <p:blipFill>
          <a:blip r:embed="rId2">
            <a:alphaModFix/>
          </a:blip>
          <a:stretch>
            <a:fillRect/>
          </a:stretch>
        </p:blipFill>
        <p:spPr>
          <a:xfrm>
            <a:off x="868675" y="8988666"/>
            <a:ext cx="953599" cy="667523"/>
          </a:xfrm>
          <a:prstGeom prst="rect">
            <a:avLst/>
          </a:prstGeom>
          <a:noFill/>
          <a:ln>
            <a:noFill/>
          </a:ln>
        </p:spPr>
      </p:pic>
      <p:grpSp>
        <p:nvGrpSpPr>
          <p:cNvPr id="1951" name="Google Shape;1951;p116"/>
          <p:cNvGrpSpPr/>
          <p:nvPr/>
        </p:nvGrpSpPr>
        <p:grpSpPr>
          <a:xfrm>
            <a:off x="2248866" y="9092887"/>
            <a:ext cx="1598127" cy="459104"/>
            <a:chOff x="5913125" y="1232600"/>
            <a:chExt cx="3443497" cy="989449"/>
          </a:xfrm>
        </p:grpSpPr>
        <p:sp>
          <p:nvSpPr>
            <p:cNvPr id="1952" name="Google Shape;1952;p11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953" name="Google Shape;1953;p11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954" name="Google Shape;1954;p116"/>
          <p:cNvCxnSpPr/>
          <p:nvPr/>
        </p:nvCxnSpPr>
        <p:spPr>
          <a:xfrm>
            <a:off x="2035575" y="9029775"/>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CUSTOM_10">
    <p:bg>
      <p:bgPr>
        <a:solidFill>
          <a:srgbClr val="CFE9FE"/>
        </a:solidFill>
      </p:bgPr>
    </p:bg>
    <p:spTree>
      <p:nvGrpSpPr>
        <p:cNvPr id="1955" name="Shape 1955"/>
        <p:cNvGrpSpPr/>
        <p:nvPr/>
      </p:nvGrpSpPr>
      <p:grpSpPr>
        <a:xfrm>
          <a:off x="0" y="0"/>
          <a:ext cx="0" cy="0"/>
          <a:chOff x="0" y="0"/>
          <a:chExt cx="0" cy="0"/>
        </a:xfrm>
      </p:grpSpPr>
      <p:grpSp>
        <p:nvGrpSpPr>
          <p:cNvPr id="1956" name="Google Shape;1956;p117"/>
          <p:cNvGrpSpPr/>
          <p:nvPr/>
        </p:nvGrpSpPr>
        <p:grpSpPr>
          <a:xfrm>
            <a:off x="14497041" y="952412"/>
            <a:ext cx="1598127" cy="459104"/>
            <a:chOff x="5913125" y="1232600"/>
            <a:chExt cx="3443497" cy="989449"/>
          </a:xfrm>
        </p:grpSpPr>
        <p:sp>
          <p:nvSpPr>
            <p:cNvPr id="1957" name="Google Shape;1957;p11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958" name="Google Shape;1958;p11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959" name="Google Shape;1959;p11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960" name="Google Shape;1960;p117"/>
          <p:cNvSpPr txBox="1"/>
          <p:nvPr>
            <p:ph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61" name="Google Shape;1961;p117"/>
          <p:cNvSpPr/>
          <p:nvPr/>
        </p:nvSpPr>
        <p:spPr>
          <a:xfrm>
            <a:off x="93345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27430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62" name="Google Shape;1962;p117"/>
          <p:cNvSpPr/>
          <p:nvPr/>
        </p:nvSpPr>
        <p:spPr>
          <a:xfrm>
            <a:off x="433959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36575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63" name="Google Shape;1963;p117"/>
          <p:cNvSpPr/>
          <p:nvPr/>
        </p:nvSpPr>
        <p:spPr>
          <a:xfrm>
            <a:off x="774573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36575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64" name="Google Shape;1964;p117"/>
          <p:cNvSpPr/>
          <p:nvPr/>
        </p:nvSpPr>
        <p:spPr>
          <a:xfrm>
            <a:off x="1115187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36575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65" name="Google Shape;1965;p117"/>
          <p:cNvSpPr/>
          <p:nvPr/>
        </p:nvSpPr>
        <p:spPr>
          <a:xfrm>
            <a:off x="1455801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36575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66" name="Google Shape;1966;p117"/>
          <p:cNvSpPr txBox="1"/>
          <p:nvPr>
            <p:ph idx="1" type="subTitle"/>
          </p:nvPr>
        </p:nvSpPr>
        <p:spPr>
          <a:xfrm>
            <a:off x="816425" y="6077850"/>
            <a:ext cx="2698800" cy="1247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67" name="Google Shape;1967;p117"/>
          <p:cNvSpPr txBox="1"/>
          <p:nvPr>
            <p:ph idx="2" type="title"/>
          </p:nvPr>
        </p:nvSpPr>
        <p:spPr>
          <a:xfrm>
            <a:off x="1111250" y="3129650"/>
            <a:ext cx="2403900" cy="2268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700"/>
              <a:buNone/>
              <a:defRPr sz="2700">
                <a:solidFill>
                  <a:schemeClr val="lt1"/>
                </a:solidFill>
              </a:defRPr>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p:txBody>
      </p:sp>
      <p:sp>
        <p:nvSpPr>
          <p:cNvPr id="1968" name="Google Shape;1968;p117"/>
          <p:cNvSpPr txBox="1"/>
          <p:nvPr>
            <p:ph idx="3" type="title"/>
          </p:nvPr>
        </p:nvSpPr>
        <p:spPr>
          <a:xfrm>
            <a:off x="4428488" y="3129650"/>
            <a:ext cx="2403900" cy="22680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p:txBody>
      </p:sp>
      <p:sp>
        <p:nvSpPr>
          <p:cNvPr id="1969" name="Google Shape;1969;p117"/>
          <p:cNvSpPr txBox="1"/>
          <p:nvPr>
            <p:ph idx="4" type="title"/>
          </p:nvPr>
        </p:nvSpPr>
        <p:spPr>
          <a:xfrm>
            <a:off x="7834613" y="3129650"/>
            <a:ext cx="2403900" cy="22680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p:txBody>
      </p:sp>
      <p:sp>
        <p:nvSpPr>
          <p:cNvPr id="1970" name="Google Shape;1970;p117"/>
          <p:cNvSpPr txBox="1"/>
          <p:nvPr>
            <p:ph idx="5" type="title"/>
          </p:nvPr>
        </p:nvSpPr>
        <p:spPr>
          <a:xfrm>
            <a:off x="11240738" y="3129650"/>
            <a:ext cx="2403900" cy="22680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p:txBody>
      </p:sp>
      <p:sp>
        <p:nvSpPr>
          <p:cNvPr id="1971" name="Google Shape;1971;p117"/>
          <p:cNvSpPr txBox="1"/>
          <p:nvPr>
            <p:ph idx="6" type="title"/>
          </p:nvPr>
        </p:nvSpPr>
        <p:spPr>
          <a:xfrm>
            <a:off x="14646863" y="3129650"/>
            <a:ext cx="2403900" cy="22680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700"/>
              <a:buNone/>
              <a:defRPr sz="2700">
                <a:solidFill>
                  <a:schemeClr val="lt1"/>
                </a:solidFill>
              </a:defRPr>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p:txBody>
      </p:sp>
      <p:sp>
        <p:nvSpPr>
          <p:cNvPr id="1972" name="Google Shape;1972;p117"/>
          <p:cNvSpPr txBox="1"/>
          <p:nvPr>
            <p:ph idx="7" type="subTitle"/>
          </p:nvPr>
        </p:nvSpPr>
        <p:spPr>
          <a:xfrm>
            <a:off x="4281050" y="6077850"/>
            <a:ext cx="2698800" cy="1247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80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1973" name="Google Shape;1973;p117"/>
          <p:cNvSpPr txBox="1"/>
          <p:nvPr>
            <p:ph idx="8" type="subTitle"/>
          </p:nvPr>
        </p:nvSpPr>
        <p:spPr>
          <a:xfrm>
            <a:off x="7745725" y="6077850"/>
            <a:ext cx="2698800" cy="1247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80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1974" name="Google Shape;1974;p117"/>
          <p:cNvSpPr txBox="1"/>
          <p:nvPr>
            <p:ph idx="9" type="subTitle"/>
          </p:nvPr>
        </p:nvSpPr>
        <p:spPr>
          <a:xfrm>
            <a:off x="11210350" y="6077850"/>
            <a:ext cx="2698800" cy="1247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80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
        <p:nvSpPr>
          <p:cNvPr id="1975" name="Google Shape;1975;p117"/>
          <p:cNvSpPr txBox="1"/>
          <p:nvPr>
            <p:ph idx="13" type="subTitle"/>
          </p:nvPr>
        </p:nvSpPr>
        <p:spPr>
          <a:xfrm>
            <a:off x="14674975" y="6077850"/>
            <a:ext cx="2698800" cy="1247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800"/>
              </a:spcBef>
              <a:spcAft>
                <a:spcPts val="0"/>
              </a:spcAft>
              <a:buSzPts val="2600"/>
              <a:buNone/>
              <a:defRPr/>
            </a:lvl2pPr>
            <a:lvl3pPr lvl="2" rtl="0">
              <a:spcBef>
                <a:spcPts val="1800"/>
              </a:spcBef>
              <a:spcAft>
                <a:spcPts val="0"/>
              </a:spcAft>
              <a:buSzPts val="2400"/>
              <a:buNone/>
              <a:defRPr/>
            </a:lvl3pPr>
            <a:lvl4pPr lvl="3" rtl="0">
              <a:spcBef>
                <a:spcPts val="1800"/>
              </a:spcBef>
              <a:spcAft>
                <a:spcPts val="0"/>
              </a:spcAft>
              <a:buSzPts val="2200"/>
              <a:buNone/>
              <a:defRPr/>
            </a:lvl4pPr>
            <a:lvl5pPr lvl="4" rtl="0">
              <a:spcBef>
                <a:spcPts val="1800"/>
              </a:spcBef>
              <a:spcAft>
                <a:spcPts val="0"/>
              </a:spcAft>
              <a:buSzPts val="2000"/>
              <a:buNone/>
              <a:defRPr/>
            </a:lvl5pPr>
            <a:lvl6pPr lvl="5" rtl="0">
              <a:spcBef>
                <a:spcPts val="1800"/>
              </a:spcBef>
              <a:spcAft>
                <a:spcPts val="0"/>
              </a:spcAft>
              <a:buSzPts val="1800"/>
              <a:buNone/>
              <a:defRPr/>
            </a:lvl6pPr>
            <a:lvl7pPr lvl="6" rtl="0">
              <a:spcBef>
                <a:spcPts val="1800"/>
              </a:spcBef>
              <a:spcAft>
                <a:spcPts val="0"/>
              </a:spcAft>
              <a:buSzPts val="1800"/>
              <a:buNone/>
              <a:defRPr/>
            </a:lvl7pPr>
            <a:lvl8pPr lvl="7" rtl="0">
              <a:spcBef>
                <a:spcPts val="1800"/>
              </a:spcBef>
              <a:spcAft>
                <a:spcPts val="0"/>
              </a:spcAft>
              <a:buSzPts val="1800"/>
              <a:buNone/>
              <a:defRPr/>
            </a:lvl8pPr>
            <a:lvl9pPr lvl="8" rtl="0">
              <a:spcBef>
                <a:spcPts val="1800"/>
              </a:spcBef>
              <a:spcAft>
                <a:spcPts val="1800"/>
              </a:spcAft>
              <a:buSzPts val="18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1">
  <p:cSld name="CUSTOM_10_1">
    <p:spTree>
      <p:nvGrpSpPr>
        <p:cNvPr id="1976" name="Shape 1976"/>
        <p:cNvGrpSpPr/>
        <p:nvPr/>
      </p:nvGrpSpPr>
      <p:grpSpPr>
        <a:xfrm>
          <a:off x="0" y="0"/>
          <a:ext cx="0" cy="0"/>
          <a:chOff x="0" y="0"/>
          <a:chExt cx="0" cy="0"/>
        </a:xfrm>
      </p:grpSpPr>
      <p:grpSp>
        <p:nvGrpSpPr>
          <p:cNvPr id="1977" name="Google Shape;1977;p118"/>
          <p:cNvGrpSpPr/>
          <p:nvPr/>
        </p:nvGrpSpPr>
        <p:grpSpPr>
          <a:xfrm>
            <a:off x="14497041" y="952412"/>
            <a:ext cx="1598127" cy="459104"/>
            <a:chOff x="5913125" y="1232600"/>
            <a:chExt cx="3443497" cy="989449"/>
          </a:xfrm>
        </p:grpSpPr>
        <p:sp>
          <p:nvSpPr>
            <p:cNvPr id="1978" name="Google Shape;1978;p118"/>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1979" name="Google Shape;1979;p118"/>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1980" name="Google Shape;1980;p118"/>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
        <p:nvSpPr>
          <p:cNvPr id="1981" name="Google Shape;1981;p118"/>
          <p:cNvSpPr txBox="1"/>
          <p:nvPr>
            <p:ph type="title"/>
          </p:nvPr>
        </p:nvSpPr>
        <p:spPr>
          <a:xfrm>
            <a:off x="857250" y="890050"/>
            <a:ext cx="14287500" cy="961500"/>
          </a:xfrm>
          <a:prstGeom prst="rect">
            <a:avLst/>
          </a:prstGeom>
        </p:spPr>
        <p:txBody>
          <a:bodyPr anchorCtr="0" anchor="t" bIns="0" lIns="0" spcFirstLastPara="1" rIns="0" wrap="square" tIns="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82" name="Google Shape;1982;p118"/>
          <p:cNvSpPr/>
          <p:nvPr/>
        </p:nvSpPr>
        <p:spPr>
          <a:xfrm>
            <a:off x="93345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27430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83" name="Google Shape;1983;p118"/>
          <p:cNvSpPr/>
          <p:nvPr/>
        </p:nvSpPr>
        <p:spPr>
          <a:xfrm>
            <a:off x="433959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36575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84" name="Google Shape;1984;p118"/>
          <p:cNvSpPr/>
          <p:nvPr/>
        </p:nvSpPr>
        <p:spPr>
          <a:xfrm>
            <a:off x="774573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36575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85" name="Google Shape;1985;p118"/>
          <p:cNvSpPr/>
          <p:nvPr/>
        </p:nvSpPr>
        <p:spPr>
          <a:xfrm>
            <a:off x="1115187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36575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86" name="Google Shape;1986;p118"/>
          <p:cNvSpPr/>
          <p:nvPr/>
        </p:nvSpPr>
        <p:spPr>
          <a:xfrm>
            <a:off x="14558010" y="2967050"/>
            <a:ext cx="2949000" cy="2580900"/>
          </a:xfrm>
          <a:prstGeom prst="homePlate">
            <a:avLst>
              <a:gd fmla="val 29510" name="adj"/>
            </a:avLst>
          </a:prstGeom>
          <a:solidFill>
            <a:srgbClr val="001E5B"/>
          </a:solidFill>
          <a:ln cap="flat" cmpd="sng" w="228600">
            <a:solidFill>
              <a:srgbClr val="001E5B"/>
            </a:solidFill>
            <a:prstDash val="solid"/>
            <a:round/>
            <a:headEnd len="sm" w="sm" type="none"/>
            <a:tailEnd len="sm" w="sm" type="none"/>
          </a:ln>
        </p:spPr>
        <p:txBody>
          <a:bodyPr anchorCtr="0" anchor="ctr" bIns="91425" lIns="365750" spcFirstLastPara="1" rIns="91425" wrap="square" tIns="91425">
            <a:noAutofit/>
          </a:bodyPr>
          <a:lstStyle/>
          <a:p>
            <a:pPr indent="0" lvl="0" marL="0" rtl="0" algn="l">
              <a:spcBef>
                <a:spcPts val="0"/>
              </a:spcBef>
              <a:spcAft>
                <a:spcPts val="0"/>
              </a:spcAft>
              <a:buNone/>
            </a:pPr>
            <a:r>
              <a:t/>
            </a:r>
            <a:endParaRPr sz="2700">
              <a:solidFill>
                <a:srgbClr val="FFFFFF"/>
              </a:solidFill>
              <a:latin typeface="Avant Garde Demi SFDC"/>
              <a:ea typeface="Avant Garde Demi SFDC"/>
              <a:cs typeface="Avant Garde Demi SFDC"/>
              <a:sym typeface="Avant Garde Demi SFDC"/>
            </a:endParaRPr>
          </a:p>
        </p:txBody>
      </p:sp>
      <p:sp>
        <p:nvSpPr>
          <p:cNvPr id="1987" name="Google Shape;1987;p118"/>
          <p:cNvSpPr txBox="1"/>
          <p:nvPr>
            <p:ph idx="1" type="subTitle"/>
          </p:nvPr>
        </p:nvSpPr>
        <p:spPr>
          <a:xfrm>
            <a:off x="816425" y="6077850"/>
            <a:ext cx="2698800" cy="1247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88" name="Google Shape;1988;p118"/>
          <p:cNvSpPr txBox="1"/>
          <p:nvPr>
            <p:ph idx="2" type="title"/>
          </p:nvPr>
        </p:nvSpPr>
        <p:spPr>
          <a:xfrm>
            <a:off x="1111250" y="3129650"/>
            <a:ext cx="2403900" cy="2268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700"/>
              <a:buNone/>
              <a:defRPr sz="2700">
                <a:solidFill>
                  <a:schemeClr val="lt1"/>
                </a:solidFill>
              </a:defRPr>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p:txBody>
      </p:sp>
      <p:sp>
        <p:nvSpPr>
          <p:cNvPr id="1989" name="Google Shape;1989;p118"/>
          <p:cNvSpPr txBox="1"/>
          <p:nvPr>
            <p:ph idx="3" type="title"/>
          </p:nvPr>
        </p:nvSpPr>
        <p:spPr>
          <a:xfrm>
            <a:off x="4428488" y="3129650"/>
            <a:ext cx="2403900" cy="2268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700"/>
              <a:buNone/>
              <a:defRPr sz="2700">
                <a:solidFill>
                  <a:schemeClr val="lt1"/>
                </a:solidFill>
              </a:defRPr>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p:txBody>
      </p:sp>
      <p:sp>
        <p:nvSpPr>
          <p:cNvPr id="1990" name="Google Shape;1990;p118"/>
          <p:cNvSpPr txBox="1"/>
          <p:nvPr>
            <p:ph idx="4" type="title"/>
          </p:nvPr>
        </p:nvSpPr>
        <p:spPr>
          <a:xfrm>
            <a:off x="7834613" y="3129650"/>
            <a:ext cx="2403900" cy="2268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700"/>
              <a:buNone/>
              <a:defRPr sz="2700">
                <a:solidFill>
                  <a:schemeClr val="lt1"/>
                </a:solidFill>
              </a:defRPr>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p:txBody>
      </p:sp>
      <p:sp>
        <p:nvSpPr>
          <p:cNvPr id="1991" name="Google Shape;1991;p118"/>
          <p:cNvSpPr txBox="1"/>
          <p:nvPr>
            <p:ph idx="5" type="title"/>
          </p:nvPr>
        </p:nvSpPr>
        <p:spPr>
          <a:xfrm>
            <a:off x="11240738" y="3129650"/>
            <a:ext cx="2403900" cy="2268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700"/>
              <a:buNone/>
              <a:defRPr sz="2700">
                <a:solidFill>
                  <a:schemeClr val="lt1"/>
                </a:solidFill>
              </a:defRPr>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p:txBody>
      </p:sp>
      <p:sp>
        <p:nvSpPr>
          <p:cNvPr id="1992" name="Google Shape;1992;p118"/>
          <p:cNvSpPr txBox="1"/>
          <p:nvPr>
            <p:ph idx="6" type="title"/>
          </p:nvPr>
        </p:nvSpPr>
        <p:spPr>
          <a:xfrm>
            <a:off x="14646863" y="3129650"/>
            <a:ext cx="2403900" cy="2268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700"/>
              <a:buNone/>
              <a:defRPr sz="2700">
                <a:solidFill>
                  <a:schemeClr val="lt1"/>
                </a:solidFill>
              </a:defRPr>
            </a:lvl1pPr>
            <a:lvl2pPr lvl="1">
              <a:spcBef>
                <a:spcPts val="0"/>
              </a:spcBef>
              <a:spcAft>
                <a:spcPts val="0"/>
              </a:spcAft>
              <a:buSzPts val="2700"/>
              <a:buNone/>
              <a:defRPr sz="2700"/>
            </a:lvl2pPr>
            <a:lvl3pPr lvl="2">
              <a:spcBef>
                <a:spcPts val="0"/>
              </a:spcBef>
              <a:spcAft>
                <a:spcPts val="0"/>
              </a:spcAft>
              <a:buSzPts val="2700"/>
              <a:buNone/>
              <a:defRPr sz="2700"/>
            </a:lvl3pPr>
            <a:lvl4pPr lvl="3">
              <a:spcBef>
                <a:spcPts val="0"/>
              </a:spcBef>
              <a:spcAft>
                <a:spcPts val="0"/>
              </a:spcAft>
              <a:buSzPts val="2700"/>
              <a:buNone/>
              <a:defRPr sz="2700"/>
            </a:lvl4pPr>
            <a:lvl5pPr lvl="4">
              <a:spcBef>
                <a:spcPts val="0"/>
              </a:spcBef>
              <a:spcAft>
                <a:spcPts val="0"/>
              </a:spcAft>
              <a:buSzPts val="2700"/>
              <a:buNone/>
              <a:defRPr sz="2700"/>
            </a:lvl5pPr>
            <a:lvl6pPr lvl="5">
              <a:spcBef>
                <a:spcPts val="0"/>
              </a:spcBef>
              <a:spcAft>
                <a:spcPts val="0"/>
              </a:spcAft>
              <a:buSzPts val="2700"/>
              <a:buNone/>
              <a:defRPr sz="2700"/>
            </a:lvl6pPr>
            <a:lvl7pPr lvl="6">
              <a:spcBef>
                <a:spcPts val="0"/>
              </a:spcBef>
              <a:spcAft>
                <a:spcPts val="0"/>
              </a:spcAft>
              <a:buSzPts val="2700"/>
              <a:buNone/>
              <a:defRPr sz="2700"/>
            </a:lvl7pPr>
            <a:lvl8pPr lvl="7">
              <a:spcBef>
                <a:spcPts val="0"/>
              </a:spcBef>
              <a:spcAft>
                <a:spcPts val="0"/>
              </a:spcAft>
              <a:buSzPts val="2700"/>
              <a:buNone/>
              <a:defRPr sz="2700"/>
            </a:lvl8pPr>
            <a:lvl9pPr lvl="8">
              <a:spcBef>
                <a:spcPts val="0"/>
              </a:spcBef>
              <a:spcAft>
                <a:spcPts val="0"/>
              </a:spcAft>
              <a:buSzPts val="2700"/>
              <a:buNone/>
              <a:defRPr sz="2700"/>
            </a:lvl9pPr>
          </a:lstStyle>
          <a:p/>
        </p:txBody>
      </p:sp>
      <p:sp>
        <p:nvSpPr>
          <p:cNvPr id="1993" name="Google Shape;1993;p118"/>
          <p:cNvSpPr txBox="1"/>
          <p:nvPr>
            <p:ph idx="7" type="subTitle"/>
          </p:nvPr>
        </p:nvSpPr>
        <p:spPr>
          <a:xfrm>
            <a:off x="4281050" y="6077850"/>
            <a:ext cx="2698800" cy="1247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94" name="Google Shape;1994;p118"/>
          <p:cNvSpPr txBox="1"/>
          <p:nvPr>
            <p:ph idx="8" type="subTitle"/>
          </p:nvPr>
        </p:nvSpPr>
        <p:spPr>
          <a:xfrm>
            <a:off x="7745725" y="6077850"/>
            <a:ext cx="2698800" cy="1247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95" name="Google Shape;1995;p118"/>
          <p:cNvSpPr txBox="1"/>
          <p:nvPr>
            <p:ph idx="9" type="subTitle"/>
          </p:nvPr>
        </p:nvSpPr>
        <p:spPr>
          <a:xfrm>
            <a:off x="11210350" y="6077850"/>
            <a:ext cx="2698800" cy="1247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96" name="Google Shape;1996;p118"/>
          <p:cNvSpPr txBox="1"/>
          <p:nvPr>
            <p:ph idx="13" type="subTitle"/>
          </p:nvPr>
        </p:nvSpPr>
        <p:spPr>
          <a:xfrm>
            <a:off x="14674975" y="6077850"/>
            <a:ext cx="2698800" cy="1247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80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Boxes with Stars">
  <p:cSld name="CUSTOM_11">
    <p:bg>
      <p:bgPr>
        <a:solidFill>
          <a:srgbClr val="CFE9FE"/>
        </a:solidFill>
      </p:bgPr>
    </p:bg>
    <p:spTree>
      <p:nvGrpSpPr>
        <p:cNvPr id="1997" name="Shape 1997"/>
        <p:cNvGrpSpPr/>
        <p:nvPr/>
      </p:nvGrpSpPr>
      <p:grpSpPr>
        <a:xfrm>
          <a:off x="0" y="0"/>
          <a:ext cx="0" cy="0"/>
          <a:chOff x="0" y="0"/>
          <a:chExt cx="0" cy="0"/>
        </a:xfrm>
      </p:grpSpPr>
      <p:sp>
        <p:nvSpPr>
          <p:cNvPr id="1998" name="Google Shape;1998;p119"/>
          <p:cNvSpPr txBox="1"/>
          <p:nvPr>
            <p:ph type="title"/>
          </p:nvPr>
        </p:nvSpPr>
        <p:spPr>
          <a:xfrm>
            <a:off x="2000250" y="1310861"/>
            <a:ext cx="14287500" cy="961500"/>
          </a:xfrm>
          <a:prstGeom prst="rect">
            <a:avLst/>
          </a:prstGeom>
        </p:spPr>
        <p:txBody>
          <a:bodyPr anchorCtr="0" anchor="ctr" bIns="0" lIns="0" spcFirstLastPara="1" rIns="0" wrap="square" tIns="0">
            <a:no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grpSp>
        <p:nvGrpSpPr>
          <p:cNvPr id="1999" name="Google Shape;1999;p119"/>
          <p:cNvGrpSpPr/>
          <p:nvPr/>
        </p:nvGrpSpPr>
        <p:grpSpPr>
          <a:xfrm>
            <a:off x="11863325" y="3642375"/>
            <a:ext cx="4722300" cy="4177200"/>
            <a:chOff x="11863325" y="3276598"/>
            <a:chExt cx="4722300" cy="4177200"/>
          </a:xfrm>
        </p:grpSpPr>
        <p:sp>
          <p:nvSpPr>
            <p:cNvPr descr="Alt=&quot;&quot;" id="2000" name="Google Shape;2000;p119"/>
            <p:cNvSpPr/>
            <p:nvPr/>
          </p:nvSpPr>
          <p:spPr>
            <a:xfrm>
              <a:off x="11863325" y="3276598"/>
              <a:ext cx="4722300" cy="4177200"/>
            </a:xfrm>
            <a:prstGeom prst="roundRect">
              <a:avLst>
                <a:gd fmla="val 5556" name="adj"/>
              </a:avLst>
            </a:prstGeom>
            <a:solidFill>
              <a:srgbClr val="001E5B"/>
            </a:solidFill>
            <a:ln>
              <a:noFill/>
            </a:ln>
          </p:spPr>
          <p:txBody>
            <a:bodyPr anchorCtr="0" anchor="ctr" bIns="52475" lIns="52475" spcFirstLastPara="1" rIns="52475" wrap="square" tIns="52475">
              <a:noAutofit/>
            </a:bodyPr>
            <a:lstStyle/>
            <a:p>
              <a:pPr indent="0" lvl="0" marL="0" marR="0" rtl="0" algn="l">
                <a:lnSpc>
                  <a:spcPct val="90000"/>
                </a:lnSpc>
                <a:spcBef>
                  <a:spcPts val="0"/>
                </a:spcBef>
                <a:spcAft>
                  <a:spcPts val="0"/>
                </a:spcAft>
                <a:buClr>
                  <a:srgbClr val="EAF5FE"/>
                </a:buClr>
                <a:buSzPts val="2754"/>
                <a:buFont typeface="Questrial"/>
                <a:buNone/>
              </a:pPr>
              <a:r>
                <a:t/>
              </a:r>
              <a:endParaRPr b="0" i="0" sz="2754" u="none" cap="none" strike="noStrike">
                <a:solidFill>
                  <a:srgbClr val="032D60"/>
                </a:solidFill>
                <a:latin typeface="Arial"/>
                <a:ea typeface="Arial"/>
                <a:cs typeface="Arial"/>
                <a:sym typeface="Arial"/>
              </a:endParaRPr>
            </a:p>
          </p:txBody>
        </p:sp>
        <p:sp>
          <p:nvSpPr>
            <p:cNvPr descr="Alt=&quot;&quot;" id="2001" name="Google Shape;2001;p119"/>
            <p:cNvSpPr/>
            <p:nvPr/>
          </p:nvSpPr>
          <p:spPr>
            <a:xfrm>
              <a:off x="12125975" y="3560983"/>
              <a:ext cx="4197000" cy="3651300"/>
            </a:xfrm>
            <a:prstGeom prst="roundRect">
              <a:avLst>
                <a:gd fmla="val 3682" name="adj"/>
              </a:avLst>
            </a:prstGeom>
            <a:solidFill>
              <a:srgbClr val="FEFEFD"/>
            </a:solidFill>
            <a:ln>
              <a:noFill/>
            </a:ln>
          </p:spPr>
          <p:txBody>
            <a:bodyPr anchorCtr="0" anchor="ctr" bIns="52475" lIns="52475" spcFirstLastPara="1" rIns="52475" wrap="square" tIns="52475">
              <a:noAutofit/>
            </a:bodyPr>
            <a:lstStyle/>
            <a:p>
              <a:pPr indent="0" lvl="0" marL="0" marR="0" rtl="0" algn="l">
                <a:lnSpc>
                  <a:spcPct val="100000"/>
                </a:lnSpc>
                <a:spcBef>
                  <a:spcPts val="0"/>
                </a:spcBef>
                <a:spcAft>
                  <a:spcPts val="0"/>
                </a:spcAft>
                <a:buNone/>
              </a:pPr>
              <a:r>
                <a:t/>
              </a:r>
              <a:endParaRPr sz="2020"/>
            </a:p>
          </p:txBody>
        </p:sp>
      </p:grpSp>
      <p:grpSp>
        <p:nvGrpSpPr>
          <p:cNvPr id="2002" name="Google Shape;2002;p119"/>
          <p:cNvGrpSpPr/>
          <p:nvPr/>
        </p:nvGrpSpPr>
        <p:grpSpPr>
          <a:xfrm>
            <a:off x="6782850" y="3642422"/>
            <a:ext cx="4722300" cy="4177200"/>
            <a:chOff x="6754087" y="3276645"/>
            <a:chExt cx="4722300" cy="4177200"/>
          </a:xfrm>
        </p:grpSpPr>
        <p:sp>
          <p:nvSpPr>
            <p:cNvPr descr="Alt=&quot;&quot;" id="2003" name="Google Shape;2003;p119"/>
            <p:cNvSpPr/>
            <p:nvPr/>
          </p:nvSpPr>
          <p:spPr>
            <a:xfrm>
              <a:off x="6754087" y="3276645"/>
              <a:ext cx="4722300" cy="4177200"/>
            </a:xfrm>
            <a:prstGeom prst="roundRect">
              <a:avLst>
                <a:gd fmla="val 5556" name="adj"/>
              </a:avLst>
            </a:prstGeom>
            <a:solidFill>
              <a:srgbClr val="00B3FF"/>
            </a:solidFill>
            <a:ln>
              <a:noFill/>
            </a:ln>
          </p:spPr>
          <p:txBody>
            <a:bodyPr anchorCtr="0" anchor="ctr" bIns="52475" lIns="52475" spcFirstLastPara="1" rIns="52475" wrap="square" tIns="52475">
              <a:noAutofit/>
            </a:bodyPr>
            <a:lstStyle/>
            <a:p>
              <a:pPr indent="0" lvl="0" marL="0" marR="0" rtl="0" algn="l">
                <a:lnSpc>
                  <a:spcPct val="90000"/>
                </a:lnSpc>
                <a:spcBef>
                  <a:spcPts val="0"/>
                </a:spcBef>
                <a:spcAft>
                  <a:spcPts val="0"/>
                </a:spcAft>
                <a:buClr>
                  <a:srgbClr val="EAF5FE"/>
                </a:buClr>
                <a:buSzPts val="2754"/>
                <a:buFont typeface="Questrial"/>
                <a:buNone/>
              </a:pPr>
              <a:r>
                <a:t/>
              </a:r>
              <a:endParaRPr b="0" i="0" sz="2754" u="none" cap="none" strike="noStrike">
                <a:solidFill>
                  <a:srgbClr val="032D60"/>
                </a:solidFill>
                <a:latin typeface="Arial"/>
                <a:ea typeface="Arial"/>
                <a:cs typeface="Arial"/>
                <a:sym typeface="Arial"/>
              </a:endParaRPr>
            </a:p>
          </p:txBody>
        </p:sp>
        <p:sp>
          <p:nvSpPr>
            <p:cNvPr descr="Alt=&quot;&quot;" id="2004" name="Google Shape;2004;p119"/>
            <p:cNvSpPr/>
            <p:nvPr/>
          </p:nvSpPr>
          <p:spPr>
            <a:xfrm>
              <a:off x="7016737" y="3560983"/>
              <a:ext cx="4197000" cy="3651300"/>
            </a:xfrm>
            <a:prstGeom prst="roundRect">
              <a:avLst>
                <a:gd fmla="val 3682" name="adj"/>
              </a:avLst>
            </a:prstGeom>
            <a:solidFill>
              <a:srgbClr val="FEFEFD"/>
            </a:solidFill>
            <a:ln>
              <a:noFill/>
            </a:ln>
          </p:spPr>
          <p:txBody>
            <a:bodyPr anchorCtr="0" anchor="ctr" bIns="52475" lIns="52475" spcFirstLastPara="1" rIns="52475" wrap="square" tIns="52475">
              <a:noAutofit/>
            </a:bodyPr>
            <a:lstStyle/>
            <a:p>
              <a:pPr indent="0" lvl="0" marL="0" marR="0" rtl="0" algn="l">
                <a:lnSpc>
                  <a:spcPct val="100000"/>
                </a:lnSpc>
                <a:spcBef>
                  <a:spcPts val="0"/>
                </a:spcBef>
                <a:spcAft>
                  <a:spcPts val="0"/>
                </a:spcAft>
                <a:buNone/>
              </a:pPr>
              <a:r>
                <a:t/>
              </a:r>
              <a:endParaRPr sz="2020"/>
            </a:p>
          </p:txBody>
        </p:sp>
      </p:grpSp>
      <p:grpSp>
        <p:nvGrpSpPr>
          <p:cNvPr id="2005" name="Google Shape;2005;p119"/>
          <p:cNvGrpSpPr/>
          <p:nvPr/>
        </p:nvGrpSpPr>
        <p:grpSpPr>
          <a:xfrm>
            <a:off x="1702375" y="3642818"/>
            <a:ext cx="4722300" cy="4177200"/>
            <a:chOff x="1702375" y="3277041"/>
            <a:chExt cx="4722300" cy="4177200"/>
          </a:xfrm>
        </p:grpSpPr>
        <p:sp>
          <p:nvSpPr>
            <p:cNvPr descr="alt=&quot;&quot;" id="2006" name="Google Shape;2006;p119"/>
            <p:cNvSpPr/>
            <p:nvPr/>
          </p:nvSpPr>
          <p:spPr>
            <a:xfrm>
              <a:off x="1702375" y="3277041"/>
              <a:ext cx="4722300" cy="4177200"/>
            </a:xfrm>
            <a:prstGeom prst="roundRect">
              <a:avLst>
                <a:gd fmla="val 5556" name="adj"/>
              </a:avLst>
            </a:prstGeom>
            <a:solidFill>
              <a:srgbClr val="066AFE"/>
            </a:solidFill>
            <a:ln>
              <a:noFill/>
            </a:ln>
          </p:spPr>
          <p:txBody>
            <a:bodyPr anchorCtr="0" anchor="ctr" bIns="52475" lIns="52475" spcFirstLastPara="1" rIns="52475" wrap="square" tIns="52475">
              <a:noAutofit/>
            </a:bodyPr>
            <a:lstStyle/>
            <a:p>
              <a:pPr indent="0" lvl="0" marL="0" marR="0" rtl="0" algn="l">
                <a:lnSpc>
                  <a:spcPct val="100000"/>
                </a:lnSpc>
                <a:spcBef>
                  <a:spcPts val="0"/>
                </a:spcBef>
                <a:spcAft>
                  <a:spcPts val="0"/>
                </a:spcAft>
                <a:buNone/>
              </a:pPr>
              <a:r>
                <a:t/>
              </a:r>
              <a:endParaRPr sz="2020"/>
            </a:p>
          </p:txBody>
        </p:sp>
        <p:sp>
          <p:nvSpPr>
            <p:cNvPr descr="Alt=&quot;&quot;" id="2007" name="Google Shape;2007;p119"/>
            <p:cNvSpPr/>
            <p:nvPr/>
          </p:nvSpPr>
          <p:spPr>
            <a:xfrm>
              <a:off x="1965025" y="3560983"/>
              <a:ext cx="4197000" cy="3651300"/>
            </a:xfrm>
            <a:prstGeom prst="roundRect">
              <a:avLst>
                <a:gd fmla="val 3682" name="adj"/>
              </a:avLst>
            </a:prstGeom>
            <a:solidFill>
              <a:srgbClr val="FEFEFD"/>
            </a:solidFill>
            <a:ln>
              <a:noFill/>
            </a:ln>
          </p:spPr>
          <p:txBody>
            <a:bodyPr anchorCtr="0" anchor="ctr" bIns="52475" lIns="52475" spcFirstLastPara="1" rIns="52475" wrap="square" tIns="52475">
              <a:noAutofit/>
            </a:bodyPr>
            <a:lstStyle/>
            <a:p>
              <a:pPr indent="0" lvl="0" marL="0" marR="0" rtl="0" algn="l">
                <a:lnSpc>
                  <a:spcPct val="100000"/>
                </a:lnSpc>
                <a:spcBef>
                  <a:spcPts val="0"/>
                </a:spcBef>
                <a:spcAft>
                  <a:spcPts val="0"/>
                </a:spcAft>
                <a:buNone/>
              </a:pPr>
              <a:r>
                <a:t/>
              </a:r>
              <a:endParaRPr sz="2020"/>
            </a:p>
          </p:txBody>
        </p:sp>
      </p:grpSp>
      <p:sp>
        <p:nvSpPr>
          <p:cNvPr id="2008" name="Google Shape;2008;p119"/>
          <p:cNvSpPr txBox="1"/>
          <p:nvPr>
            <p:ph idx="1" type="subTitle"/>
          </p:nvPr>
        </p:nvSpPr>
        <p:spPr>
          <a:xfrm>
            <a:off x="2236500" y="2376614"/>
            <a:ext cx="13815000" cy="5247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3600"/>
              <a:buNone/>
              <a:defRPr sz="3600">
                <a:solidFill>
                  <a:schemeClr val="dk1"/>
                </a:solidFill>
              </a:defRPr>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2009" name="Google Shape;2009;p119"/>
          <p:cNvSpPr txBox="1"/>
          <p:nvPr>
            <p:ph idx="2" type="subTitle"/>
          </p:nvPr>
        </p:nvSpPr>
        <p:spPr>
          <a:xfrm>
            <a:off x="2236500" y="8451439"/>
            <a:ext cx="13815000" cy="524700"/>
          </a:xfrm>
          <a:prstGeom prst="rect">
            <a:avLst/>
          </a:prstGeom>
        </p:spPr>
        <p:txBody>
          <a:bodyPr anchorCtr="0" anchor="ctr" bIns="0" lIns="0" spcFirstLastPara="1" rIns="0" wrap="square" tIns="0">
            <a:noAutofit/>
          </a:bodyPr>
          <a:lstStyle>
            <a:lvl1pPr lvl="0" rtl="0" algn="ctr">
              <a:lnSpc>
                <a:spcPct val="90000"/>
              </a:lnSpc>
              <a:spcBef>
                <a:spcPts val="0"/>
              </a:spcBef>
              <a:spcAft>
                <a:spcPts val="0"/>
              </a:spcAft>
              <a:buClr>
                <a:schemeClr val="dk1"/>
              </a:buClr>
              <a:buSzPts val="2200"/>
              <a:buNone/>
              <a:defRPr sz="2200">
                <a:solidFill>
                  <a:schemeClr val="dk1"/>
                </a:solidFill>
              </a:defRPr>
            </a:lvl1pPr>
            <a:lvl2pPr lvl="1" rtl="0" algn="ctr">
              <a:spcBef>
                <a:spcPts val="0"/>
              </a:spcBef>
              <a:spcAft>
                <a:spcPts val="0"/>
              </a:spcAft>
              <a:buSzPts val="2200"/>
              <a:buNone/>
              <a:defRPr sz="2200"/>
            </a:lvl2pPr>
            <a:lvl3pPr lvl="2" rtl="0" algn="ctr">
              <a:spcBef>
                <a:spcPts val="1800"/>
              </a:spcBef>
              <a:spcAft>
                <a:spcPts val="0"/>
              </a:spcAft>
              <a:buSzPts val="2200"/>
              <a:buNone/>
              <a:defRPr sz="2200"/>
            </a:lvl3pPr>
            <a:lvl4pPr lvl="3" rtl="0" algn="ctr">
              <a:spcBef>
                <a:spcPts val="1800"/>
              </a:spcBef>
              <a:spcAft>
                <a:spcPts val="0"/>
              </a:spcAft>
              <a:buSzPts val="2200"/>
              <a:buNone/>
              <a:defRPr/>
            </a:lvl4pPr>
            <a:lvl5pPr lvl="4" rtl="0" algn="ctr">
              <a:spcBef>
                <a:spcPts val="1800"/>
              </a:spcBef>
              <a:spcAft>
                <a:spcPts val="0"/>
              </a:spcAft>
              <a:buSzPts val="2200"/>
              <a:buNone/>
              <a:defRPr sz="2200"/>
            </a:lvl5pPr>
            <a:lvl6pPr lvl="5" rtl="0" algn="ctr">
              <a:spcBef>
                <a:spcPts val="1800"/>
              </a:spcBef>
              <a:spcAft>
                <a:spcPts val="0"/>
              </a:spcAft>
              <a:buSzPts val="2200"/>
              <a:buNone/>
              <a:defRPr sz="2200"/>
            </a:lvl6pPr>
            <a:lvl7pPr lvl="6" rtl="0" algn="ctr">
              <a:spcBef>
                <a:spcPts val="1800"/>
              </a:spcBef>
              <a:spcAft>
                <a:spcPts val="0"/>
              </a:spcAft>
              <a:buSzPts val="2200"/>
              <a:buNone/>
              <a:defRPr sz="2200"/>
            </a:lvl7pPr>
            <a:lvl8pPr lvl="7" rtl="0" algn="ctr">
              <a:spcBef>
                <a:spcPts val="1800"/>
              </a:spcBef>
              <a:spcAft>
                <a:spcPts val="0"/>
              </a:spcAft>
              <a:buSzPts val="2200"/>
              <a:buNone/>
              <a:defRPr sz="2200"/>
            </a:lvl8pPr>
            <a:lvl9pPr lvl="8" rtl="0" algn="ctr">
              <a:spcBef>
                <a:spcPts val="1800"/>
              </a:spcBef>
              <a:spcAft>
                <a:spcPts val="1800"/>
              </a:spcAft>
              <a:buSzPts val="2200"/>
              <a:buNone/>
              <a:defRPr sz="2200"/>
            </a:lvl9pPr>
          </a:lstStyle>
          <a:p/>
        </p:txBody>
      </p:sp>
      <p:sp>
        <p:nvSpPr>
          <p:cNvPr id="2010" name="Google Shape;2010;p119"/>
          <p:cNvSpPr txBox="1"/>
          <p:nvPr>
            <p:ph idx="3" type="title"/>
          </p:nvPr>
        </p:nvSpPr>
        <p:spPr>
          <a:xfrm>
            <a:off x="2320500" y="4209536"/>
            <a:ext cx="3394500" cy="831300"/>
          </a:xfrm>
          <a:prstGeom prst="rect">
            <a:avLst/>
          </a:prstGeom>
        </p:spPr>
        <p:txBody>
          <a:bodyPr anchorCtr="0" anchor="t" bIns="0" lIns="0" spcFirstLastPara="1" rIns="0" wrap="square" tIns="0">
            <a:noAutofit/>
          </a:bodyPr>
          <a:lstStyle>
            <a:lvl1pPr lvl="0">
              <a:spcBef>
                <a:spcPts val="0"/>
              </a:spcBef>
              <a:spcAft>
                <a:spcPts val="0"/>
              </a:spcAft>
              <a:buClr>
                <a:srgbClr val="032D60"/>
              </a:buClr>
              <a:buSzPts val="4000"/>
              <a:buNone/>
              <a:defRPr sz="4000">
                <a:solidFill>
                  <a:srgbClr val="032D60"/>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011" name="Google Shape;2011;p119"/>
          <p:cNvSpPr txBox="1"/>
          <p:nvPr>
            <p:ph idx="4" type="body"/>
          </p:nvPr>
        </p:nvSpPr>
        <p:spPr>
          <a:xfrm>
            <a:off x="2320500" y="5484453"/>
            <a:ext cx="3394500" cy="17181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a:lvl1pPr>
            <a:lvl2pPr indent="-393700" lvl="1" marL="914400">
              <a:spcBef>
                <a:spcPts val="1800"/>
              </a:spcBef>
              <a:spcAft>
                <a:spcPts val="0"/>
              </a:spcAft>
              <a:buSzPts val="2600"/>
              <a:buChar char="○"/>
              <a:defRPr/>
            </a:lvl2pPr>
            <a:lvl3pPr indent="-381000" lvl="2" marL="1371600">
              <a:spcBef>
                <a:spcPts val="1800"/>
              </a:spcBef>
              <a:spcAft>
                <a:spcPts val="0"/>
              </a:spcAft>
              <a:buSzPts val="2400"/>
              <a:buChar char="■"/>
              <a:defRPr/>
            </a:lvl3pPr>
            <a:lvl4pPr indent="-368300" lvl="3" marL="1828800">
              <a:spcBef>
                <a:spcPts val="1800"/>
              </a:spcBef>
              <a:spcAft>
                <a:spcPts val="0"/>
              </a:spcAft>
              <a:buSzPts val="2200"/>
              <a:buChar char="●"/>
              <a:defRPr/>
            </a:lvl4pPr>
            <a:lvl5pPr indent="-355600" lvl="4" marL="2286000">
              <a:spcBef>
                <a:spcPts val="1800"/>
              </a:spcBef>
              <a:spcAft>
                <a:spcPts val="0"/>
              </a:spcAft>
              <a:buSzPts val="2000"/>
              <a:buChar char="○"/>
              <a:defRPr/>
            </a:lvl5pPr>
            <a:lvl6pPr indent="-342900" lvl="5" marL="2743200">
              <a:spcBef>
                <a:spcPts val="1800"/>
              </a:spcBef>
              <a:spcAft>
                <a:spcPts val="0"/>
              </a:spcAft>
              <a:buSzPts val="1800"/>
              <a:buChar char="■"/>
              <a:defRPr/>
            </a:lvl6pPr>
            <a:lvl7pPr indent="-342900" lvl="6" marL="3200400">
              <a:spcBef>
                <a:spcPts val="1800"/>
              </a:spcBef>
              <a:spcAft>
                <a:spcPts val="0"/>
              </a:spcAft>
              <a:buSzPts val="1800"/>
              <a:buChar char="●"/>
              <a:defRPr/>
            </a:lvl7pPr>
            <a:lvl8pPr indent="-342900" lvl="7" marL="3657600">
              <a:spcBef>
                <a:spcPts val="1800"/>
              </a:spcBef>
              <a:spcAft>
                <a:spcPts val="0"/>
              </a:spcAft>
              <a:buSzPts val="1800"/>
              <a:buChar char="○"/>
              <a:defRPr/>
            </a:lvl8pPr>
            <a:lvl9pPr indent="-342900" lvl="8" marL="4114800">
              <a:spcBef>
                <a:spcPts val="1800"/>
              </a:spcBef>
              <a:spcAft>
                <a:spcPts val="1800"/>
              </a:spcAft>
              <a:buSzPts val="1800"/>
              <a:buChar char="■"/>
              <a:defRPr/>
            </a:lvl9pPr>
          </a:lstStyle>
          <a:p/>
        </p:txBody>
      </p:sp>
      <p:sp>
        <p:nvSpPr>
          <p:cNvPr id="2012" name="Google Shape;2012;p119"/>
          <p:cNvSpPr txBox="1"/>
          <p:nvPr>
            <p:ph idx="5" type="title"/>
          </p:nvPr>
        </p:nvSpPr>
        <p:spPr>
          <a:xfrm>
            <a:off x="7446750" y="4209536"/>
            <a:ext cx="3394500" cy="831300"/>
          </a:xfrm>
          <a:prstGeom prst="rect">
            <a:avLst/>
          </a:prstGeom>
        </p:spPr>
        <p:txBody>
          <a:bodyPr anchorCtr="0" anchor="t" bIns="0" lIns="0" spcFirstLastPara="1" rIns="0" wrap="square" tIns="0">
            <a:noAutofit/>
          </a:bodyPr>
          <a:lstStyle>
            <a:lvl1pPr lvl="0" rtl="0">
              <a:spcBef>
                <a:spcPts val="0"/>
              </a:spcBef>
              <a:spcAft>
                <a:spcPts val="0"/>
              </a:spcAft>
              <a:buClr>
                <a:srgbClr val="032D60"/>
              </a:buClr>
              <a:buSzPts val="4000"/>
              <a:buNone/>
              <a:defRPr sz="4000">
                <a:solidFill>
                  <a:srgbClr val="032D60"/>
                </a:solidFill>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2013" name="Google Shape;2013;p119"/>
          <p:cNvSpPr txBox="1"/>
          <p:nvPr>
            <p:ph idx="6" type="body"/>
          </p:nvPr>
        </p:nvSpPr>
        <p:spPr>
          <a:xfrm>
            <a:off x="7446750" y="5484453"/>
            <a:ext cx="3394500" cy="17181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sp>
        <p:nvSpPr>
          <p:cNvPr id="2014" name="Google Shape;2014;p119"/>
          <p:cNvSpPr txBox="1"/>
          <p:nvPr>
            <p:ph idx="7" type="title"/>
          </p:nvPr>
        </p:nvSpPr>
        <p:spPr>
          <a:xfrm>
            <a:off x="12527225" y="4209536"/>
            <a:ext cx="3394500" cy="831300"/>
          </a:xfrm>
          <a:prstGeom prst="rect">
            <a:avLst/>
          </a:prstGeom>
        </p:spPr>
        <p:txBody>
          <a:bodyPr anchorCtr="0" anchor="t" bIns="0" lIns="0" spcFirstLastPara="1" rIns="0" wrap="square" tIns="0">
            <a:noAutofit/>
          </a:bodyPr>
          <a:lstStyle>
            <a:lvl1pPr lvl="0" rtl="0">
              <a:spcBef>
                <a:spcPts val="0"/>
              </a:spcBef>
              <a:spcAft>
                <a:spcPts val="0"/>
              </a:spcAft>
              <a:buClr>
                <a:srgbClr val="032D60"/>
              </a:buClr>
              <a:buSzPts val="4000"/>
              <a:buNone/>
              <a:defRPr sz="4000">
                <a:solidFill>
                  <a:srgbClr val="032D60"/>
                </a:solidFill>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2015" name="Google Shape;2015;p119"/>
          <p:cNvSpPr txBox="1"/>
          <p:nvPr>
            <p:ph idx="8" type="body"/>
          </p:nvPr>
        </p:nvSpPr>
        <p:spPr>
          <a:xfrm>
            <a:off x="12527225" y="5484453"/>
            <a:ext cx="3394500" cy="1718100"/>
          </a:xfrm>
          <a:prstGeom prst="rect">
            <a:avLst/>
          </a:prstGeom>
        </p:spPr>
        <p:txBody>
          <a:bodyPr anchorCtr="0" anchor="t" bIns="0" lIns="0" spcFirstLastPara="1" rIns="0" wrap="square" tIns="0">
            <a:noAutofit/>
          </a:bodyPr>
          <a:lstStyle>
            <a:lvl1pPr indent="-419100" lvl="0" marL="457200" rtl="0">
              <a:spcBef>
                <a:spcPts val="0"/>
              </a:spcBef>
              <a:spcAft>
                <a:spcPts val="0"/>
              </a:spcAft>
              <a:buSzPts val="3000"/>
              <a:buChar char="●"/>
              <a:defRPr/>
            </a:lvl1pPr>
            <a:lvl2pPr indent="-393700" lvl="1" marL="914400" rtl="0">
              <a:spcBef>
                <a:spcPts val="1800"/>
              </a:spcBef>
              <a:spcAft>
                <a:spcPts val="0"/>
              </a:spcAft>
              <a:buSzPts val="2600"/>
              <a:buChar char="○"/>
              <a:defRPr/>
            </a:lvl2pPr>
            <a:lvl3pPr indent="-381000" lvl="2" marL="1371600" rtl="0">
              <a:spcBef>
                <a:spcPts val="1800"/>
              </a:spcBef>
              <a:spcAft>
                <a:spcPts val="0"/>
              </a:spcAft>
              <a:buSzPts val="2400"/>
              <a:buChar char="■"/>
              <a:defRPr/>
            </a:lvl3pPr>
            <a:lvl4pPr indent="-368300" lvl="3" marL="1828800" rtl="0">
              <a:spcBef>
                <a:spcPts val="1800"/>
              </a:spcBef>
              <a:spcAft>
                <a:spcPts val="0"/>
              </a:spcAft>
              <a:buSzPts val="2200"/>
              <a:buChar char="●"/>
              <a:defRPr/>
            </a:lvl4pPr>
            <a:lvl5pPr indent="-355600" lvl="4" marL="2286000" rtl="0">
              <a:spcBef>
                <a:spcPts val="1800"/>
              </a:spcBef>
              <a:spcAft>
                <a:spcPts val="0"/>
              </a:spcAft>
              <a:buSzPts val="2000"/>
              <a:buChar char="○"/>
              <a:defRPr/>
            </a:lvl5pPr>
            <a:lvl6pPr indent="-342900" lvl="5" marL="2743200" rtl="0">
              <a:spcBef>
                <a:spcPts val="1800"/>
              </a:spcBef>
              <a:spcAft>
                <a:spcPts val="0"/>
              </a:spcAft>
              <a:buSzPts val="1800"/>
              <a:buChar char="■"/>
              <a:defRPr/>
            </a:lvl6pPr>
            <a:lvl7pPr indent="-342900" lvl="6" marL="3200400" rtl="0">
              <a:spcBef>
                <a:spcPts val="1800"/>
              </a:spcBef>
              <a:spcAft>
                <a:spcPts val="0"/>
              </a:spcAft>
              <a:buSzPts val="1800"/>
              <a:buChar char="●"/>
              <a:defRPr/>
            </a:lvl7pPr>
            <a:lvl8pPr indent="-342900" lvl="7" marL="3657600" rtl="0">
              <a:spcBef>
                <a:spcPts val="1800"/>
              </a:spcBef>
              <a:spcAft>
                <a:spcPts val="0"/>
              </a:spcAft>
              <a:buSzPts val="1800"/>
              <a:buChar char="○"/>
              <a:defRPr/>
            </a:lvl8pPr>
            <a:lvl9pPr indent="-342900" lvl="8" marL="4114800" rtl="0">
              <a:spcBef>
                <a:spcPts val="1800"/>
              </a:spcBef>
              <a:spcAft>
                <a:spcPts val="1800"/>
              </a:spcAft>
              <a:buSzPts val="1800"/>
              <a:buChar char="■"/>
              <a:defRPr/>
            </a:lvl9pPr>
          </a:lstStyle>
          <a:p/>
        </p:txBody>
      </p:sp>
      <p:pic>
        <p:nvPicPr>
          <p:cNvPr id="2016" name="Google Shape;2016;p119" title="Sparkle-3D-Storytelling-Icon-Electric-Blue-Straight-RGB.png"/>
          <p:cNvPicPr preferRelativeResize="0"/>
          <p:nvPr/>
        </p:nvPicPr>
        <p:blipFill>
          <a:blip r:embed="rId2">
            <a:alphaModFix/>
          </a:blip>
          <a:stretch>
            <a:fillRect/>
          </a:stretch>
        </p:blipFill>
        <p:spPr>
          <a:xfrm>
            <a:off x="740874" y="2901305"/>
            <a:ext cx="961500" cy="961500"/>
          </a:xfrm>
          <a:prstGeom prst="rect">
            <a:avLst/>
          </a:prstGeom>
          <a:noFill/>
          <a:ln>
            <a:noFill/>
          </a:ln>
        </p:spPr>
      </p:pic>
      <p:pic>
        <p:nvPicPr>
          <p:cNvPr id="2017" name="Google Shape;2017;p119" title="Sparkle-3D-Storytelling-Icon-Lavender-Straight-RGB.png"/>
          <p:cNvPicPr preferRelativeResize="0"/>
          <p:nvPr/>
        </p:nvPicPr>
        <p:blipFill rotWithShape="1">
          <a:blip r:embed="rId3">
            <a:alphaModFix/>
          </a:blip>
          <a:srcRect b="0" l="0" r="0" t="0"/>
          <a:stretch/>
        </p:blipFill>
        <p:spPr>
          <a:xfrm>
            <a:off x="5438800" y="6978013"/>
            <a:ext cx="1344049" cy="1344049"/>
          </a:xfrm>
          <a:prstGeom prst="rect">
            <a:avLst/>
          </a:prstGeom>
          <a:noFill/>
          <a:ln>
            <a:noFill/>
          </a:ln>
        </p:spPr>
      </p:pic>
      <p:pic>
        <p:nvPicPr>
          <p:cNvPr id="2018" name="Google Shape;2018;p119" title="Sparkle-3D-Storytelling-Icon-Pink-Straight-RGB.png"/>
          <p:cNvPicPr preferRelativeResize="0"/>
          <p:nvPr/>
        </p:nvPicPr>
        <p:blipFill>
          <a:blip r:embed="rId4">
            <a:alphaModFix/>
          </a:blip>
          <a:stretch>
            <a:fillRect/>
          </a:stretch>
        </p:blipFill>
        <p:spPr>
          <a:xfrm>
            <a:off x="10765704" y="4144430"/>
            <a:ext cx="961500" cy="961500"/>
          </a:xfrm>
          <a:prstGeom prst="rect">
            <a:avLst/>
          </a:prstGeom>
          <a:noFill/>
          <a:ln>
            <a:noFill/>
          </a:ln>
        </p:spPr>
      </p:pic>
      <p:pic>
        <p:nvPicPr>
          <p:cNvPr id="2019" name="Google Shape;2019;p119" title="Sparkle-3D-Storytelling-Icon-Yellow-Straight-RGB.png"/>
          <p:cNvPicPr preferRelativeResize="0"/>
          <p:nvPr/>
        </p:nvPicPr>
        <p:blipFill rotWithShape="1">
          <a:blip r:embed="rId5">
            <a:alphaModFix/>
          </a:blip>
          <a:srcRect b="0" l="0" r="0" t="0"/>
          <a:stretch/>
        </p:blipFill>
        <p:spPr>
          <a:xfrm>
            <a:off x="16092749" y="3206105"/>
            <a:ext cx="961500" cy="961500"/>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2020" name="Shape 2020"/>
        <p:cNvGrpSpPr/>
        <p:nvPr/>
      </p:nvGrpSpPr>
      <p:grpSpPr>
        <a:xfrm>
          <a:off x="0" y="0"/>
          <a:ext cx="0" cy="0"/>
          <a:chOff x="0" y="0"/>
          <a:chExt cx="0" cy="0"/>
        </a:xfrm>
      </p:grpSpPr>
      <p:pic>
        <p:nvPicPr>
          <p:cNvPr id="2021" name="Google Shape;2021;p12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descr="Yellow_single_sparkle.png" id="2022" name="Google Shape;2022;p120"/>
          <p:cNvPicPr preferRelativeResize="0"/>
          <p:nvPr/>
        </p:nvPicPr>
        <p:blipFill rotWithShape="1">
          <a:blip r:embed="rId3">
            <a:alphaModFix/>
          </a:blip>
          <a:srcRect b="0" l="0" r="0" t="0"/>
          <a:stretch/>
        </p:blipFill>
        <p:spPr>
          <a:xfrm>
            <a:off x="13026193" y="2928101"/>
            <a:ext cx="599862" cy="607534"/>
          </a:xfrm>
          <a:prstGeom prst="rect">
            <a:avLst/>
          </a:prstGeom>
          <a:noFill/>
          <a:ln>
            <a:noFill/>
          </a:ln>
        </p:spPr>
      </p:pic>
      <p:pic>
        <p:nvPicPr>
          <p:cNvPr descr="Yellow_single_sparkle.png" id="2023" name="Google Shape;2023;p120"/>
          <p:cNvPicPr preferRelativeResize="0"/>
          <p:nvPr/>
        </p:nvPicPr>
        <p:blipFill rotWithShape="1">
          <a:blip r:embed="rId3">
            <a:alphaModFix/>
          </a:blip>
          <a:srcRect b="0" l="0" r="0" t="0"/>
          <a:stretch/>
        </p:blipFill>
        <p:spPr>
          <a:xfrm>
            <a:off x="12701663" y="2881030"/>
            <a:ext cx="265074" cy="268465"/>
          </a:xfrm>
          <a:prstGeom prst="rect">
            <a:avLst/>
          </a:prstGeom>
          <a:noFill/>
          <a:ln>
            <a:noFill/>
          </a:ln>
        </p:spPr>
      </p:pic>
      <p:pic>
        <p:nvPicPr>
          <p:cNvPr descr="Yellow_single_sparkle.png" id="2024" name="Google Shape;2024;p120"/>
          <p:cNvPicPr preferRelativeResize="0"/>
          <p:nvPr/>
        </p:nvPicPr>
        <p:blipFill rotWithShape="1">
          <a:blip r:embed="rId3">
            <a:alphaModFix/>
          </a:blip>
          <a:srcRect b="0" l="0" r="0" t="0"/>
          <a:stretch/>
        </p:blipFill>
        <p:spPr>
          <a:xfrm>
            <a:off x="5392021" y="5427419"/>
            <a:ext cx="800071" cy="810306"/>
          </a:xfrm>
          <a:prstGeom prst="rect">
            <a:avLst/>
          </a:prstGeom>
          <a:noFill/>
          <a:ln>
            <a:noFill/>
          </a:ln>
        </p:spPr>
      </p:pic>
      <p:pic>
        <p:nvPicPr>
          <p:cNvPr descr="Yellow_single_sparkle.png" id="2025" name="Google Shape;2025;p120"/>
          <p:cNvPicPr preferRelativeResize="0"/>
          <p:nvPr/>
        </p:nvPicPr>
        <p:blipFill rotWithShape="1">
          <a:blip r:embed="rId3">
            <a:alphaModFix/>
          </a:blip>
          <a:srcRect b="0" l="0" r="0" t="0"/>
          <a:stretch/>
        </p:blipFill>
        <p:spPr>
          <a:xfrm>
            <a:off x="4395307" y="5026412"/>
            <a:ext cx="448164" cy="453897"/>
          </a:xfrm>
          <a:prstGeom prst="rect">
            <a:avLst/>
          </a:prstGeom>
          <a:noFill/>
          <a:ln>
            <a:noFill/>
          </a:ln>
        </p:spPr>
      </p:pic>
      <p:pic>
        <p:nvPicPr>
          <p:cNvPr descr="pasted-movie.png" id="2026" name="Google Shape;2026;p120"/>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2027" name="Google Shape;2027;p120"/>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2028" name="Google Shape;2028;p120"/>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2029" name="Google Shape;2029;p120"/>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2030" name="Google Shape;2030;p120"/>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2031" name="Shape 2031"/>
        <p:cNvGrpSpPr/>
        <p:nvPr/>
      </p:nvGrpSpPr>
      <p:grpSpPr>
        <a:xfrm>
          <a:off x="0" y="0"/>
          <a:ext cx="0" cy="0"/>
          <a:chOff x="0" y="0"/>
          <a:chExt cx="0" cy="0"/>
        </a:xfrm>
      </p:grpSpPr>
      <p:pic>
        <p:nvPicPr>
          <p:cNvPr id="2032" name="Google Shape;2032;p12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descr="Yellow_single_sparkle.png" id="2033" name="Google Shape;2033;p121"/>
          <p:cNvPicPr preferRelativeResize="0"/>
          <p:nvPr/>
        </p:nvPicPr>
        <p:blipFill rotWithShape="1">
          <a:blip r:embed="rId3">
            <a:alphaModFix/>
          </a:blip>
          <a:srcRect b="0" l="0" r="0" t="0"/>
          <a:stretch/>
        </p:blipFill>
        <p:spPr>
          <a:xfrm>
            <a:off x="13026193" y="2928101"/>
            <a:ext cx="599862" cy="607534"/>
          </a:xfrm>
          <a:prstGeom prst="rect">
            <a:avLst/>
          </a:prstGeom>
          <a:noFill/>
          <a:ln>
            <a:noFill/>
          </a:ln>
        </p:spPr>
      </p:pic>
      <p:pic>
        <p:nvPicPr>
          <p:cNvPr descr="Yellow_single_sparkle.png" id="2034" name="Google Shape;2034;p121"/>
          <p:cNvPicPr preferRelativeResize="0"/>
          <p:nvPr/>
        </p:nvPicPr>
        <p:blipFill rotWithShape="1">
          <a:blip r:embed="rId3">
            <a:alphaModFix/>
          </a:blip>
          <a:srcRect b="0" l="0" r="0" t="0"/>
          <a:stretch/>
        </p:blipFill>
        <p:spPr>
          <a:xfrm>
            <a:off x="12701663" y="2881030"/>
            <a:ext cx="265074" cy="268465"/>
          </a:xfrm>
          <a:prstGeom prst="rect">
            <a:avLst/>
          </a:prstGeom>
          <a:noFill/>
          <a:ln>
            <a:noFill/>
          </a:ln>
        </p:spPr>
      </p:pic>
      <p:pic>
        <p:nvPicPr>
          <p:cNvPr descr="Yellow_single_sparkle.png" id="2035" name="Google Shape;2035;p121"/>
          <p:cNvPicPr preferRelativeResize="0"/>
          <p:nvPr/>
        </p:nvPicPr>
        <p:blipFill rotWithShape="1">
          <a:blip r:embed="rId3">
            <a:alphaModFix/>
          </a:blip>
          <a:srcRect b="0" l="0" r="0" t="0"/>
          <a:stretch/>
        </p:blipFill>
        <p:spPr>
          <a:xfrm>
            <a:off x="4654833" y="4738344"/>
            <a:ext cx="800071" cy="810306"/>
          </a:xfrm>
          <a:prstGeom prst="rect">
            <a:avLst/>
          </a:prstGeom>
          <a:noFill/>
          <a:ln>
            <a:noFill/>
          </a:ln>
        </p:spPr>
      </p:pic>
      <p:pic>
        <p:nvPicPr>
          <p:cNvPr descr="Yellow_single_sparkle.png" id="2036" name="Google Shape;2036;p121"/>
          <p:cNvPicPr preferRelativeResize="0"/>
          <p:nvPr/>
        </p:nvPicPr>
        <p:blipFill rotWithShape="1">
          <a:blip r:embed="rId3">
            <a:alphaModFix/>
          </a:blip>
          <a:srcRect b="0" l="0" r="0" t="0"/>
          <a:stretch/>
        </p:blipFill>
        <p:spPr>
          <a:xfrm>
            <a:off x="4123832" y="4093512"/>
            <a:ext cx="448164" cy="453897"/>
          </a:xfrm>
          <a:prstGeom prst="rect">
            <a:avLst/>
          </a:prstGeom>
          <a:noFill/>
          <a:ln>
            <a:noFill/>
          </a:ln>
        </p:spPr>
      </p:pic>
      <p:pic>
        <p:nvPicPr>
          <p:cNvPr descr="pasted-movie.png" id="2037" name="Google Shape;2037;p121"/>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2038" name="Google Shape;2038;p121"/>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2039" name="Google Shape;2039;p121"/>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2040" name="Google Shape;2040;p121"/>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2041" name="Google Shape;2041;p121"/>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2042" name="Google Shape;2042;p121"/>
          <p:cNvSpPr/>
          <p:nvPr>
            <p:ph idx="2" type="pic"/>
          </p:nvPr>
        </p:nvSpPr>
        <p:spPr>
          <a:xfrm>
            <a:off x="2222075" y="1016000"/>
            <a:ext cx="2718000" cy="2718000"/>
          </a:xfrm>
          <a:prstGeom prst="ellipse">
            <a:avLst/>
          </a:prstGeom>
          <a:noFill/>
          <a:ln>
            <a:noFill/>
          </a:ln>
        </p:spPr>
      </p:sp>
      <p:sp>
        <p:nvSpPr>
          <p:cNvPr id="2043" name="Google Shape;2043;p121"/>
          <p:cNvSpPr/>
          <p:nvPr>
            <p:ph idx="3" type="pic"/>
          </p:nvPr>
        </p:nvSpPr>
        <p:spPr>
          <a:xfrm>
            <a:off x="857250" y="4628350"/>
            <a:ext cx="3400500" cy="3400500"/>
          </a:xfrm>
          <a:prstGeom prst="ellipse">
            <a:avLst/>
          </a:prstGeom>
          <a:noFill/>
          <a:ln>
            <a:noFill/>
          </a:ln>
        </p:spPr>
      </p:sp>
      <p:sp>
        <p:nvSpPr>
          <p:cNvPr id="2044" name="Google Shape;2044;p121"/>
          <p:cNvSpPr/>
          <p:nvPr>
            <p:ph idx="4" type="pic"/>
          </p:nvPr>
        </p:nvSpPr>
        <p:spPr>
          <a:xfrm>
            <a:off x="12073150" y="5902675"/>
            <a:ext cx="3575100" cy="3575100"/>
          </a:xfrm>
          <a:prstGeom prst="ellipse">
            <a:avLst/>
          </a:prstGeom>
          <a:noFill/>
          <a:ln>
            <a:noFill/>
          </a:ln>
        </p:spPr>
      </p:sp>
      <p:sp>
        <p:nvSpPr>
          <p:cNvPr id="2045" name="Google Shape;2045;p121"/>
          <p:cNvSpPr/>
          <p:nvPr>
            <p:ph idx="5" type="pic"/>
          </p:nvPr>
        </p:nvSpPr>
        <p:spPr>
          <a:xfrm>
            <a:off x="14272550" y="2881025"/>
            <a:ext cx="2718000" cy="2718000"/>
          </a:xfrm>
          <a:prstGeom prst="ellipse">
            <a:avLst/>
          </a:prstGeom>
          <a:noFill/>
          <a:ln>
            <a:noFill/>
          </a:ln>
        </p:spPr>
      </p:sp>
      <p:sp>
        <p:nvSpPr>
          <p:cNvPr id="2046" name="Google Shape;2046;p121"/>
          <p:cNvSpPr/>
          <p:nvPr>
            <p:ph idx="6" type="pic"/>
          </p:nvPr>
        </p:nvSpPr>
        <p:spPr>
          <a:xfrm>
            <a:off x="13662425" y="1015988"/>
            <a:ext cx="1360500" cy="1360500"/>
          </a:xfrm>
          <a:prstGeom prst="ellipse">
            <a:avLst/>
          </a:prstGeom>
          <a:noFill/>
          <a:ln>
            <a:noFill/>
          </a:ln>
        </p:spPr>
      </p:sp>
      <p:sp>
        <p:nvSpPr>
          <p:cNvPr id="2047" name="Google Shape;2047;p121"/>
          <p:cNvSpPr/>
          <p:nvPr>
            <p:ph idx="7" type="pic"/>
          </p:nvPr>
        </p:nvSpPr>
        <p:spPr>
          <a:xfrm>
            <a:off x="4395300" y="7499875"/>
            <a:ext cx="1977900" cy="1977900"/>
          </a:xfrm>
          <a:prstGeom prst="ellipse">
            <a:avLst/>
          </a:prstGeom>
          <a:noFill/>
          <a:ln>
            <a:noFill/>
          </a:ln>
        </p:spPr>
      </p:sp>
      <p:pic>
        <p:nvPicPr>
          <p:cNvPr descr="Yellow_single_sparkle.png" id="2048" name="Google Shape;2048;p121"/>
          <p:cNvPicPr preferRelativeResize="0"/>
          <p:nvPr/>
        </p:nvPicPr>
        <p:blipFill rotWithShape="1">
          <a:blip r:embed="rId3">
            <a:alphaModFix/>
          </a:blip>
          <a:srcRect b="0" l="0" r="0" t="0"/>
          <a:stretch/>
        </p:blipFill>
        <p:spPr>
          <a:xfrm>
            <a:off x="1490419" y="1221962"/>
            <a:ext cx="448164" cy="453897"/>
          </a:xfrm>
          <a:prstGeom prst="rect">
            <a:avLst/>
          </a:prstGeom>
          <a:noFill/>
          <a:ln>
            <a:noFill/>
          </a:ln>
        </p:spPr>
      </p:pic>
      <p:pic>
        <p:nvPicPr>
          <p:cNvPr descr="Yellow_single_sparkle.png" id="2049" name="Google Shape;2049;p121"/>
          <p:cNvPicPr preferRelativeResize="0"/>
          <p:nvPr/>
        </p:nvPicPr>
        <p:blipFill rotWithShape="1">
          <a:blip r:embed="rId3">
            <a:alphaModFix/>
          </a:blip>
          <a:srcRect b="0" l="0" r="0" t="0"/>
          <a:stretch/>
        </p:blipFill>
        <p:spPr>
          <a:xfrm>
            <a:off x="16043796" y="8358332"/>
            <a:ext cx="800071" cy="810306"/>
          </a:xfrm>
          <a:prstGeom prst="rect">
            <a:avLst/>
          </a:prstGeom>
          <a:noFill/>
          <a:ln>
            <a:noFill/>
          </a:ln>
        </p:spPr>
      </p:pic>
      <p:pic>
        <p:nvPicPr>
          <p:cNvPr descr="Yellow_single_sparkle.png" id="2050" name="Google Shape;2050;p121"/>
          <p:cNvPicPr preferRelativeResize="0"/>
          <p:nvPr/>
        </p:nvPicPr>
        <p:blipFill rotWithShape="1">
          <a:blip r:embed="rId3">
            <a:alphaModFix/>
          </a:blip>
          <a:srcRect b="0" l="0" r="0" t="0"/>
          <a:stretch/>
        </p:blipFill>
        <p:spPr>
          <a:xfrm>
            <a:off x="3356994" y="8500362"/>
            <a:ext cx="448164" cy="453897"/>
          </a:xfrm>
          <a:prstGeom prst="rect">
            <a:avLst/>
          </a:prstGeom>
          <a:noFill/>
          <a:ln>
            <a:noFill/>
          </a:ln>
        </p:spPr>
      </p:pic>
      <p:pic>
        <p:nvPicPr>
          <p:cNvPr descr="Yellow_single_sparkle.png" id="2051" name="Google Shape;2051;p121"/>
          <p:cNvPicPr preferRelativeResize="0"/>
          <p:nvPr/>
        </p:nvPicPr>
        <p:blipFill rotWithShape="1">
          <a:blip r:embed="rId3">
            <a:alphaModFix/>
          </a:blip>
          <a:srcRect b="0" l="0" r="0" t="0"/>
          <a:stretch/>
        </p:blipFill>
        <p:spPr>
          <a:xfrm>
            <a:off x="15553832" y="562112"/>
            <a:ext cx="448164" cy="453897"/>
          </a:xfrm>
          <a:prstGeom prst="rect">
            <a:avLst/>
          </a:prstGeom>
          <a:noFill/>
          <a:ln>
            <a:noFill/>
          </a:ln>
        </p:spPr>
      </p:pic>
      <p:pic>
        <p:nvPicPr>
          <p:cNvPr descr="Yellow_single_sparkle.png" id="2052" name="Google Shape;2052;p121"/>
          <p:cNvPicPr preferRelativeResize="0"/>
          <p:nvPr/>
        </p:nvPicPr>
        <p:blipFill rotWithShape="1">
          <a:blip r:embed="rId3">
            <a:alphaModFix/>
          </a:blip>
          <a:srcRect b="0" l="0" r="0" t="0"/>
          <a:stretch/>
        </p:blipFill>
        <p:spPr>
          <a:xfrm>
            <a:off x="15648244" y="9191725"/>
            <a:ext cx="448164" cy="453897"/>
          </a:xfrm>
          <a:prstGeom prst="rect">
            <a:avLst/>
          </a:prstGeom>
          <a:noFill/>
          <a:ln>
            <a:noFill/>
          </a:ln>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2053" name="Shape 2053"/>
        <p:cNvGrpSpPr/>
        <p:nvPr/>
      </p:nvGrpSpPr>
      <p:grpSpPr>
        <a:xfrm>
          <a:off x="0" y="0"/>
          <a:ext cx="0" cy="0"/>
          <a:chOff x="0" y="0"/>
          <a:chExt cx="0" cy="0"/>
        </a:xfrm>
      </p:grpSpPr>
      <p:pic>
        <p:nvPicPr>
          <p:cNvPr id="2054" name="Google Shape;2054;p12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descr="Yellow_single_sparkle.png" id="2055" name="Google Shape;2055;p122"/>
          <p:cNvPicPr preferRelativeResize="0"/>
          <p:nvPr/>
        </p:nvPicPr>
        <p:blipFill rotWithShape="1">
          <a:blip r:embed="rId3">
            <a:alphaModFix/>
          </a:blip>
          <a:srcRect b="0" l="0" r="0" t="0"/>
          <a:stretch/>
        </p:blipFill>
        <p:spPr>
          <a:xfrm>
            <a:off x="13026193" y="2928101"/>
            <a:ext cx="599862" cy="607534"/>
          </a:xfrm>
          <a:prstGeom prst="rect">
            <a:avLst/>
          </a:prstGeom>
          <a:noFill/>
          <a:ln>
            <a:noFill/>
          </a:ln>
        </p:spPr>
      </p:pic>
      <p:pic>
        <p:nvPicPr>
          <p:cNvPr descr="Yellow_single_sparkle.png" id="2056" name="Google Shape;2056;p122"/>
          <p:cNvPicPr preferRelativeResize="0"/>
          <p:nvPr/>
        </p:nvPicPr>
        <p:blipFill rotWithShape="1">
          <a:blip r:embed="rId3">
            <a:alphaModFix/>
          </a:blip>
          <a:srcRect b="0" l="0" r="0" t="0"/>
          <a:stretch/>
        </p:blipFill>
        <p:spPr>
          <a:xfrm>
            <a:off x="12701663" y="2881030"/>
            <a:ext cx="265074" cy="268465"/>
          </a:xfrm>
          <a:prstGeom prst="rect">
            <a:avLst/>
          </a:prstGeom>
          <a:noFill/>
          <a:ln>
            <a:noFill/>
          </a:ln>
        </p:spPr>
      </p:pic>
      <p:pic>
        <p:nvPicPr>
          <p:cNvPr descr="Yellow_single_sparkle.png" id="2057" name="Google Shape;2057;p122"/>
          <p:cNvPicPr preferRelativeResize="0"/>
          <p:nvPr/>
        </p:nvPicPr>
        <p:blipFill rotWithShape="1">
          <a:blip r:embed="rId3">
            <a:alphaModFix/>
          </a:blip>
          <a:srcRect b="0" l="0" r="0" t="0"/>
          <a:stretch/>
        </p:blipFill>
        <p:spPr>
          <a:xfrm>
            <a:off x="5004483" y="5478044"/>
            <a:ext cx="800071" cy="810306"/>
          </a:xfrm>
          <a:prstGeom prst="rect">
            <a:avLst/>
          </a:prstGeom>
          <a:noFill/>
          <a:ln>
            <a:noFill/>
          </a:ln>
        </p:spPr>
      </p:pic>
      <p:pic>
        <p:nvPicPr>
          <p:cNvPr descr="Yellow_single_sparkle.png" id="2058" name="Google Shape;2058;p122"/>
          <p:cNvPicPr preferRelativeResize="0"/>
          <p:nvPr/>
        </p:nvPicPr>
        <p:blipFill rotWithShape="1">
          <a:blip r:embed="rId3">
            <a:alphaModFix/>
          </a:blip>
          <a:srcRect b="0" l="0" r="0" t="0"/>
          <a:stretch/>
        </p:blipFill>
        <p:spPr>
          <a:xfrm>
            <a:off x="4482457" y="5024162"/>
            <a:ext cx="448164" cy="453897"/>
          </a:xfrm>
          <a:prstGeom prst="rect">
            <a:avLst/>
          </a:prstGeom>
          <a:noFill/>
          <a:ln>
            <a:noFill/>
          </a:ln>
        </p:spPr>
      </p:pic>
      <p:pic>
        <p:nvPicPr>
          <p:cNvPr descr="pasted-movie.png" id="2059" name="Google Shape;2059;p122"/>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2060" name="Google Shape;2060;p122"/>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2061" name="Google Shape;2061;p122"/>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2062" name="Google Shape;2062;p122"/>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2063" name="Google Shape;2063;p122"/>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2064" name="Google Shape;2064;p122"/>
          <p:cNvSpPr/>
          <p:nvPr>
            <p:ph idx="2" type="pic"/>
          </p:nvPr>
        </p:nvSpPr>
        <p:spPr>
          <a:xfrm>
            <a:off x="2355750" y="599100"/>
            <a:ext cx="2718000" cy="2718000"/>
          </a:xfrm>
          <a:prstGeom prst="ellipse">
            <a:avLst/>
          </a:prstGeom>
          <a:noFill/>
          <a:ln>
            <a:noFill/>
          </a:ln>
        </p:spPr>
      </p:sp>
      <p:sp>
        <p:nvSpPr>
          <p:cNvPr id="2065" name="Google Shape;2065;p122"/>
          <p:cNvSpPr/>
          <p:nvPr>
            <p:ph idx="3" type="pic"/>
          </p:nvPr>
        </p:nvSpPr>
        <p:spPr>
          <a:xfrm>
            <a:off x="725550" y="3541400"/>
            <a:ext cx="1977900" cy="1977900"/>
          </a:xfrm>
          <a:prstGeom prst="ellipse">
            <a:avLst/>
          </a:prstGeom>
          <a:noFill/>
          <a:ln>
            <a:noFill/>
          </a:ln>
        </p:spPr>
      </p:sp>
      <p:sp>
        <p:nvSpPr>
          <p:cNvPr id="2066" name="Google Shape;2066;p122"/>
          <p:cNvSpPr/>
          <p:nvPr>
            <p:ph idx="4" type="pic"/>
          </p:nvPr>
        </p:nvSpPr>
        <p:spPr>
          <a:xfrm>
            <a:off x="1714500" y="6205500"/>
            <a:ext cx="3400500" cy="3400500"/>
          </a:xfrm>
          <a:prstGeom prst="ellipse">
            <a:avLst/>
          </a:prstGeom>
          <a:noFill/>
          <a:ln>
            <a:noFill/>
          </a:ln>
        </p:spPr>
      </p:sp>
      <p:sp>
        <p:nvSpPr>
          <p:cNvPr id="2067" name="Google Shape;2067;p122"/>
          <p:cNvSpPr/>
          <p:nvPr>
            <p:ph idx="5" type="pic"/>
          </p:nvPr>
        </p:nvSpPr>
        <p:spPr>
          <a:xfrm>
            <a:off x="13633050" y="4628350"/>
            <a:ext cx="3797700" cy="3797700"/>
          </a:xfrm>
          <a:prstGeom prst="ellipse">
            <a:avLst/>
          </a:prstGeom>
          <a:noFill/>
          <a:ln>
            <a:noFill/>
          </a:ln>
        </p:spPr>
      </p:sp>
      <p:sp>
        <p:nvSpPr>
          <p:cNvPr id="2068" name="Google Shape;2068;p122"/>
          <p:cNvSpPr/>
          <p:nvPr>
            <p:ph idx="6" type="pic"/>
          </p:nvPr>
        </p:nvSpPr>
        <p:spPr>
          <a:xfrm>
            <a:off x="14433925" y="1016000"/>
            <a:ext cx="2718000" cy="2718000"/>
          </a:xfrm>
          <a:prstGeom prst="ellipse">
            <a:avLst/>
          </a:prstGeom>
          <a:noFill/>
          <a:ln>
            <a:noFill/>
          </a:ln>
        </p:spPr>
      </p:sp>
      <p:sp>
        <p:nvSpPr>
          <p:cNvPr id="2069" name="Google Shape;2069;p122"/>
          <p:cNvSpPr/>
          <p:nvPr>
            <p:ph idx="7" type="pic"/>
          </p:nvPr>
        </p:nvSpPr>
        <p:spPr>
          <a:xfrm>
            <a:off x="12073138" y="700788"/>
            <a:ext cx="1360500" cy="1360500"/>
          </a:xfrm>
          <a:prstGeom prst="ellipse">
            <a:avLst/>
          </a:prstGeom>
          <a:noFill/>
          <a:ln>
            <a:noFill/>
          </a:ln>
        </p:spPr>
      </p:sp>
      <p:sp>
        <p:nvSpPr>
          <p:cNvPr id="2070" name="Google Shape;2070;p122"/>
          <p:cNvSpPr/>
          <p:nvPr>
            <p:ph idx="8" type="pic"/>
          </p:nvPr>
        </p:nvSpPr>
        <p:spPr>
          <a:xfrm>
            <a:off x="12460250" y="7905750"/>
            <a:ext cx="1563900" cy="1563900"/>
          </a:xfrm>
          <a:prstGeom prst="ellipse">
            <a:avLst/>
          </a:prstGeom>
          <a:noFill/>
          <a:ln>
            <a:noFill/>
          </a:ln>
        </p:spPr>
      </p:sp>
      <p:sp>
        <p:nvSpPr>
          <p:cNvPr id="2071" name="Google Shape;2071;p122"/>
          <p:cNvSpPr/>
          <p:nvPr>
            <p:ph idx="9" type="pic"/>
          </p:nvPr>
        </p:nvSpPr>
        <p:spPr>
          <a:xfrm>
            <a:off x="5553688" y="8426038"/>
            <a:ext cx="1360500" cy="1360500"/>
          </a:xfrm>
          <a:prstGeom prst="ellipse">
            <a:avLst/>
          </a:prstGeom>
          <a:noFill/>
          <a:ln>
            <a:noFill/>
          </a:ln>
        </p:spPr>
      </p:sp>
      <p:sp>
        <p:nvSpPr>
          <p:cNvPr id="2072" name="Google Shape;2072;p122"/>
          <p:cNvSpPr/>
          <p:nvPr>
            <p:ph idx="13" type="pic"/>
          </p:nvPr>
        </p:nvSpPr>
        <p:spPr>
          <a:xfrm>
            <a:off x="6269750" y="599100"/>
            <a:ext cx="1563900" cy="1563900"/>
          </a:xfrm>
          <a:prstGeom prst="ellipse">
            <a:avLst/>
          </a:prstGeom>
          <a:noFill/>
          <a:ln>
            <a:noFill/>
          </a:ln>
        </p:spPr>
      </p:sp>
      <p:sp>
        <p:nvSpPr>
          <p:cNvPr id="2073" name="Google Shape;2073;p122"/>
          <p:cNvSpPr/>
          <p:nvPr>
            <p:ph idx="14" type="pic"/>
          </p:nvPr>
        </p:nvSpPr>
        <p:spPr>
          <a:xfrm>
            <a:off x="8623025" y="7346350"/>
            <a:ext cx="1977900" cy="1977900"/>
          </a:xfrm>
          <a:prstGeom prst="ellipse">
            <a:avLst/>
          </a:prstGeom>
          <a:noFill/>
          <a:ln>
            <a:noFill/>
          </a:ln>
        </p:spPr>
      </p:sp>
      <p:pic>
        <p:nvPicPr>
          <p:cNvPr descr="Yellow_single_sparkle.png" id="2074" name="Google Shape;2074;p122"/>
          <p:cNvPicPr preferRelativeResize="0"/>
          <p:nvPr/>
        </p:nvPicPr>
        <p:blipFill rotWithShape="1">
          <a:blip r:embed="rId3">
            <a:alphaModFix/>
          </a:blip>
          <a:srcRect b="0" l="0" r="0" t="0"/>
          <a:stretch/>
        </p:blipFill>
        <p:spPr>
          <a:xfrm>
            <a:off x="499632" y="3149512"/>
            <a:ext cx="448164" cy="453897"/>
          </a:xfrm>
          <a:prstGeom prst="rect">
            <a:avLst/>
          </a:prstGeom>
          <a:noFill/>
          <a:ln>
            <a:noFill/>
          </a:ln>
        </p:spPr>
      </p:pic>
      <p:pic>
        <p:nvPicPr>
          <p:cNvPr descr="Yellow_single_sparkle.png" id="2075" name="Google Shape;2075;p122"/>
          <p:cNvPicPr preferRelativeResize="0"/>
          <p:nvPr/>
        </p:nvPicPr>
        <p:blipFill rotWithShape="1">
          <a:blip r:embed="rId3">
            <a:alphaModFix/>
          </a:blip>
          <a:srcRect b="0" l="0" r="0" t="0"/>
          <a:stretch/>
        </p:blipFill>
        <p:spPr>
          <a:xfrm>
            <a:off x="12242121" y="6689569"/>
            <a:ext cx="800071" cy="810306"/>
          </a:xfrm>
          <a:prstGeom prst="rect">
            <a:avLst/>
          </a:prstGeom>
          <a:noFill/>
          <a:ln>
            <a:noFill/>
          </a:ln>
        </p:spPr>
      </p:pic>
      <p:pic>
        <p:nvPicPr>
          <p:cNvPr descr="Yellow_single_sparkle.png" id="2076" name="Google Shape;2076;p122"/>
          <p:cNvPicPr preferRelativeResize="0"/>
          <p:nvPr/>
        </p:nvPicPr>
        <p:blipFill rotWithShape="1">
          <a:blip r:embed="rId3">
            <a:alphaModFix/>
          </a:blip>
          <a:srcRect b="0" l="0" r="0" t="0"/>
          <a:stretch/>
        </p:blipFill>
        <p:spPr>
          <a:xfrm>
            <a:off x="1837832" y="9469662"/>
            <a:ext cx="448164" cy="453897"/>
          </a:xfrm>
          <a:prstGeom prst="rect">
            <a:avLst/>
          </a:prstGeom>
          <a:noFill/>
          <a:ln>
            <a:noFill/>
          </a:ln>
        </p:spPr>
      </p:pic>
      <p:pic>
        <p:nvPicPr>
          <p:cNvPr descr="Yellow_single_sparkle.png" id="2077" name="Google Shape;2077;p122"/>
          <p:cNvPicPr preferRelativeResize="0"/>
          <p:nvPr/>
        </p:nvPicPr>
        <p:blipFill rotWithShape="1">
          <a:blip r:embed="rId3">
            <a:alphaModFix/>
          </a:blip>
          <a:srcRect b="0" l="0" r="0" t="0"/>
          <a:stretch/>
        </p:blipFill>
        <p:spPr>
          <a:xfrm>
            <a:off x="10909707" y="857262"/>
            <a:ext cx="448164" cy="453897"/>
          </a:xfrm>
          <a:prstGeom prst="rect">
            <a:avLst/>
          </a:prstGeom>
          <a:noFill/>
          <a:ln>
            <a:noFill/>
          </a:ln>
        </p:spPr>
      </p:pic>
      <p:pic>
        <p:nvPicPr>
          <p:cNvPr descr="Yellow_single_sparkle.png" id="2078" name="Google Shape;2078;p122"/>
          <p:cNvPicPr preferRelativeResize="0"/>
          <p:nvPr/>
        </p:nvPicPr>
        <p:blipFill rotWithShape="1">
          <a:blip r:embed="rId3">
            <a:alphaModFix/>
          </a:blip>
          <a:srcRect b="0" l="0" r="0" t="0"/>
          <a:stretch/>
        </p:blipFill>
        <p:spPr>
          <a:xfrm>
            <a:off x="16982582" y="8690112"/>
            <a:ext cx="448164" cy="453897"/>
          </a:xfrm>
          <a:prstGeom prst="rect">
            <a:avLst/>
          </a:prstGeom>
          <a:noFill/>
          <a:ln>
            <a:noFill/>
          </a:ln>
        </p:spPr>
      </p:pic>
      <p:pic>
        <p:nvPicPr>
          <p:cNvPr descr="Yellow_single_sparkle.png" id="2079" name="Google Shape;2079;p122"/>
          <p:cNvPicPr preferRelativeResize="0"/>
          <p:nvPr/>
        </p:nvPicPr>
        <p:blipFill rotWithShape="1">
          <a:blip r:embed="rId3">
            <a:alphaModFix/>
          </a:blip>
          <a:srcRect b="0" l="0" r="0" t="0"/>
          <a:stretch/>
        </p:blipFill>
        <p:spPr>
          <a:xfrm>
            <a:off x="17327507" y="1016012"/>
            <a:ext cx="448164" cy="453897"/>
          </a:xfrm>
          <a:prstGeom prst="rect">
            <a:avLst/>
          </a:prstGeom>
          <a:noFill/>
          <a:ln>
            <a:noFill/>
          </a:ln>
        </p:spPr>
      </p:pic>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2080" name="Shape 2080"/>
        <p:cNvGrpSpPr/>
        <p:nvPr/>
      </p:nvGrpSpPr>
      <p:grpSpPr>
        <a:xfrm>
          <a:off x="0" y="0"/>
          <a:ext cx="0" cy="0"/>
          <a:chOff x="0" y="0"/>
          <a:chExt cx="0" cy="0"/>
        </a:xfrm>
      </p:grpSpPr>
      <p:pic>
        <p:nvPicPr>
          <p:cNvPr id="2081" name="Google Shape;2081;p12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2082" name="Google Shape;2082;p123"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2083" name="Google Shape;2083;p123"/>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2084" name="Shape 2084"/>
        <p:cNvGrpSpPr/>
        <p:nvPr/>
      </p:nvGrpSpPr>
      <p:grpSpPr>
        <a:xfrm>
          <a:off x="0" y="0"/>
          <a:ext cx="0" cy="0"/>
          <a:chOff x="0" y="0"/>
          <a:chExt cx="0" cy="0"/>
        </a:xfrm>
      </p:grpSpPr>
      <p:pic>
        <p:nvPicPr>
          <p:cNvPr id="2085" name="Google Shape;2085;p124"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2086" name="Google Shape;2086;p124"/>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2087" name="Google Shape;2087;p124"/>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1">
  <p:cSld name="CUSTOM_2_1">
    <p:spTree>
      <p:nvGrpSpPr>
        <p:cNvPr id="2088" name="Shape 2088"/>
        <p:cNvGrpSpPr/>
        <p:nvPr/>
      </p:nvGrpSpPr>
      <p:grpSpPr>
        <a:xfrm>
          <a:off x="0" y="0"/>
          <a:ext cx="0" cy="0"/>
          <a:chOff x="0" y="0"/>
          <a:chExt cx="0" cy="0"/>
        </a:xfrm>
      </p:grpSpPr>
      <p:pic>
        <p:nvPicPr>
          <p:cNvPr id="2089" name="Google Shape;2089;p12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2090" name="Google Shape;2090;p125" title="Blue_shadow.png"/>
          <p:cNvPicPr preferRelativeResize="0"/>
          <p:nvPr/>
        </p:nvPicPr>
        <p:blipFill>
          <a:blip r:embed="rId3">
            <a:alphaModFix/>
          </a:blip>
          <a:stretch>
            <a:fillRect/>
          </a:stretch>
        </p:blipFill>
        <p:spPr>
          <a:xfrm>
            <a:off x="1028700" y="8802925"/>
            <a:ext cx="5989326" cy="676275"/>
          </a:xfrm>
          <a:prstGeom prst="rect">
            <a:avLst/>
          </a:prstGeom>
          <a:noFill/>
          <a:ln>
            <a:noFill/>
          </a:ln>
        </p:spPr>
      </p:pic>
      <p:grpSp>
        <p:nvGrpSpPr>
          <p:cNvPr id="2091" name="Google Shape;2091;p125"/>
          <p:cNvGrpSpPr/>
          <p:nvPr/>
        </p:nvGrpSpPr>
        <p:grpSpPr>
          <a:xfrm>
            <a:off x="8902509" y="3996604"/>
            <a:ext cx="7978926" cy="2292356"/>
            <a:chOff x="5913125" y="1232600"/>
            <a:chExt cx="3443497" cy="989449"/>
          </a:xfrm>
        </p:grpSpPr>
        <p:sp>
          <p:nvSpPr>
            <p:cNvPr id="2092" name="Google Shape;2092;p125"/>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2093" name="Google Shape;2093;p125"/>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pic>
        <p:nvPicPr>
          <p:cNvPr id="2094" name="Google Shape;2094;p125"/>
          <p:cNvPicPr preferRelativeResize="0"/>
          <p:nvPr/>
        </p:nvPicPr>
        <p:blipFill>
          <a:blip r:embed="rId4">
            <a:alphaModFix/>
          </a:blip>
          <a:stretch>
            <a:fillRect/>
          </a:stretch>
        </p:blipFill>
        <p:spPr>
          <a:xfrm>
            <a:off x="1406573" y="3477000"/>
            <a:ext cx="4760713" cy="3332506"/>
          </a:xfrm>
          <a:prstGeom prst="rect">
            <a:avLst/>
          </a:prstGeom>
          <a:noFill/>
          <a:ln>
            <a:noFill/>
          </a:ln>
        </p:spPr>
      </p:pic>
      <p:cxnSp>
        <p:nvCxnSpPr>
          <p:cNvPr id="2095" name="Google Shape;2095;p125"/>
          <p:cNvCxnSpPr/>
          <p:nvPr/>
        </p:nvCxnSpPr>
        <p:spPr>
          <a:xfrm>
            <a:off x="7534896" y="3477000"/>
            <a:ext cx="0" cy="3333000"/>
          </a:xfrm>
          <a:prstGeom prst="straightConnector1">
            <a:avLst/>
          </a:prstGeom>
          <a:noFill/>
          <a:ln cap="flat" cmpd="sng" w="22050">
            <a:solidFill>
              <a:srgbClr val="0343DE"/>
            </a:solidFill>
            <a:prstDash val="solid"/>
            <a:round/>
            <a:headEnd len="med" w="med" type="none"/>
            <a:tailEnd len="med" w="med" type="none"/>
          </a:ln>
        </p:spPr>
      </p:cxnSp>
      <p:pic>
        <p:nvPicPr>
          <p:cNvPr id="2096" name="Google Shape;2096;p125" title="Blue_shadow.png"/>
          <p:cNvPicPr preferRelativeResize="0"/>
          <p:nvPr/>
        </p:nvPicPr>
        <p:blipFill>
          <a:blip r:embed="rId3">
            <a:alphaModFix/>
          </a:blip>
          <a:stretch>
            <a:fillRect/>
          </a:stretch>
        </p:blipFill>
        <p:spPr>
          <a:xfrm>
            <a:off x="7534900" y="8802925"/>
            <a:ext cx="9346526" cy="676275"/>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1">
  <p:cSld name="CUSTOM_3_1">
    <p:spTree>
      <p:nvGrpSpPr>
        <p:cNvPr id="2097" name="Shape 2097"/>
        <p:cNvGrpSpPr/>
        <p:nvPr/>
      </p:nvGrpSpPr>
      <p:grpSpPr>
        <a:xfrm>
          <a:off x="0" y="0"/>
          <a:ext cx="0" cy="0"/>
          <a:chOff x="0" y="0"/>
          <a:chExt cx="0" cy="0"/>
        </a:xfrm>
      </p:grpSpPr>
      <p:pic>
        <p:nvPicPr>
          <p:cNvPr id="2098" name="Google Shape;2098;p126"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2099" name="Google Shape;2099;p126" title="Blue_shadow.png"/>
          <p:cNvPicPr preferRelativeResize="0"/>
          <p:nvPr/>
        </p:nvPicPr>
        <p:blipFill>
          <a:blip r:embed="rId3">
            <a:alphaModFix amt="50000"/>
          </a:blip>
          <a:stretch>
            <a:fillRect/>
          </a:stretch>
        </p:blipFill>
        <p:spPr>
          <a:xfrm>
            <a:off x="1028700" y="8802925"/>
            <a:ext cx="5989326" cy="676275"/>
          </a:xfrm>
          <a:prstGeom prst="rect">
            <a:avLst/>
          </a:prstGeom>
          <a:noFill/>
          <a:ln>
            <a:noFill/>
          </a:ln>
        </p:spPr>
      </p:pic>
      <p:grpSp>
        <p:nvGrpSpPr>
          <p:cNvPr id="2100" name="Google Shape;2100;p126"/>
          <p:cNvGrpSpPr/>
          <p:nvPr/>
        </p:nvGrpSpPr>
        <p:grpSpPr>
          <a:xfrm>
            <a:off x="8902509" y="3996604"/>
            <a:ext cx="7978926" cy="2292356"/>
            <a:chOff x="5913125" y="1232600"/>
            <a:chExt cx="3443497" cy="989449"/>
          </a:xfrm>
        </p:grpSpPr>
        <p:sp>
          <p:nvSpPr>
            <p:cNvPr id="2101" name="Google Shape;2101;p126"/>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102" name="Google Shape;2102;p126"/>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pic>
        <p:nvPicPr>
          <p:cNvPr id="2103" name="Google Shape;2103;p126"/>
          <p:cNvPicPr preferRelativeResize="0"/>
          <p:nvPr/>
        </p:nvPicPr>
        <p:blipFill>
          <a:blip r:embed="rId4">
            <a:alphaModFix/>
          </a:blip>
          <a:stretch>
            <a:fillRect/>
          </a:stretch>
        </p:blipFill>
        <p:spPr>
          <a:xfrm>
            <a:off x="1406573" y="3477000"/>
            <a:ext cx="4760713" cy="3332506"/>
          </a:xfrm>
          <a:prstGeom prst="rect">
            <a:avLst/>
          </a:prstGeom>
          <a:noFill/>
          <a:ln>
            <a:noFill/>
          </a:ln>
        </p:spPr>
      </p:pic>
      <p:cxnSp>
        <p:nvCxnSpPr>
          <p:cNvPr id="2104" name="Google Shape;2104;p126"/>
          <p:cNvCxnSpPr/>
          <p:nvPr/>
        </p:nvCxnSpPr>
        <p:spPr>
          <a:xfrm>
            <a:off x="7534896" y="3477000"/>
            <a:ext cx="0" cy="3333000"/>
          </a:xfrm>
          <a:prstGeom prst="straightConnector1">
            <a:avLst/>
          </a:prstGeom>
          <a:noFill/>
          <a:ln cap="flat" cmpd="sng" w="22050">
            <a:solidFill>
              <a:schemeClr val="accent1"/>
            </a:solidFill>
            <a:prstDash val="solid"/>
            <a:round/>
            <a:headEnd len="med" w="med" type="none"/>
            <a:tailEnd len="med" w="med" type="none"/>
          </a:ln>
        </p:spPr>
      </p:cxnSp>
      <p:pic>
        <p:nvPicPr>
          <p:cNvPr id="2105" name="Google Shape;2105;p126" title="Blue_shadow.png"/>
          <p:cNvPicPr preferRelativeResize="0"/>
          <p:nvPr/>
        </p:nvPicPr>
        <p:blipFill>
          <a:blip r:embed="rId3">
            <a:alphaModFix amt="50000"/>
          </a:blip>
          <a:stretch>
            <a:fillRect/>
          </a:stretch>
        </p:blipFill>
        <p:spPr>
          <a:xfrm>
            <a:off x="7534900" y="8802925"/>
            <a:ext cx="9346526" cy="676275"/>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rgbClr val="CFE9FE"/>
        </a:solidFill>
      </p:bgPr>
    </p:bg>
    <p:spTree>
      <p:nvGrpSpPr>
        <p:cNvPr id="2106" name="Shape 2106"/>
        <p:cNvGrpSpPr/>
        <p:nvPr/>
      </p:nvGrpSpPr>
      <p:grpSpPr>
        <a:xfrm>
          <a:off x="0" y="0"/>
          <a:ext cx="0" cy="0"/>
          <a:chOff x="0" y="0"/>
          <a:chExt cx="0" cy="0"/>
        </a:xfrm>
      </p:grpSpPr>
      <p:sp>
        <p:nvSpPr>
          <p:cNvPr id="2107" name="Google Shape;2107;p127"/>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2108" name="Google Shape;2108;p127" title="alt=&quot;&quot;"/>
          <p:cNvSpPr/>
          <p:nvPr/>
        </p:nvSpPr>
        <p:spPr>
          <a:xfrm>
            <a:off x="858159" y="23041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2109" name="Google Shape;2109;p127"/>
          <p:cNvSpPr txBox="1"/>
          <p:nvPr/>
        </p:nvSpPr>
        <p:spPr>
          <a:xfrm>
            <a:off x="1343284" y="2823621"/>
            <a:ext cx="15512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consummate the pending acquisition of Informatica on a timely basis or at all;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the pace of change and innovation and our ability to compete in the markets in which we participate; and our ability to maintain and enhance our brands.</a:t>
            </a:r>
            <a:endParaRPr sz="2200">
              <a:solidFill>
                <a:srgbClr val="032D60"/>
              </a:solidFill>
              <a:latin typeface="Salesforce Sans"/>
              <a:ea typeface="Salesforce Sans"/>
              <a:cs typeface="Salesforce Sans"/>
              <a:sym typeface="Salesforce Sans"/>
            </a:endParaRPr>
          </a:p>
        </p:txBody>
      </p:sp>
      <p:grpSp>
        <p:nvGrpSpPr>
          <p:cNvPr id="2110" name="Google Shape;2110;p127"/>
          <p:cNvGrpSpPr/>
          <p:nvPr/>
        </p:nvGrpSpPr>
        <p:grpSpPr>
          <a:xfrm>
            <a:off x="14497041" y="952412"/>
            <a:ext cx="1598127" cy="459104"/>
            <a:chOff x="5913125" y="1232600"/>
            <a:chExt cx="3443497" cy="989449"/>
          </a:xfrm>
        </p:grpSpPr>
        <p:sp>
          <p:nvSpPr>
            <p:cNvPr id="2111" name="Google Shape;2111;p127"/>
            <p:cNvSpPr/>
            <p:nvPr/>
          </p:nvSpPr>
          <p:spPr>
            <a:xfrm>
              <a:off x="5913125" y="1232600"/>
              <a:ext cx="3443497" cy="570566"/>
            </a:xfrm>
            <a:prstGeom prst="rect">
              <a:avLst/>
            </a:prstGeom>
          </p:spPr>
          <p:txBody>
            <a:bodyPr>
              <a:prstTxWarp prst="textPlain"/>
            </a:bodyPr>
            <a:lstStyle/>
            <a:p>
              <a:pPr lvl="0" algn="ctr"/>
              <a:r>
                <a:rPr b="0" i="0">
                  <a:ln>
                    <a:noFill/>
                  </a:ln>
                  <a:solidFill>
                    <a:schemeClr val="dk1"/>
                  </a:solidFill>
                  <a:latin typeface="Avant Garde Demi SFDC"/>
                </a:rPr>
                <a:t>professional</a:t>
              </a:r>
            </a:p>
          </p:txBody>
        </p:sp>
        <p:sp>
          <p:nvSpPr>
            <p:cNvPr id="2112" name="Google Shape;2112;p127"/>
            <p:cNvSpPr/>
            <p:nvPr/>
          </p:nvSpPr>
          <p:spPr>
            <a:xfrm>
              <a:off x="5913125" y="1761955"/>
              <a:ext cx="2368504" cy="460095"/>
            </a:xfrm>
            <a:prstGeom prst="rect">
              <a:avLst/>
            </a:prstGeom>
          </p:spPr>
          <p:txBody>
            <a:bodyPr>
              <a:prstTxWarp prst="textPlain"/>
            </a:bodyPr>
            <a:lstStyle/>
            <a:p>
              <a:pPr lvl="0" algn="ctr"/>
              <a:r>
                <a:rPr b="0" i="0">
                  <a:ln>
                    <a:noFill/>
                  </a:ln>
                  <a:solidFill>
                    <a:schemeClr val="dk1"/>
                  </a:solidFill>
                  <a:latin typeface="Avant Garde Demi SFDC"/>
                </a:rPr>
                <a:t>services</a:t>
              </a:r>
            </a:p>
          </p:txBody>
        </p:sp>
      </p:grpSp>
      <p:cxnSp>
        <p:nvCxnSpPr>
          <p:cNvPr id="2113" name="Google Shape;2113;p127"/>
          <p:cNvCxnSpPr/>
          <p:nvPr/>
        </p:nvCxnSpPr>
        <p:spPr>
          <a:xfrm>
            <a:off x="16318725" y="889313"/>
            <a:ext cx="0" cy="585300"/>
          </a:xfrm>
          <a:prstGeom prst="straightConnector1">
            <a:avLst/>
          </a:prstGeom>
          <a:noFill/>
          <a:ln cap="flat" cmpd="sng" w="9525">
            <a:solidFill>
              <a:srgbClr val="9E9E9E"/>
            </a:solidFill>
            <a:prstDash val="solid"/>
            <a:round/>
            <a:headEnd len="med" w="med" type="none"/>
            <a:tailEnd len="med" w="med" type="none"/>
          </a:ln>
        </p:spPr>
      </p:cxn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2114" name="Shape 2114"/>
        <p:cNvGrpSpPr/>
        <p:nvPr/>
      </p:nvGrpSpPr>
      <p:grpSpPr>
        <a:xfrm>
          <a:off x="0" y="0"/>
          <a:ext cx="0" cy="0"/>
          <a:chOff x="0" y="0"/>
          <a:chExt cx="0" cy="0"/>
        </a:xfrm>
      </p:grpSpPr>
      <p:pic>
        <p:nvPicPr>
          <p:cNvPr id="2115" name="Google Shape;2115;p12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2116" name="Google Shape;2116;p128"/>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2117" name="Google Shape;2117;p128"/>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2118" name="Google Shape;2118;p128" title="alt=&quot;&quot;"/>
          <p:cNvSpPr/>
          <p:nvPr/>
        </p:nvSpPr>
        <p:spPr>
          <a:xfrm>
            <a:off x="858159" y="23041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2119" name="Google Shape;2119;p128"/>
          <p:cNvSpPr txBox="1"/>
          <p:nvPr/>
        </p:nvSpPr>
        <p:spPr>
          <a:xfrm>
            <a:off x="1343284" y="2823621"/>
            <a:ext cx="15512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consummate the pending acquisition of Informatica on a timely basis or at all;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the pace of change and innovation and our ability to compete in the markets in which we participate; and our ability to maintain and enhance our brands.</a:t>
            </a:r>
            <a:endParaRPr sz="2200">
              <a:solidFill>
                <a:srgbClr val="032D60"/>
              </a:solidFill>
              <a:latin typeface="Salesforce Sans"/>
              <a:ea typeface="Salesforce Sans"/>
              <a:cs typeface="Salesforce Sans"/>
              <a:sym typeface="Salesforce Sans"/>
            </a:endParaRPr>
          </a:p>
        </p:txBody>
      </p:sp>
      <p:grpSp>
        <p:nvGrpSpPr>
          <p:cNvPr id="2120" name="Google Shape;2120;p128"/>
          <p:cNvGrpSpPr/>
          <p:nvPr/>
        </p:nvGrpSpPr>
        <p:grpSpPr>
          <a:xfrm>
            <a:off x="14497041" y="952412"/>
            <a:ext cx="1598127" cy="459104"/>
            <a:chOff x="5913125" y="1232600"/>
            <a:chExt cx="3443497" cy="989449"/>
          </a:xfrm>
        </p:grpSpPr>
        <p:sp>
          <p:nvSpPr>
            <p:cNvPr id="2121" name="Google Shape;2121;p128"/>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2122" name="Google Shape;2122;p128"/>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cxnSp>
        <p:nvCxnSpPr>
          <p:cNvPr id="2123" name="Google Shape;2123;p128"/>
          <p:cNvCxnSpPr/>
          <p:nvPr/>
        </p:nvCxnSpPr>
        <p:spPr>
          <a:xfrm>
            <a:off x="16318725" y="889313"/>
            <a:ext cx="0" cy="5853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ck Title-Do Not Use">
  <p:cSld name="CUSTOM_1_1_2_3_1_4">
    <p:bg>
      <p:bgPr>
        <a:solidFill>
          <a:schemeClr val="dk2"/>
        </a:solidFill>
      </p:bgPr>
    </p:bg>
    <p:spTree>
      <p:nvGrpSpPr>
        <p:cNvPr id="2124" name="Shape 2124"/>
        <p:cNvGrpSpPr/>
        <p:nvPr/>
      </p:nvGrpSpPr>
      <p:grpSpPr>
        <a:xfrm>
          <a:off x="0" y="0"/>
          <a:ext cx="0" cy="0"/>
          <a:chOff x="0" y="0"/>
          <a:chExt cx="0" cy="0"/>
        </a:xfrm>
      </p:grpSpPr>
      <p:sp>
        <p:nvSpPr>
          <p:cNvPr id="2125" name="Google Shape;2125;p129"/>
          <p:cNvSpPr/>
          <p:nvPr/>
        </p:nvSpPr>
        <p:spPr>
          <a:xfrm>
            <a:off x="0" y="0"/>
            <a:ext cx="18288000" cy="10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126" name="Google Shape;2126;p129"/>
          <p:cNvSpPr txBox="1"/>
          <p:nvPr/>
        </p:nvSpPr>
        <p:spPr>
          <a:xfrm>
            <a:off x="914400" y="3007800"/>
            <a:ext cx="16459200" cy="4137300"/>
          </a:xfrm>
          <a:prstGeom prst="rect">
            <a:avLst/>
          </a:prstGeom>
          <a:noFill/>
          <a:ln>
            <a:noFill/>
          </a:ln>
        </p:spPr>
        <p:txBody>
          <a:bodyPr anchorCtr="0" anchor="t" bIns="182850" lIns="182850" spcFirstLastPara="1" rIns="182850" wrap="square" tIns="182850">
            <a:spAutoFit/>
          </a:bodyPr>
          <a:lstStyle/>
          <a:p>
            <a:pPr indent="0" lvl="0" marL="0" rtl="0" algn="ctr">
              <a:lnSpc>
                <a:spcPct val="85000"/>
              </a:lnSpc>
              <a:spcBef>
                <a:spcPts val="0"/>
              </a:spcBef>
              <a:spcAft>
                <a:spcPts val="0"/>
              </a:spcAft>
              <a:buNone/>
            </a:pPr>
            <a:r>
              <a:rPr lang="en" sz="9600">
                <a:solidFill>
                  <a:schemeClr val="lt2"/>
                </a:solidFill>
                <a:latin typeface="Avant Garde Demi SFDC"/>
                <a:ea typeface="Avant Garde Demi SFDC"/>
                <a:cs typeface="Avant Garde Demi SFDC"/>
                <a:sym typeface="Avant Garde Demi SFDC"/>
              </a:rPr>
              <a:t>FY27 </a:t>
            </a:r>
            <a:br>
              <a:rPr lang="en" sz="9600">
                <a:solidFill>
                  <a:schemeClr val="lt2"/>
                </a:solidFill>
                <a:latin typeface="Avant Garde Demi SFDC"/>
                <a:ea typeface="Avant Garde Demi SFDC"/>
                <a:cs typeface="Avant Garde Demi SFDC"/>
                <a:sym typeface="Avant Garde Demi SFDC"/>
              </a:rPr>
            </a:br>
            <a:r>
              <a:rPr lang="en" sz="9600">
                <a:solidFill>
                  <a:srgbClr val="FFFFFF"/>
                </a:solidFill>
                <a:latin typeface="Avant Garde Demi SFDC"/>
                <a:ea typeface="Avant Garde Demi SFDC"/>
                <a:cs typeface="Avant Garde Demi SFDC"/>
                <a:sym typeface="Avant Garde Demi SFDC"/>
              </a:rPr>
              <a:t>Professional Services</a:t>
            </a:r>
            <a:br>
              <a:rPr lang="en" sz="9600">
                <a:solidFill>
                  <a:srgbClr val="FFFFFF"/>
                </a:solidFill>
                <a:latin typeface="Avant Garde Demi SFDC"/>
                <a:ea typeface="Avant Garde Demi SFDC"/>
                <a:cs typeface="Avant Garde Demi SFDC"/>
                <a:sym typeface="Avant Garde Demi SFDC"/>
              </a:rPr>
            </a:br>
            <a:r>
              <a:rPr lang="en" sz="9600">
                <a:solidFill>
                  <a:srgbClr val="FFFFFF"/>
                </a:solidFill>
                <a:latin typeface="Avant Garde Demi SFDC"/>
                <a:ea typeface="Avant Garde Demi SFDC"/>
                <a:cs typeface="Avant Garde Demi SFDC"/>
                <a:sym typeface="Avant Garde Demi SFDC"/>
              </a:rPr>
              <a:t>Core Template</a:t>
            </a:r>
            <a:endParaRPr sz="9600">
              <a:solidFill>
                <a:srgbClr val="FFFFFF"/>
              </a:solidFill>
              <a:latin typeface="Avant Garde Demi SFDC"/>
              <a:ea typeface="Avant Garde Demi SFDC"/>
              <a:cs typeface="Avant Garde Demi SFDC"/>
              <a:sym typeface="Avant Garde Demi SFDC"/>
            </a:endParaRPr>
          </a:p>
        </p:txBody>
      </p:sp>
      <p:grpSp>
        <p:nvGrpSpPr>
          <p:cNvPr id="2127" name="Google Shape;2127;p129"/>
          <p:cNvGrpSpPr/>
          <p:nvPr/>
        </p:nvGrpSpPr>
        <p:grpSpPr>
          <a:xfrm>
            <a:off x="0" y="8657400"/>
            <a:ext cx="18288000" cy="1629600"/>
            <a:chOff x="125" y="3979550"/>
            <a:chExt cx="9144000" cy="814800"/>
          </a:xfrm>
        </p:grpSpPr>
        <p:sp>
          <p:nvSpPr>
            <p:cNvPr id="2128" name="Google Shape;2128;p129"/>
            <p:cNvSpPr/>
            <p:nvPr/>
          </p:nvSpPr>
          <p:spPr>
            <a:xfrm>
              <a:off x="125" y="3979550"/>
              <a:ext cx="9144000" cy="814800"/>
            </a:xfrm>
            <a:prstGeom prst="rect">
              <a:avLst/>
            </a:prstGeom>
            <a:solidFill>
              <a:schemeClr val="dk1"/>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grpSp>
          <p:nvGrpSpPr>
            <p:cNvPr id="2129" name="Google Shape;2129;p129"/>
            <p:cNvGrpSpPr/>
            <p:nvPr/>
          </p:nvGrpSpPr>
          <p:grpSpPr>
            <a:xfrm>
              <a:off x="2617173" y="4205600"/>
              <a:ext cx="3909653" cy="362700"/>
              <a:chOff x="2868877" y="4354950"/>
              <a:chExt cx="3909653" cy="362700"/>
            </a:xfrm>
          </p:grpSpPr>
          <p:sp>
            <p:nvSpPr>
              <p:cNvPr id="2130" name="Google Shape;2130;p129"/>
              <p:cNvSpPr txBox="1"/>
              <p:nvPr/>
            </p:nvSpPr>
            <p:spPr>
              <a:xfrm>
                <a:off x="3339630" y="4369350"/>
                <a:ext cx="3438900" cy="3339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2800">
                    <a:solidFill>
                      <a:srgbClr val="FFFFFF"/>
                    </a:solidFill>
                    <a:latin typeface="Avant Garde Demi SFDC"/>
                    <a:ea typeface="Avant Garde Demi SFDC"/>
                    <a:cs typeface="Avant Garde Demi SFDC"/>
                    <a:sym typeface="Avant Garde Demi SFDC"/>
                  </a:rPr>
                  <a:t>Make a copy of this deck to start using </a:t>
                </a:r>
                <a:br>
                  <a:rPr lang="en" sz="2800">
                    <a:solidFill>
                      <a:srgbClr val="FFFFFF"/>
                    </a:solidFill>
                    <a:latin typeface="Avant Garde Demi SFDC"/>
                    <a:ea typeface="Avant Garde Demi SFDC"/>
                    <a:cs typeface="Avant Garde Demi SFDC"/>
                    <a:sym typeface="Avant Garde Demi SFDC"/>
                  </a:rPr>
                </a:br>
                <a:r>
                  <a:rPr lang="en" sz="1600">
                    <a:solidFill>
                      <a:srgbClr val="FFFFFF"/>
                    </a:solidFill>
                    <a:latin typeface="Salesforce Sans"/>
                    <a:ea typeface="Salesforce Sans"/>
                    <a:cs typeface="Salesforce Sans"/>
                    <a:sym typeface="Salesforce Sans"/>
                  </a:rPr>
                  <a:t>File  ⏵  Make a copy  ⏵  Entire presentation</a:t>
                </a:r>
                <a:endParaRPr sz="1600">
                  <a:solidFill>
                    <a:srgbClr val="FFFFFF"/>
                  </a:solidFill>
                  <a:latin typeface="Avant Garde Demi SFDC"/>
                  <a:ea typeface="Avant Garde Demi SFDC"/>
                  <a:cs typeface="Avant Garde Demi SFDC"/>
                  <a:sym typeface="Avant Garde Demi SFDC"/>
                </a:endParaRPr>
              </a:p>
            </p:txBody>
          </p:sp>
          <p:grpSp>
            <p:nvGrpSpPr>
              <p:cNvPr id="2131" name="Google Shape;2131;p129"/>
              <p:cNvGrpSpPr/>
              <p:nvPr/>
            </p:nvGrpSpPr>
            <p:grpSpPr>
              <a:xfrm>
                <a:off x="2868877" y="4354950"/>
                <a:ext cx="362700" cy="362700"/>
                <a:chOff x="4176900" y="3829600"/>
                <a:chExt cx="362700" cy="362700"/>
              </a:xfrm>
            </p:grpSpPr>
            <p:sp>
              <p:nvSpPr>
                <p:cNvPr id="2132" name="Google Shape;2132;p129"/>
                <p:cNvSpPr/>
                <p:nvPr/>
              </p:nvSpPr>
              <p:spPr>
                <a:xfrm>
                  <a:off x="4176900" y="3829600"/>
                  <a:ext cx="362700" cy="362700"/>
                </a:xfrm>
                <a:prstGeom prst="roundRect">
                  <a:avLst>
                    <a:gd fmla="val 16937" name="adj"/>
                  </a:avLst>
                </a:prstGeom>
                <a:solidFill>
                  <a:schemeClr val="lt2"/>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grpSp>
              <p:nvGrpSpPr>
                <p:cNvPr id="2133" name="Google Shape;2133;p129"/>
                <p:cNvGrpSpPr/>
                <p:nvPr/>
              </p:nvGrpSpPr>
              <p:grpSpPr>
                <a:xfrm>
                  <a:off x="4284836" y="3914132"/>
                  <a:ext cx="153644" cy="193281"/>
                  <a:chOff x="4303946" y="3857975"/>
                  <a:chExt cx="187737" cy="236169"/>
                </a:xfrm>
              </p:grpSpPr>
              <p:sp>
                <p:nvSpPr>
                  <p:cNvPr id="2134" name="Google Shape;2134;p129"/>
                  <p:cNvSpPr/>
                  <p:nvPr/>
                </p:nvSpPr>
                <p:spPr>
                  <a:xfrm>
                    <a:off x="4353660" y="3867557"/>
                    <a:ext cx="128400" cy="177000"/>
                  </a:xfrm>
                  <a:prstGeom prst="snip1Rect">
                    <a:avLst>
                      <a:gd fmla="val 30929" name="adj"/>
                    </a:avLst>
                  </a:prstGeom>
                  <a:noFill/>
                  <a:ln cap="flat" cmpd="sng" w="38100">
                    <a:solidFill>
                      <a:srgbClr val="FFFFFF"/>
                    </a:solidFill>
                    <a:prstDash val="solid"/>
                    <a:round/>
                    <a:headEnd len="sm" w="sm" type="none"/>
                    <a:tailEnd len="sm" w="sm" type="none"/>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sp>
                <p:nvSpPr>
                  <p:cNvPr id="2135" name="Google Shape;2135;p129"/>
                  <p:cNvSpPr/>
                  <p:nvPr/>
                </p:nvSpPr>
                <p:spPr>
                  <a:xfrm>
                    <a:off x="4425684" y="3857975"/>
                    <a:ext cx="66000" cy="66000"/>
                  </a:xfrm>
                  <a:prstGeom prst="rtTriangle">
                    <a:avLst/>
                  </a:prstGeom>
                  <a:solidFill>
                    <a:srgbClr val="FFFFFF"/>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latin typeface="Salesforce Sans"/>
                      <a:ea typeface="Salesforce Sans"/>
                      <a:cs typeface="Salesforce Sans"/>
                      <a:sym typeface="Salesforce Sans"/>
                    </a:endParaRPr>
                  </a:p>
                </p:txBody>
              </p:sp>
              <p:cxnSp>
                <p:nvCxnSpPr>
                  <p:cNvPr id="2136" name="Google Shape;2136;p129"/>
                  <p:cNvCxnSpPr/>
                  <p:nvPr/>
                </p:nvCxnSpPr>
                <p:spPr>
                  <a:xfrm>
                    <a:off x="4303946" y="3909595"/>
                    <a:ext cx="0" cy="184500"/>
                  </a:xfrm>
                  <a:prstGeom prst="straightConnector1">
                    <a:avLst/>
                  </a:prstGeom>
                  <a:noFill/>
                  <a:ln cap="rnd" cmpd="sng" w="38100">
                    <a:solidFill>
                      <a:srgbClr val="FFFFFF"/>
                    </a:solidFill>
                    <a:prstDash val="solid"/>
                    <a:round/>
                    <a:headEnd len="med" w="med" type="none"/>
                    <a:tailEnd len="med" w="med" type="none"/>
                  </a:ln>
                </p:spPr>
              </p:cxnSp>
              <p:cxnSp>
                <p:nvCxnSpPr>
                  <p:cNvPr id="2137" name="Google Shape;2137;p129"/>
                  <p:cNvCxnSpPr/>
                  <p:nvPr/>
                </p:nvCxnSpPr>
                <p:spPr>
                  <a:xfrm>
                    <a:off x="4305814" y="4094144"/>
                    <a:ext cx="119400" cy="0"/>
                  </a:xfrm>
                  <a:prstGeom prst="straightConnector1">
                    <a:avLst/>
                  </a:prstGeom>
                  <a:noFill/>
                  <a:ln cap="rnd" cmpd="sng" w="38100">
                    <a:solidFill>
                      <a:srgbClr val="FFFFFF"/>
                    </a:solidFill>
                    <a:prstDash val="solid"/>
                    <a:round/>
                    <a:headEnd len="med" w="med" type="none"/>
                    <a:tailEnd len="med" w="med" type="none"/>
                  </a:ln>
                </p:spPr>
              </p:cxnSp>
            </p:grpSp>
          </p:grpSp>
        </p:grpSp>
      </p:grpSp>
      <p:grpSp>
        <p:nvGrpSpPr>
          <p:cNvPr id="2138" name="Google Shape;2138;p129"/>
          <p:cNvGrpSpPr/>
          <p:nvPr/>
        </p:nvGrpSpPr>
        <p:grpSpPr>
          <a:xfrm>
            <a:off x="7594207" y="848175"/>
            <a:ext cx="3099585" cy="667500"/>
            <a:chOff x="2684629" y="848175"/>
            <a:chExt cx="3099585" cy="667500"/>
          </a:xfrm>
        </p:grpSpPr>
        <p:grpSp>
          <p:nvGrpSpPr>
            <p:cNvPr id="2139" name="Google Shape;2139;p129"/>
            <p:cNvGrpSpPr/>
            <p:nvPr/>
          </p:nvGrpSpPr>
          <p:grpSpPr>
            <a:xfrm>
              <a:off x="4186087" y="952224"/>
              <a:ext cx="1598127" cy="459104"/>
              <a:chOff x="5913125" y="1232600"/>
              <a:chExt cx="3443497" cy="989449"/>
            </a:xfrm>
          </p:grpSpPr>
          <p:sp>
            <p:nvSpPr>
              <p:cNvPr id="2140" name="Google Shape;2140;p129"/>
              <p:cNvSpPr/>
              <p:nvPr/>
            </p:nvSpPr>
            <p:spPr>
              <a:xfrm>
                <a:off x="5913125" y="1232600"/>
                <a:ext cx="3443497" cy="570566"/>
              </a:xfrm>
              <a:prstGeom prst="rect">
                <a:avLst/>
              </a:prstGeom>
            </p:spPr>
            <p:txBody>
              <a:bodyPr>
                <a:prstTxWarp prst="textPlain"/>
              </a:bodyPr>
              <a:lstStyle/>
              <a:p>
                <a:pPr lvl="0" algn="ctr"/>
                <a:r>
                  <a:rPr b="0" i="0">
                    <a:ln>
                      <a:noFill/>
                    </a:ln>
                    <a:solidFill>
                      <a:schemeClr val="lt1"/>
                    </a:solidFill>
                    <a:latin typeface="Avant Garde Demi SFDC"/>
                  </a:rPr>
                  <a:t>professional</a:t>
                </a:r>
              </a:p>
            </p:txBody>
          </p:sp>
          <p:sp>
            <p:nvSpPr>
              <p:cNvPr id="2141" name="Google Shape;2141;p129"/>
              <p:cNvSpPr/>
              <p:nvPr/>
            </p:nvSpPr>
            <p:spPr>
              <a:xfrm>
                <a:off x="5913125" y="1761955"/>
                <a:ext cx="2368504" cy="460095"/>
              </a:xfrm>
              <a:prstGeom prst="rect">
                <a:avLst/>
              </a:prstGeom>
            </p:spPr>
            <p:txBody>
              <a:bodyPr>
                <a:prstTxWarp prst="textPlain"/>
              </a:bodyPr>
              <a:lstStyle/>
              <a:p>
                <a:pPr lvl="0" algn="ctr"/>
                <a:r>
                  <a:rPr b="0" i="0">
                    <a:ln>
                      <a:noFill/>
                    </a:ln>
                    <a:solidFill>
                      <a:schemeClr val="lt1"/>
                    </a:solidFill>
                    <a:latin typeface="Avant Garde Demi SFDC"/>
                  </a:rPr>
                  <a:t>services</a:t>
                </a:r>
              </a:p>
            </p:txBody>
          </p:sp>
        </p:grpSp>
        <p:pic>
          <p:nvPicPr>
            <p:cNvPr id="2142" name="Google Shape;2142;p129"/>
            <p:cNvPicPr preferRelativeResize="0"/>
            <p:nvPr/>
          </p:nvPicPr>
          <p:blipFill>
            <a:blip r:embed="rId2">
              <a:alphaModFix/>
            </a:blip>
            <a:stretch>
              <a:fillRect/>
            </a:stretch>
          </p:blipFill>
          <p:spPr>
            <a:xfrm>
              <a:off x="2684629" y="848175"/>
              <a:ext cx="953486" cy="667444"/>
            </a:xfrm>
            <a:prstGeom prst="rect">
              <a:avLst/>
            </a:prstGeom>
            <a:noFill/>
            <a:ln>
              <a:noFill/>
            </a:ln>
          </p:spPr>
        </p:pic>
        <p:cxnSp>
          <p:nvCxnSpPr>
            <p:cNvPr id="2143" name="Google Shape;2143;p129"/>
            <p:cNvCxnSpPr/>
            <p:nvPr/>
          </p:nvCxnSpPr>
          <p:spPr>
            <a:xfrm>
              <a:off x="3912021" y="848175"/>
              <a:ext cx="0" cy="667500"/>
            </a:xfrm>
            <a:prstGeom prst="straightConnector1">
              <a:avLst/>
            </a:prstGeom>
            <a:noFill/>
            <a:ln cap="flat" cmpd="sng" w="4425">
              <a:solidFill>
                <a:schemeClr val="dk1"/>
              </a:solidFill>
              <a:prstDash val="solid"/>
              <a:round/>
              <a:headEnd len="med" w="med" type="none"/>
              <a:tailEnd len="med" w="med" type="none"/>
            </a:ln>
          </p:spPr>
        </p:cxnSp>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1">
  <p:cSld name="CUSTOM_4_1">
    <p:bg>
      <p:bgPr>
        <a:solidFill>
          <a:schemeClr val="accent3"/>
        </a:solidFill>
      </p:bgPr>
    </p:bg>
    <p:spTree>
      <p:nvGrpSpPr>
        <p:cNvPr id="2144" name="Shape 2144"/>
        <p:cNvGrpSpPr/>
        <p:nvPr/>
      </p:nvGrpSpPr>
      <p:grpSpPr>
        <a:xfrm>
          <a:off x="0" y="0"/>
          <a:ext cx="0" cy="0"/>
          <a:chOff x="0" y="0"/>
          <a:chExt cx="0" cy="0"/>
        </a:xfrm>
      </p:grpSpPr>
      <p:sp>
        <p:nvSpPr>
          <p:cNvPr id="2145" name="Google Shape;2145;p130"/>
          <p:cNvSpPr/>
          <p:nvPr/>
        </p:nvSpPr>
        <p:spPr>
          <a:xfrm>
            <a:off x="0" y="0"/>
            <a:ext cx="18288000" cy="10287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146" name="Google Shape;2146;p13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 Id="rId56" Type="http://schemas.openxmlformats.org/officeDocument/2006/relationships/slideLayout" Target="../slideLayouts/slideLayout55.xml"/><Relationship Id="rId57" Type="http://schemas.openxmlformats.org/officeDocument/2006/relationships/slideLayout" Target="../slideLayouts/slideLayout56.xml"/><Relationship Id="rId58" Type="http://schemas.openxmlformats.org/officeDocument/2006/relationships/slideLayout" Target="../slideLayouts/slideLayout57.xml"/><Relationship Id="rId59" Type="http://schemas.openxmlformats.org/officeDocument/2006/relationships/slideLayout" Target="../slideLayouts/slideLayout58.xml"/><Relationship Id="rId60" Type="http://schemas.openxmlformats.org/officeDocument/2006/relationships/slideLayout" Target="../slideLayouts/slideLayout59.xml"/><Relationship Id="rId61" Type="http://schemas.openxmlformats.org/officeDocument/2006/relationships/slideLayout" Target="../slideLayouts/slideLayout60.xml"/><Relationship Id="rId62" Type="http://schemas.openxmlformats.org/officeDocument/2006/relationships/slideLayout" Target="../slideLayouts/slideLayout61.xml"/><Relationship Id="rId63" Type="http://schemas.openxmlformats.org/officeDocument/2006/relationships/slideLayout" Target="../slideLayouts/slideLayout62.xml"/><Relationship Id="rId64" Type="http://schemas.openxmlformats.org/officeDocument/2006/relationships/slideLayout" Target="../slideLayouts/slideLayout63.xml"/><Relationship Id="rId65" Type="http://schemas.openxmlformats.org/officeDocument/2006/relationships/slideLayout" Target="../slideLayouts/slideLayout64.xml"/><Relationship Id="rId66" Type="http://schemas.openxmlformats.org/officeDocument/2006/relationships/slideLayout" Target="../slideLayouts/slideLayout65.xml"/><Relationship Id="rId67" Type="http://schemas.openxmlformats.org/officeDocument/2006/relationships/slideLayout" Target="../slideLayouts/slideLayout66.xml"/><Relationship Id="rId68" Type="http://schemas.openxmlformats.org/officeDocument/2006/relationships/slideLayout" Target="../slideLayouts/slideLayout67.xml"/><Relationship Id="rId69" Type="http://schemas.openxmlformats.org/officeDocument/2006/relationships/slideLayout" Target="../slideLayouts/slideLayout68.xml"/><Relationship Id="rId70" Type="http://schemas.openxmlformats.org/officeDocument/2006/relationships/slideLayout" Target="../slideLayouts/slideLayout69.xml"/><Relationship Id="rId71" Type="http://schemas.openxmlformats.org/officeDocument/2006/relationships/slideLayout" Target="../slideLayouts/slideLayout70.xml"/><Relationship Id="rId72" Type="http://schemas.openxmlformats.org/officeDocument/2006/relationships/slideLayout" Target="../slideLayouts/slideLayout71.xml"/><Relationship Id="rId73" Type="http://schemas.openxmlformats.org/officeDocument/2006/relationships/slideLayout" Target="../slideLayouts/slideLayout72.xml"/><Relationship Id="rId74" Type="http://schemas.openxmlformats.org/officeDocument/2006/relationships/slideLayout" Target="../slideLayouts/slideLayout73.xml"/><Relationship Id="rId75" Type="http://schemas.openxmlformats.org/officeDocument/2006/relationships/slideLayout" Target="../slideLayouts/slideLayout74.xml"/><Relationship Id="rId76" Type="http://schemas.openxmlformats.org/officeDocument/2006/relationships/slideLayout" Target="../slideLayouts/slideLayout75.xml"/><Relationship Id="rId77" Type="http://schemas.openxmlformats.org/officeDocument/2006/relationships/slideLayout" Target="../slideLayouts/slideLayout76.xml"/><Relationship Id="rId78" Type="http://schemas.openxmlformats.org/officeDocument/2006/relationships/slideLayout" Target="../slideLayouts/slideLayout77.xml"/><Relationship Id="rId79" Type="http://schemas.openxmlformats.org/officeDocument/2006/relationships/slideLayout" Target="../slideLayouts/slideLayout78.xml"/><Relationship Id="rId80" Type="http://schemas.openxmlformats.org/officeDocument/2006/relationships/slideLayout" Target="../slideLayouts/slideLayout79.xml"/><Relationship Id="rId81" Type="http://schemas.openxmlformats.org/officeDocument/2006/relationships/slideLayout" Target="../slideLayouts/slideLayout80.xml"/><Relationship Id="rId82" Type="http://schemas.openxmlformats.org/officeDocument/2006/relationships/slideLayout" Target="../slideLayouts/slideLayout81.xml"/><Relationship Id="rId83" Type="http://schemas.openxmlformats.org/officeDocument/2006/relationships/slideLayout" Target="../slideLayouts/slideLayout82.xml"/><Relationship Id="rId84" Type="http://schemas.openxmlformats.org/officeDocument/2006/relationships/slideLayout" Target="../slideLayouts/slideLayout83.xml"/><Relationship Id="rId85" Type="http://schemas.openxmlformats.org/officeDocument/2006/relationships/slideLayout" Target="../slideLayouts/slideLayout84.xml"/><Relationship Id="rId86" Type="http://schemas.openxmlformats.org/officeDocument/2006/relationships/slideLayout" Target="../slideLayouts/slideLayout85.xml"/><Relationship Id="rId87" Type="http://schemas.openxmlformats.org/officeDocument/2006/relationships/slideLayout" Target="../slideLayouts/slideLayout86.xml"/><Relationship Id="rId88" Type="http://schemas.openxmlformats.org/officeDocument/2006/relationships/slideLayout" Target="../slideLayouts/slideLayout87.xml"/><Relationship Id="rId89" Type="http://schemas.openxmlformats.org/officeDocument/2006/relationships/slideLayout" Target="../slideLayouts/slideLayout88.xml"/><Relationship Id="rId90" Type="http://schemas.openxmlformats.org/officeDocument/2006/relationships/slideLayout" Target="../slideLayouts/slideLayout89.xml"/><Relationship Id="rId91" Type="http://schemas.openxmlformats.org/officeDocument/2006/relationships/slideLayout" Target="../slideLayouts/slideLayout90.xml"/><Relationship Id="rId92" Type="http://schemas.openxmlformats.org/officeDocument/2006/relationships/slideLayout" Target="../slideLayouts/slideLayout91.xml"/><Relationship Id="rId93" Type="http://schemas.openxmlformats.org/officeDocument/2006/relationships/slideLayout" Target="../slideLayouts/slideLayout92.xml"/><Relationship Id="rId94" Type="http://schemas.openxmlformats.org/officeDocument/2006/relationships/slideLayout" Target="../slideLayouts/slideLayout93.xml"/><Relationship Id="rId95" Type="http://schemas.openxmlformats.org/officeDocument/2006/relationships/slideLayout" Target="../slideLayouts/slideLayout94.xml"/><Relationship Id="rId96" Type="http://schemas.openxmlformats.org/officeDocument/2006/relationships/slideLayout" Target="../slideLayouts/slideLayout95.xml"/><Relationship Id="rId97" Type="http://schemas.openxmlformats.org/officeDocument/2006/relationships/slideLayout" Target="../slideLayouts/slideLayout96.xml"/><Relationship Id="rId98" Type="http://schemas.openxmlformats.org/officeDocument/2006/relationships/slideLayout" Target="../slideLayouts/slideLayout97.xml"/><Relationship Id="rId99" Type="http://schemas.openxmlformats.org/officeDocument/2006/relationships/slideLayout" Target="../slideLayouts/slideLayout98.xml"/><Relationship Id="rId100" Type="http://schemas.openxmlformats.org/officeDocument/2006/relationships/slideLayout" Target="../slideLayouts/slideLayout99.xml"/><Relationship Id="rId101" Type="http://schemas.openxmlformats.org/officeDocument/2006/relationships/slideLayout" Target="../slideLayouts/slideLayout100.xml"/><Relationship Id="rId102" Type="http://schemas.openxmlformats.org/officeDocument/2006/relationships/slideLayout" Target="../slideLayouts/slideLayout101.xml"/><Relationship Id="rId103" Type="http://schemas.openxmlformats.org/officeDocument/2006/relationships/slideLayout" Target="../slideLayouts/slideLayout102.xml"/><Relationship Id="rId104" Type="http://schemas.openxmlformats.org/officeDocument/2006/relationships/slideLayout" Target="../slideLayouts/slideLayout103.xml"/><Relationship Id="rId105" Type="http://schemas.openxmlformats.org/officeDocument/2006/relationships/slideLayout" Target="../slideLayouts/slideLayout104.xml"/><Relationship Id="rId106" Type="http://schemas.openxmlformats.org/officeDocument/2006/relationships/slideLayout" Target="../slideLayouts/slideLayout105.xml"/><Relationship Id="rId107" Type="http://schemas.openxmlformats.org/officeDocument/2006/relationships/slideLayout" Target="../slideLayouts/slideLayout106.xml"/><Relationship Id="rId108" Type="http://schemas.openxmlformats.org/officeDocument/2006/relationships/slideLayout" Target="../slideLayouts/slideLayout107.xml"/><Relationship Id="rId109" Type="http://schemas.openxmlformats.org/officeDocument/2006/relationships/slideLayout" Target="../slideLayouts/slideLayout108.xml"/><Relationship Id="rId110" Type="http://schemas.openxmlformats.org/officeDocument/2006/relationships/slideLayout" Target="../slideLayouts/slideLayout109.xml"/><Relationship Id="rId111" Type="http://schemas.openxmlformats.org/officeDocument/2006/relationships/slideLayout" Target="../slideLayouts/slideLayout110.xml"/><Relationship Id="rId112" Type="http://schemas.openxmlformats.org/officeDocument/2006/relationships/slideLayout" Target="../slideLayouts/slideLayout111.xml"/><Relationship Id="rId113" Type="http://schemas.openxmlformats.org/officeDocument/2006/relationships/slideLayout" Target="../slideLayouts/slideLayout112.xml"/><Relationship Id="rId114" Type="http://schemas.openxmlformats.org/officeDocument/2006/relationships/slideLayout" Target="../slideLayouts/slideLayout113.xml"/><Relationship Id="rId115" Type="http://schemas.openxmlformats.org/officeDocument/2006/relationships/slideLayout" Target="../slideLayouts/slideLayout114.xml"/><Relationship Id="rId116" Type="http://schemas.openxmlformats.org/officeDocument/2006/relationships/slideLayout" Target="../slideLayouts/slideLayout115.xml"/><Relationship Id="rId117" Type="http://schemas.openxmlformats.org/officeDocument/2006/relationships/slideLayout" Target="../slideLayouts/slideLayout116.xml"/><Relationship Id="rId118" Type="http://schemas.openxmlformats.org/officeDocument/2006/relationships/slideLayout" Target="../slideLayouts/slideLayout117.xml"/><Relationship Id="rId119" Type="http://schemas.openxmlformats.org/officeDocument/2006/relationships/slideLayout" Target="../slideLayouts/slideLayout118.xml"/><Relationship Id="rId120" Type="http://schemas.openxmlformats.org/officeDocument/2006/relationships/slideLayout" Target="../slideLayouts/slideLayout119.xml"/><Relationship Id="rId121" Type="http://schemas.openxmlformats.org/officeDocument/2006/relationships/slideLayout" Target="../slideLayouts/slideLayout120.xml"/><Relationship Id="rId122" Type="http://schemas.openxmlformats.org/officeDocument/2006/relationships/slideLayout" Target="../slideLayouts/slideLayout121.xml"/><Relationship Id="rId123" Type="http://schemas.openxmlformats.org/officeDocument/2006/relationships/slideLayout" Target="../slideLayouts/slideLayout122.xml"/><Relationship Id="rId124" Type="http://schemas.openxmlformats.org/officeDocument/2006/relationships/slideLayout" Target="../slideLayouts/slideLayout123.xml"/><Relationship Id="rId125" Type="http://schemas.openxmlformats.org/officeDocument/2006/relationships/slideLayout" Target="../slideLayouts/slideLayout124.xml"/><Relationship Id="rId126" Type="http://schemas.openxmlformats.org/officeDocument/2006/relationships/slideLayout" Target="../slideLayouts/slideLayout125.xml"/><Relationship Id="rId127" Type="http://schemas.openxmlformats.org/officeDocument/2006/relationships/slideLayout" Target="../slideLayouts/slideLayout126.xml"/><Relationship Id="rId128" Type="http://schemas.openxmlformats.org/officeDocument/2006/relationships/slideLayout" Target="../slideLayouts/slideLayout127.xml"/><Relationship Id="rId129" Type="http://schemas.openxmlformats.org/officeDocument/2006/relationships/slideLayout" Target="../slideLayouts/slideLayout128.xml"/><Relationship Id="rId130" Type="http://schemas.openxmlformats.org/officeDocument/2006/relationships/slideLayout" Target="../slideLayouts/slideLayout129.xml"/><Relationship Id="rId13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57250" y="890050"/>
            <a:ext cx="14287500" cy="9615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rt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7" name="Google Shape;7;p1"/>
          <p:cNvSpPr txBox="1"/>
          <p:nvPr>
            <p:ph idx="1" type="body"/>
          </p:nvPr>
        </p:nvSpPr>
        <p:spPr>
          <a:xfrm>
            <a:off x="857250" y="2567250"/>
            <a:ext cx="16573500" cy="6576900"/>
          </a:xfrm>
          <a:prstGeom prst="rect">
            <a:avLst/>
          </a:prstGeom>
          <a:noFill/>
          <a:ln>
            <a:noFill/>
          </a:ln>
        </p:spPr>
        <p:txBody>
          <a:bodyPr anchorCtr="0" anchor="t" bIns="0" lIns="0" spcFirstLastPara="1" rIns="0" wrap="square" tIns="0">
            <a:noAutofit/>
          </a:bodyPr>
          <a:lstStyle>
            <a:lvl1pPr indent="-419100" lvl="0" marL="457200" rtl="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rtl="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rtl="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rtl="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rtl="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rtl="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rtl="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rtl="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rtl="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pic>
        <p:nvPicPr>
          <p:cNvPr id="8" name="Google Shape;8;p1"/>
          <p:cNvPicPr preferRelativeResize="0"/>
          <p:nvPr/>
        </p:nvPicPr>
        <p:blipFill>
          <a:blip r:embed="rId1">
            <a:alphaModFix/>
          </a:blip>
          <a:stretch>
            <a:fillRect/>
          </a:stretch>
        </p:blipFill>
        <p:spPr>
          <a:xfrm>
            <a:off x="16550000" y="848191"/>
            <a:ext cx="953599" cy="66752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 id="2147483720" r:id="rId74"/>
    <p:sldLayoutId id="2147483721" r:id="rId75"/>
    <p:sldLayoutId id="2147483722" r:id="rId76"/>
    <p:sldLayoutId id="2147483723" r:id="rId77"/>
    <p:sldLayoutId id="2147483724" r:id="rId78"/>
    <p:sldLayoutId id="2147483725" r:id="rId79"/>
    <p:sldLayoutId id="2147483726" r:id="rId80"/>
    <p:sldLayoutId id="2147483727" r:id="rId81"/>
    <p:sldLayoutId id="2147483728" r:id="rId82"/>
    <p:sldLayoutId id="2147483729" r:id="rId83"/>
    <p:sldLayoutId id="2147483730" r:id="rId84"/>
    <p:sldLayoutId id="2147483731" r:id="rId85"/>
    <p:sldLayoutId id="2147483732" r:id="rId86"/>
    <p:sldLayoutId id="2147483733" r:id="rId87"/>
    <p:sldLayoutId id="2147483734" r:id="rId88"/>
    <p:sldLayoutId id="2147483735" r:id="rId89"/>
    <p:sldLayoutId id="2147483736" r:id="rId90"/>
    <p:sldLayoutId id="2147483737" r:id="rId91"/>
    <p:sldLayoutId id="2147483738" r:id="rId92"/>
    <p:sldLayoutId id="2147483739" r:id="rId93"/>
    <p:sldLayoutId id="2147483740" r:id="rId94"/>
    <p:sldLayoutId id="2147483741" r:id="rId95"/>
    <p:sldLayoutId id="2147483742" r:id="rId96"/>
    <p:sldLayoutId id="2147483743" r:id="rId97"/>
    <p:sldLayoutId id="2147483744" r:id="rId98"/>
    <p:sldLayoutId id="2147483745" r:id="rId99"/>
    <p:sldLayoutId id="2147483746" r:id="rId100"/>
    <p:sldLayoutId id="2147483747" r:id="rId101"/>
    <p:sldLayoutId id="2147483748" r:id="rId102"/>
    <p:sldLayoutId id="2147483749" r:id="rId103"/>
    <p:sldLayoutId id="2147483750" r:id="rId104"/>
    <p:sldLayoutId id="2147483751" r:id="rId105"/>
    <p:sldLayoutId id="2147483752" r:id="rId106"/>
    <p:sldLayoutId id="2147483753" r:id="rId107"/>
    <p:sldLayoutId id="2147483754" r:id="rId108"/>
    <p:sldLayoutId id="2147483755" r:id="rId109"/>
    <p:sldLayoutId id="2147483756" r:id="rId110"/>
    <p:sldLayoutId id="2147483757" r:id="rId111"/>
    <p:sldLayoutId id="2147483758" r:id="rId112"/>
    <p:sldLayoutId id="2147483759" r:id="rId113"/>
    <p:sldLayoutId id="2147483760" r:id="rId114"/>
    <p:sldLayoutId id="2147483761" r:id="rId115"/>
    <p:sldLayoutId id="2147483762" r:id="rId116"/>
    <p:sldLayoutId id="2147483763" r:id="rId117"/>
    <p:sldLayoutId id="2147483764" r:id="rId118"/>
    <p:sldLayoutId id="2147483765" r:id="rId119"/>
    <p:sldLayoutId id="2147483766" r:id="rId120"/>
    <p:sldLayoutId id="2147483767" r:id="rId121"/>
    <p:sldLayoutId id="2147483768" r:id="rId122"/>
    <p:sldLayoutId id="2147483769" r:id="rId123"/>
    <p:sldLayoutId id="2147483770" r:id="rId124"/>
    <p:sldLayoutId id="2147483771" r:id="rId125"/>
    <p:sldLayoutId id="2147483772" r:id="rId126"/>
    <p:sldLayoutId id="2147483773" r:id="rId127"/>
    <p:sldLayoutId id="2147483774" r:id="rId128"/>
    <p:sldLayoutId id="2147483775" r:id="rId129"/>
    <p:sldLayoutId id="2147483776" r:id="rId1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DIAGNÓSTICO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O problema não é de processo — é de escala</a:t>
            </a:r>
          </a:p>
        </p:txBody>
      </p:sp>
      <p:sp>
        <p:nvSpPr>
          <p:cNvPr id="5" name="Rectangle 4"/>
          <p:cNvSpPr/>
          <p:nvPr/>
        </p:nvSpPr>
        <p:spPr>
          <a:xfrm>
            <a:off x="781812" y="1810512"/>
            <a:ext cx="2194560" cy="75438"/>
          </a:xfrm>
          <a:prstGeom prst="rect">
            <a:avLst/>
          </a:prstGeom>
          <a:solidFill>
            <a:srgbClr val="D83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194560"/>
            <a:ext cx="3977639" cy="17145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 y="2194560"/>
            <a:ext cx="96012" cy="1714500"/>
          </a:xfrm>
          <a:prstGeom prst="rect">
            <a:avLst/>
          </a:prstGeom>
          <a:solidFill>
            <a:srgbClr val="D83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 y="2414016"/>
            <a:ext cx="3593592" cy="822959"/>
          </a:xfrm>
          <a:prstGeom prst="rect">
            <a:avLst/>
          </a:prstGeom>
          <a:noFill/>
        </p:spPr>
        <p:txBody>
          <a:bodyPr wrap="square" lIns="25400" rIns="25400" tIns="12700" bIns="12700">
            <a:spAutoFit/>
          </a:bodyPr>
          <a:lstStyle/>
          <a:p>
            <a:pPr algn="l"/>
            <a:r>
              <a:rPr sz="3600" b="1" i="0">
                <a:solidFill>
                  <a:srgbClr val="D83A00"/>
                </a:solidFill>
                <a:latin typeface="Salesforce Sans"/>
              </a:rPr>
              <a:t>166×</a:t>
            </a:r>
          </a:p>
        </p:txBody>
      </p:sp>
      <p:sp>
        <p:nvSpPr>
          <p:cNvPr id="9" name="TextBox 8"/>
          <p:cNvSpPr txBox="1"/>
          <p:nvPr/>
        </p:nvSpPr>
        <p:spPr>
          <a:xfrm>
            <a:off x="1001268" y="3264408"/>
            <a:ext cx="3593592" cy="576072"/>
          </a:xfrm>
          <a:prstGeom prst="rect">
            <a:avLst/>
          </a:prstGeom>
          <a:noFill/>
        </p:spPr>
        <p:txBody>
          <a:bodyPr wrap="square" lIns="25400" rIns="25400" tIns="12700" bIns="12700">
            <a:spAutoFit/>
          </a:bodyPr>
          <a:lstStyle/>
          <a:p>
            <a:pPr algn="l"/>
            <a:r>
              <a:rPr sz="1575" b="0" i="0">
                <a:solidFill>
                  <a:srgbClr val="54698D"/>
                </a:solidFill>
                <a:latin typeface="Salesforce Sans"/>
              </a:rPr>
              <a:t>crescimento da base de clientes</a:t>
            </a:r>
          </a:p>
        </p:txBody>
      </p:sp>
      <p:sp>
        <p:nvSpPr>
          <p:cNvPr id="10" name="Rectangle 9"/>
          <p:cNvSpPr/>
          <p:nvPr/>
        </p:nvSpPr>
        <p:spPr>
          <a:xfrm>
            <a:off x="5006340" y="2194560"/>
            <a:ext cx="3977639" cy="17145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06340" y="2194560"/>
            <a:ext cx="96012" cy="1714500"/>
          </a:xfrm>
          <a:prstGeom prst="rect">
            <a:avLst/>
          </a:prstGeom>
          <a:solidFill>
            <a:srgbClr val="D83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3228" y="2414016"/>
            <a:ext cx="3593592" cy="822959"/>
          </a:xfrm>
          <a:prstGeom prst="rect">
            <a:avLst/>
          </a:prstGeom>
          <a:noFill/>
        </p:spPr>
        <p:txBody>
          <a:bodyPr wrap="square" lIns="25400" rIns="25400" tIns="12700" bIns="12700">
            <a:spAutoFit/>
          </a:bodyPr>
          <a:lstStyle/>
          <a:p>
            <a:pPr algn="l"/>
            <a:r>
              <a:rPr sz="3600" b="1" i="0">
                <a:solidFill>
                  <a:srgbClr val="D83A00"/>
                </a:solidFill>
                <a:latin typeface="Salesforce Sans"/>
              </a:rPr>
              <a:t>~30k</a:t>
            </a:r>
          </a:p>
        </p:txBody>
      </p:sp>
      <p:sp>
        <p:nvSpPr>
          <p:cNvPr id="13" name="TextBox 12"/>
          <p:cNvSpPr txBox="1"/>
          <p:nvPr/>
        </p:nvSpPr>
        <p:spPr>
          <a:xfrm>
            <a:off x="5253228" y="3264408"/>
            <a:ext cx="3593592" cy="576072"/>
          </a:xfrm>
          <a:prstGeom prst="rect">
            <a:avLst/>
          </a:prstGeom>
          <a:noFill/>
        </p:spPr>
        <p:txBody>
          <a:bodyPr wrap="square" lIns="25400" rIns="25400" tIns="12700" bIns="12700">
            <a:spAutoFit/>
          </a:bodyPr>
          <a:lstStyle/>
          <a:p>
            <a:pPr algn="l"/>
            <a:r>
              <a:rPr sz="1575" b="0" i="0">
                <a:solidFill>
                  <a:srgbClr val="54698D"/>
                </a:solidFill>
                <a:latin typeface="Salesforce Sans"/>
              </a:rPr>
              <a:t>chamados/mês (13–14k só INSS)</a:t>
            </a:r>
          </a:p>
        </p:txBody>
      </p:sp>
      <p:sp>
        <p:nvSpPr>
          <p:cNvPr id="14" name="Rectangle 13"/>
          <p:cNvSpPr/>
          <p:nvPr/>
        </p:nvSpPr>
        <p:spPr>
          <a:xfrm>
            <a:off x="9258300" y="2194560"/>
            <a:ext cx="3977639" cy="17145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58300" y="2194560"/>
            <a:ext cx="96012" cy="171450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5188" y="2414016"/>
            <a:ext cx="3593592" cy="822959"/>
          </a:xfrm>
          <a:prstGeom prst="rect">
            <a:avLst/>
          </a:prstGeom>
          <a:noFill/>
        </p:spPr>
        <p:txBody>
          <a:bodyPr wrap="square" lIns="25400" rIns="25400" tIns="12700" bIns="12700">
            <a:spAutoFit/>
          </a:bodyPr>
          <a:lstStyle/>
          <a:p>
            <a:pPr algn="l"/>
            <a:r>
              <a:rPr sz="3600" b="1" i="0">
                <a:solidFill>
                  <a:srgbClr val="022AC0"/>
                </a:solidFill>
                <a:latin typeface="Salesforce Sans"/>
              </a:rPr>
              <a:t>80/20</a:t>
            </a:r>
          </a:p>
        </p:txBody>
      </p:sp>
      <p:sp>
        <p:nvSpPr>
          <p:cNvPr id="17" name="TextBox 16"/>
          <p:cNvSpPr txBox="1"/>
          <p:nvPr/>
        </p:nvSpPr>
        <p:spPr>
          <a:xfrm>
            <a:off x="9505188" y="3264408"/>
            <a:ext cx="3593592" cy="576072"/>
          </a:xfrm>
          <a:prstGeom prst="rect">
            <a:avLst/>
          </a:prstGeom>
          <a:noFill/>
        </p:spPr>
        <p:txBody>
          <a:bodyPr wrap="square" lIns="25400" rIns="25400" tIns="12700" bIns="12700">
            <a:spAutoFit/>
          </a:bodyPr>
          <a:lstStyle/>
          <a:p>
            <a:pPr algn="l"/>
            <a:r>
              <a:rPr sz="1575" b="0" i="0">
                <a:solidFill>
                  <a:srgbClr val="54698D"/>
                </a:solidFill>
                <a:latin typeface="Salesforce Sans"/>
              </a:rPr>
              <a:t>poucos temas concentram a demanda</a:t>
            </a:r>
          </a:p>
        </p:txBody>
      </p:sp>
      <p:sp>
        <p:nvSpPr>
          <p:cNvPr id="18" name="Rectangle 17"/>
          <p:cNvSpPr/>
          <p:nvPr/>
        </p:nvSpPr>
        <p:spPr>
          <a:xfrm>
            <a:off x="13510259" y="2194560"/>
            <a:ext cx="3977639" cy="17145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510259" y="2194560"/>
            <a:ext cx="96012" cy="1714500"/>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57147" y="2414016"/>
            <a:ext cx="3593592" cy="822959"/>
          </a:xfrm>
          <a:prstGeom prst="rect">
            <a:avLst/>
          </a:prstGeom>
          <a:noFill/>
        </p:spPr>
        <p:txBody>
          <a:bodyPr wrap="square" lIns="25400" rIns="25400" tIns="12700" bIns="12700">
            <a:spAutoFit/>
          </a:bodyPr>
          <a:lstStyle/>
          <a:p>
            <a:pPr algn="l"/>
            <a:r>
              <a:rPr sz="3600" b="1" i="0">
                <a:solidFill>
                  <a:srgbClr val="A86403"/>
                </a:solidFill>
                <a:latin typeface="Salesforce Sans"/>
              </a:rPr>
              <a:t>10/15</a:t>
            </a:r>
          </a:p>
        </p:txBody>
      </p:sp>
      <p:sp>
        <p:nvSpPr>
          <p:cNvPr id="21" name="TextBox 20"/>
          <p:cNvSpPr txBox="1"/>
          <p:nvPr/>
        </p:nvSpPr>
        <p:spPr>
          <a:xfrm>
            <a:off x="13757147" y="3264408"/>
            <a:ext cx="3593592" cy="576072"/>
          </a:xfrm>
          <a:prstGeom prst="rect">
            <a:avLst/>
          </a:prstGeom>
          <a:noFill/>
        </p:spPr>
        <p:txBody>
          <a:bodyPr wrap="square" lIns="25400" rIns="25400" tIns="12700" bIns="12700">
            <a:spAutoFit/>
          </a:bodyPr>
          <a:lstStyle/>
          <a:p>
            <a:pPr algn="l"/>
            <a:r>
              <a:rPr sz="1575" b="0" i="0">
                <a:solidFill>
                  <a:srgbClr val="54698D"/>
                </a:solidFill>
                <a:latin typeface="Salesforce Sans"/>
              </a:rPr>
              <a:t>jornadas nascem no SEI</a:t>
            </a:r>
          </a:p>
        </p:txBody>
      </p:sp>
      <p:sp>
        <p:nvSpPr>
          <p:cNvPr id="22" name="TextBox 21"/>
          <p:cNvSpPr txBox="1"/>
          <p:nvPr/>
        </p:nvSpPr>
        <p:spPr>
          <a:xfrm>
            <a:off x="754380" y="4389120"/>
            <a:ext cx="16459200" cy="548640"/>
          </a:xfrm>
          <a:prstGeom prst="rect">
            <a:avLst/>
          </a:prstGeom>
          <a:noFill/>
        </p:spPr>
        <p:txBody>
          <a:bodyPr wrap="square" lIns="25400" rIns="25400" tIns="12700" bIns="12700">
            <a:spAutoFit/>
          </a:bodyPr>
          <a:lstStyle/>
          <a:p>
            <a:pPr algn="l"/>
            <a:r>
              <a:rPr sz="2250" b="1" i="0">
                <a:solidFill>
                  <a:srgbClr val="001E5B"/>
                </a:solidFill>
                <a:latin typeface="Salesforce Sans"/>
              </a:rPr>
              <a:t>A informação existe — o acesso é reativo e manual</a:t>
            </a:r>
          </a:p>
        </p:txBody>
      </p:sp>
      <p:sp>
        <p:nvSpPr>
          <p:cNvPr id="23" name="TextBox 22"/>
          <p:cNvSpPr txBox="1"/>
          <p:nvPr/>
        </p:nvSpPr>
        <p:spPr>
          <a:xfrm>
            <a:off x="754380" y="5006340"/>
            <a:ext cx="16733519" cy="4114800"/>
          </a:xfrm>
          <a:prstGeom prst="rect">
            <a:avLst/>
          </a:prstGeom>
          <a:noFill/>
        </p:spPr>
        <p:txBody>
          <a:bodyPr wrap="square">
            <a:spAutoFit/>
          </a:bodyPr>
          <a:lstStyle/>
          <a:p>
            <a:pPr>
              <a:spcAft>
                <a:spcPts val="1200"/>
              </a:spcAft>
            </a:pPr>
            <a:r>
              <a:rPr sz="1950" b="0" i="0">
                <a:solidFill>
                  <a:srgbClr val="16325C"/>
                </a:solidFill>
                <a:latin typeface="Salesforce Sans"/>
              </a:rPr>
              <a:t>•  Financeiro / Protheus: clientes perguntam a dívida todo dia — hoje via ofício ou reunião.</a:t>
            </a:r>
          </a:p>
          <a:p>
            <a:pPr>
              <a:spcAft>
                <a:spcPts val="1200"/>
              </a:spcAft>
            </a:pPr>
            <a:r>
              <a:rPr sz="1950" b="0" i="0">
                <a:solidFill>
                  <a:srgbClr val="16325C"/>
                </a:solidFill>
                <a:latin typeface="Salesforce Sans"/>
              </a:rPr>
              <a:t>•  Executivos convocados sem tempo de preparar ponto de controle (Clarity).</a:t>
            </a:r>
          </a:p>
          <a:p>
            <a:pPr>
              <a:spcAft>
                <a:spcPts val="1200"/>
              </a:spcAft>
            </a:pPr>
            <a:r>
              <a:rPr sz="1950" b="0" i="0">
                <a:solidFill>
                  <a:srgbClr val="16325C"/>
                </a:solidFill>
                <a:latin typeface="Salesforce Sans"/>
              </a:rPr>
              <a:t>•  RH / Conexão: a resposta está publicada, mas o empregado não a alcança.</a:t>
            </a:r>
          </a:p>
          <a:p>
            <a:pPr>
              <a:spcAft>
                <a:spcPts val="1200"/>
              </a:spcAft>
            </a:pPr>
            <a:r>
              <a:rPr sz="1950" b="0" i="0">
                <a:solidFill>
                  <a:srgbClr val="16325C"/>
                </a:solidFill>
                <a:latin typeface="Salesforce Sans"/>
              </a:rPr>
              <a:t>•  SEI: ninguém é avisado de prazo tácito, chegada de processo ou assinatura pendente.</a:t>
            </a:r>
          </a:p>
          <a:p>
            <a:pPr>
              <a:spcAft>
                <a:spcPts val="1200"/>
              </a:spcAft>
            </a:pPr>
            <a:r>
              <a:rPr sz="1950" b="1" i="0">
                <a:solidFill>
                  <a:srgbClr val="16325C"/>
                </a:solidFill>
                <a:latin typeface="Salesforce Sans"/>
              </a:rPr>
              <a:t>•  Sem push no SEI → polling obrigatório; conteúdo sensível → LGPD (só metadados no Slack).</a:t>
            </a:r>
          </a:p>
        </p:txBody>
      </p:sp>
      <p:sp>
        <p:nvSpPr>
          <p:cNvPr id="24" name="Rectangle 23"/>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26" name="TextBox 25"/>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DIAGNÓSTICO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Por que não WhatsApp</a:t>
            </a:r>
          </a:p>
        </p:txBody>
      </p:sp>
      <p:sp>
        <p:nvSpPr>
          <p:cNvPr id="5" name="Rectangle 4"/>
          <p:cNvSpPr/>
          <p:nvPr/>
        </p:nvSpPr>
        <p:spPr>
          <a:xfrm>
            <a:off x="781812" y="1810512"/>
            <a:ext cx="2194560" cy="75438"/>
          </a:xfrm>
          <a:prstGeom prst="rect">
            <a:avLst/>
          </a:prstGeom>
          <a:solidFill>
            <a:srgbClr val="00B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 y="2331720"/>
            <a:ext cx="16733519" cy="6172200"/>
          </a:xfrm>
          <a:prstGeom prst="rect">
            <a:avLst/>
          </a:prstGeom>
          <a:noFill/>
        </p:spPr>
        <p:txBody>
          <a:bodyPr wrap="square">
            <a:spAutoFit/>
          </a:bodyPr>
          <a:lstStyle/>
          <a:p>
            <a:pPr>
              <a:spcAft>
                <a:spcPts val="1800"/>
              </a:spcAft>
            </a:pPr>
            <a:r>
              <a:rPr sz="2100" b="1" i="0">
                <a:solidFill>
                  <a:srgbClr val="16325C"/>
                </a:solidFill>
                <a:latin typeface="Salesforce Sans"/>
              </a:rPr>
              <a:t>•  Custo por mensagem da Meta escala com o volume — imprevisível para governo.</a:t>
            </a:r>
          </a:p>
          <a:p>
            <a:pPr>
              <a:spcAft>
                <a:spcPts val="1800"/>
              </a:spcAft>
            </a:pPr>
            <a:r>
              <a:rPr sz="2100" b="0" i="0">
                <a:solidFill>
                  <a:srgbClr val="16325C"/>
                </a:solidFill>
                <a:latin typeface="Salesforce Sans"/>
              </a:rPr>
              <a:t>•  Governança e LGPD: dados sensíveis em plataforma de terceiros fora do controle da Dataprev.</a:t>
            </a:r>
          </a:p>
          <a:p>
            <a:pPr>
              <a:spcAft>
                <a:spcPts val="1800"/>
              </a:spcAft>
            </a:pPr>
            <a:r>
              <a:rPr sz="2100" b="0" i="0">
                <a:solidFill>
                  <a:srgbClr val="16325C"/>
                </a:solidFill>
                <a:latin typeface="Salesforce Sans"/>
              </a:rPr>
              <a:t>•  Sem integração nativa com Agentforce/MuleSoft nem com o ecossistema interno.</a:t>
            </a:r>
          </a:p>
          <a:p>
            <a:pPr>
              <a:spcAft>
                <a:spcPts val="1800"/>
              </a:spcAft>
            </a:pPr>
            <a:r>
              <a:rPr sz="2100" b="0" i="0">
                <a:solidFill>
                  <a:srgbClr val="16325C"/>
                </a:solidFill>
                <a:latin typeface="Salesforce Sans"/>
              </a:rPr>
              <a:t>•  Slack entrega o mesmo canal conversacional com governança, dual-workspace e trilha.</a:t>
            </a:r>
          </a:p>
          <a:p>
            <a:pPr>
              <a:spcAft>
                <a:spcPts val="1800"/>
              </a:spcAft>
            </a:pPr>
            <a:r>
              <a:rPr sz="2100" b="0" i="0">
                <a:solidFill>
                  <a:srgbClr val="16325C"/>
                </a:solidFill>
                <a:latin typeface="Salesforce Sans"/>
              </a:rPr>
              <a:t>•  Colaboradores e gestores já vivem no Slack — adoção com menos atrito.</a:t>
            </a:r>
          </a:p>
        </p:txBody>
      </p:sp>
      <p:sp>
        <p:nvSpPr>
          <p:cNvPr id="7" name="Rectangle 6"/>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9" name="TextBox 8"/>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SOLUÇÃO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Arquitetura — 3 pilares + SEI</a:t>
            </a:r>
          </a:p>
        </p:txBody>
      </p:sp>
      <p:sp>
        <p:nvSpPr>
          <p:cNvPr id="5" name="Rectangle 4"/>
          <p:cNvSpPr/>
          <p:nvPr/>
        </p:nvSpPr>
        <p:spPr>
          <a:xfrm>
            <a:off x="781812" y="1810512"/>
            <a:ext cx="2194560" cy="75438"/>
          </a:xfrm>
          <a:prstGeom prst="rect">
            <a:avLst/>
          </a:prstGeom>
          <a:solidFill>
            <a:srgbClr val="0D9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331720"/>
            <a:ext cx="5417820" cy="452627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 y="2331720"/>
            <a:ext cx="5417820" cy="822959"/>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96312"/>
            <a:ext cx="5074920" cy="548640"/>
          </a:xfrm>
          <a:prstGeom prst="rect">
            <a:avLst/>
          </a:prstGeom>
          <a:noFill/>
        </p:spPr>
        <p:txBody>
          <a:bodyPr wrap="square" lIns="25400" rIns="25400" tIns="12700" bIns="12700">
            <a:spAutoFit/>
          </a:bodyPr>
          <a:lstStyle/>
          <a:p>
            <a:pPr algn="l"/>
            <a:r>
              <a:rPr sz="1950" b="1" i="0">
                <a:solidFill>
                  <a:srgbClr val="FFFFFF"/>
                </a:solidFill>
                <a:latin typeface="Salesforce Sans"/>
              </a:rPr>
              <a:t>Slack + bot  Pilar 3 · Front</a:t>
            </a:r>
          </a:p>
        </p:txBody>
      </p:sp>
      <p:sp>
        <p:nvSpPr>
          <p:cNvPr id="9" name="TextBox 8"/>
          <p:cNvSpPr txBox="1"/>
          <p:nvPr/>
        </p:nvSpPr>
        <p:spPr>
          <a:xfrm>
            <a:off x="1028700" y="3429000"/>
            <a:ext cx="4937760" cy="3154679"/>
          </a:xfrm>
          <a:prstGeom prst="rect">
            <a:avLst/>
          </a:prstGeom>
          <a:noFill/>
        </p:spPr>
        <p:txBody>
          <a:bodyPr wrap="square" lIns="25400" rIns="25400" tIns="12700" bIns="12700">
            <a:spAutoFit/>
          </a:bodyPr>
          <a:lstStyle/>
          <a:p>
            <a:pPr algn="l"/>
            <a:r>
              <a:rPr sz="1725" b="0" i="0">
                <a:solidFill>
                  <a:srgbClr val="16325C"/>
                </a:solidFill>
                <a:latin typeface="Salesforce Sans"/>
              </a:rPr>
              <a:t>Front conversacional. Dois workspaces: interno (colaboradores + gestores) e externo (clientes), separados pelo compartilhamento de canais públicos.</a:t>
            </a:r>
          </a:p>
        </p:txBody>
      </p:sp>
      <p:sp>
        <p:nvSpPr>
          <p:cNvPr id="10" name="Rectangle 9"/>
          <p:cNvSpPr/>
          <p:nvPr/>
        </p:nvSpPr>
        <p:spPr>
          <a:xfrm>
            <a:off x="6446520" y="2331720"/>
            <a:ext cx="5417820" cy="452627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2331720"/>
            <a:ext cx="5417820" cy="822959"/>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2260" y="2496312"/>
            <a:ext cx="5074920" cy="548640"/>
          </a:xfrm>
          <a:prstGeom prst="rect">
            <a:avLst/>
          </a:prstGeom>
          <a:noFill/>
        </p:spPr>
        <p:txBody>
          <a:bodyPr wrap="square" lIns="25400" rIns="25400" tIns="12700" bIns="12700">
            <a:spAutoFit/>
          </a:bodyPr>
          <a:lstStyle/>
          <a:p>
            <a:pPr algn="l"/>
            <a:r>
              <a:rPr sz="1950" b="1" i="0">
                <a:solidFill>
                  <a:srgbClr val="FFFFFF"/>
                </a:solidFill>
                <a:latin typeface="Salesforce Sans"/>
              </a:rPr>
              <a:t>Agentforce  Pilar 2 · Agentes</a:t>
            </a:r>
          </a:p>
        </p:txBody>
      </p:sp>
      <p:sp>
        <p:nvSpPr>
          <p:cNvPr id="13" name="TextBox 12"/>
          <p:cNvSpPr txBox="1"/>
          <p:nvPr/>
        </p:nvSpPr>
        <p:spPr>
          <a:xfrm>
            <a:off x="6720840" y="3429000"/>
            <a:ext cx="4937760" cy="3154679"/>
          </a:xfrm>
          <a:prstGeom prst="rect">
            <a:avLst/>
          </a:prstGeom>
          <a:noFill/>
        </p:spPr>
        <p:txBody>
          <a:bodyPr wrap="square" lIns="25400" rIns="25400" tIns="12700" bIns="12700">
            <a:spAutoFit/>
          </a:bodyPr>
          <a:lstStyle/>
          <a:p>
            <a:pPr algn="l"/>
            <a:r>
              <a:rPr sz="1725" b="0" i="0">
                <a:solidFill>
                  <a:srgbClr val="16325C"/>
                </a:solidFill>
                <a:latin typeface="Salesforce Sans"/>
              </a:rPr>
              <a:t>Agentes especialistas — um por sistema de origem: Financeiro, Suporte, Projetos, Interno/RH e Agente SEI. Tópicos, actions e RAG quando aplicável.</a:t>
            </a:r>
          </a:p>
        </p:txBody>
      </p:sp>
      <p:sp>
        <p:nvSpPr>
          <p:cNvPr id="14" name="Rectangle 13"/>
          <p:cNvSpPr/>
          <p:nvPr/>
        </p:nvSpPr>
        <p:spPr>
          <a:xfrm>
            <a:off x="12138659" y="2331720"/>
            <a:ext cx="5417820" cy="452627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138659" y="2331720"/>
            <a:ext cx="5417820" cy="822959"/>
          </a:xfrm>
          <a:prstGeom prst="rect">
            <a:avLst/>
          </a:prstGeom>
          <a:solidFill>
            <a:srgbClr val="0D9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0" y="2496312"/>
            <a:ext cx="5074920" cy="548640"/>
          </a:xfrm>
          <a:prstGeom prst="rect">
            <a:avLst/>
          </a:prstGeom>
          <a:noFill/>
        </p:spPr>
        <p:txBody>
          <a:bodyPr wrap="square" lIns="25400" rIns="25400" tIns="12700" bIns="12700">
            <a:spAutoFit/>
          </a:bodyPr>
          <a:lstStyle/>
          <a:p>
            <a:pPr algn="l"/>
            <a:r>
              <a:rPr sz="1950" b="1" i="0">
                <a:solidFill>
                  <a:srgbClr val="FFFFFF"/>
                </a:solidFill>
                <a:latin typeface="Salesforce Sans"/>
              </a:rPr>
              <a:t>MuleSoft  Pilar 1 · Integração</a:t>
            </a:r>
          </a:p>
        </p:txBody>
      </p:sp>
      <p:sp>
        <p:nvSpPr>
          <p:cNvPr id="17" name="TextBox 16"/>
          <p:cNvSpPr txBox="1"/>
          <p:nvPr/>
        </p:nvSpPr>
        <p:spPr>
          <a:xfrm>
            <a:off x="12412980" y="3429000"/>
            <a:ext cx="4937760" cy="3154679"/>
          </a:xfrm>
          <a:prstGeom prst="rect">
            <a:avLst/>
          </a:prstGeom>
          <a:noFill/>
        </p:spPr>
        <p:txBody>
          <a:bodyPr wrap="square" lIns="25400" rIns="25400" tIns="12700" bIns="12700">
            <a:spAutoFit/>
          </a:bodyPr>
          <a:lstStyle/>
          <a:p>
            <a:pPr algn="l"/>
            <a:r>
              <a:rPr sz="1725" b="0" i="0">
                <a:solidFill>
                  <a:srgbClr val="16325C"/>
                </a:solidFill>
                <a:latin typeface="Salesforce Sans"/>
              </a:rPr>
              <a:t>Integração + exposição de MCP server dos legados. Para o SEI: agendador de polling + cache de estado (não há push/webhook).</a:t>
            </a:r>
          </a:p>
        </p:txBody>
      </p:sp>
      <p:sp>
        <p:nvSpPr>
          <p:cNvPr id="18" name="Rectangle 17"/>
          <p:cNvSpPr/>
          <p:nvPr/>
        </p:nvSpPr>
        <p:spPr>
          <a:xfrm>
            <a:off x="754380" y="7200900"/>
            <a:ext cx="16774667" cy="1851660"/>
          </a:xfrm>
          <a:prstGeom prst="rect">
            <a:avLst/>
          </a:prstGeom>
          <a:solidFill>
            <a:srgbClr val="EAF5FE"/>
          </a:solidFill>
          <a:ln w="19050">
            <a:solidFill>
              <a:srgbClr val="00B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8700" y="7365492"/>
            <a:ext cx="5486400" cy="480059"/>
          </a:xfrm>
          <a:prstGeom prst="rect">
            <a:avLst/>
          </a:prstGeom>
          <a:noFill/>
        </p:spPr>
        <p:txBody>
          <a:bodyPr wrap="square" lIns="25400" rIns="25400" tIns="12700" bIns="12700">
            <a:spAutoFit/>
          </a:bodyPr>
          <a:lstStyle/>
          <a:p>
            <a:pPr algn="l"/>
            <a:r>
              <a:rPr sz="1800" b="1" i="0">
                <a:solidFill>
                  <a:srgbClr val="001E5B"/>
                </a:solidFill>
                <a:latin typeface="Salesforce Sans"/>
              </a:rPr>
              <a:t>SEI no fluxo</a:t>
            </a:r>
          </a:p>
        </p:txBody>
      </p:sp>
      <p:sp>
        <p:nvSpPr>
          <p:cNvPr id="20" name="TextBox 19"/>
          <p:cNvSpPr txBox="1"/>
          <p:nvPr/>
        </p:nvSpPr>
        <p:spPr>
          <a:xfrm>
            <a:off x="1028700" y="7818120"/>
            <a:ext cx="16184880" cy="1234440"/>
          </a:xfrm>
          <a:prstGeom prst="rect">
            <a:avLst/>
          </a:prstGeom>
          <a:noFill/>
        </p:spPr>
        <p:txBody>
          <a:bodyPr wrap="square" lIns="25400" rIns="25400" tIns="12700" bIns="12700">
            <a:spAutoFit/>
          </a:bodyPr>
          <a:lstStyle/>
          <a:p>
            <a:pPr algn="l"/>
            <a:r>
              <a:rPr sz="1725" b="0" i="0">
                <a:solidFill>
                  <a:srgbClr val="16325C"/>
                </a:solidFill>
                <a:latin typeface="Salesforce Sans"/>
              </a:rPr>
              <a:t>Leitura por polling agendado (alertas, consultas, painéis). Escrita (ciência, tramitação, abertura) só após a Fase 0 / G1002, com confirmação humana e trilha. Conteúdo sensível nunca no Slack — só metadados + deep-link (LGPD).</a:t>
            </a:r>
          </a:p>
        </p:txBody>
      </p:sp>
      <p:sp>
        <p:nvSpPr>
          <p:cNvPr id="21" name="Rectangle 20"/>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23" name="TextBox 22"/>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SOLUÇÃO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Dois públicos · ambiente Slack separado</a:t>
            </a:r>
          </a:p>
        </p:txBody>
      </p:sp>
      <p:sp>
        <p:nvSpPr>
          <p:cNvPr id="5" name="Rectangle 4"/>
          <p:cNvSpPr/>
          <p:nvPr/>
        </p:nvSpPr>
        <p:spPr>
          <a:xfrm>
            <a:off x="781812" y="1810512"/>
            <a:ext cx="2194560" cy="75438"/>
          </a:xfrm>
          <a:prstGeom prst="rect">
            <a:avLst/>
          </a:prstGeom>
          <a:solidFill>
            <a:srgbClr val="0D9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331720"/>
            <a:ext cx="8229600" cy="452627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 y="2331720"/>
            <a:ext cx="109728" cy="4526279"/>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537460"/>
            <a:ext cx="7680959" cy="548640"/>
          </a:xfrm>
          <a:prstGeom prst="rect">
            <a:avLst/>
          </a:prstGeom>
          <a:noFill/>
        </p:spPr>
        <p:txBody>
          <a:bodyPr wrap="square" lIns="25400" rIns="25400" tIns="12700" bIns="12700">
            <a:spAutoFit/>
          </a:bodyPr>
          <a:lstStyle/>
          <a:p>
            <a:pPr algn="l"/>
            <a:r>
              <a:rPr sz="2100" b="1" i="0">
                <a:solidFill>
                  <a:srgbClr val="001E5B"/>
                </a:solidFill>
                <a:latin typeface="Salesforce Sans"/>
              </a:rPr>
              <a:t>Interno · workspace Dataprev</a:t>
            </a:r>
          </a:p>
        </p:txBody>
      </p:sp>
      <p:sp>
        <p:nvSpPr>
          <p:cNvPr id="9" name="TextBox 8"/>
          <p:cNvSpPr txBox="1"/>
          <p:nvPr/>
        </p:nvSpPr>
        <p:spPr>
          <a:xfrm>
            <a:off x="1097280" y="3223260"/>
            <a:ext cx="7543800" cy="3429000"/>
          </a:xfrm>
          <a:prstGeom prst="rect">
            <a:avLst/>
          </a:prstGeom>
          <a:noFill/>
        </p:spPr>
        <p:txBody>
          <a:bodyPr wrap="square">
            <a:spAutoFit/>
          </a:bodyPr>
          <a:lstStyle/>
          <a:p>
            <a:pPr>
              <a:spcAft>
                <a:spcPts val="1200"/>
              </a:spcAft>
            </a:pPr>
            <a:r>
              <a:rPr sz="1800" b="0" i="0">
                <a:solidFill>
                  <a:srgbClr val="16325C"/>
                </a:solidFill>
                <a:latin typeface="Salesforce Sans"/>
              </a:rPr>
              <a:t>•  Acesso às 15 jornadas, inclusive as 10 do SEI.</a:t>
            </a:r>
          </a:p>
          <a:p>
            <a:pPr>
              <a:spcAft>
                <a:spcPts val="1200"/>
              </a:spcAft>
            </a:pPr>
            <a:r>
              <a:rPr sz="1800" b="0" i="0">
                <a:solidFill>
                  <a:srgbClr val="16325C"/>
                </a:solidFill>
                <a:latin typeface="Salesforce Sans"/>
              </a:rPr>
              <a:t>•  Vínculo usuário Dataprev ↔ SEI (painel e alertas).</a:t>
            </a:r>
          </a:p>
          <a:p>
            <a:pPr>
              <a:spcAft>
                <a:spcPts val="1200"/>
              </a:spcAft>
            </a:pPr>
            <a:r>
              <a:rPr sz="1800" b="0" i="0">
                <a:solidFill>
                  <a:srgbClr val="16325C"/>
                </a:solidFill>
                <a:latin typeface="Salesforce Sans"/>
              </a:rPr>
              <a:t>•  Jornadas internas: Projetos, FAQ/RH, Agendamento por voz.</a:t>
            </a:r>
          </a:p>
        </p:txBody>
      </p:sp>
      <p:sp>
        <p:nvSpPr>
          <p:cNvPr id="10" name="Rectangle 9"/>
          <p:cNvSpPr/>
          <p:nvPr/>
        </p:nvSpPr>
        <p:spPr>
          <a:xfrm>
            <a:off x="9258300" y="2331720"/>
            <a:ext cx="8229600" cy="452627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58300" y="2331720"/>
            <a:ext cx="109728" cy="4526279"/>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0" y="2537460"/>
            <a:ext cx="7680959" cy="548640"/>
          </a:xfrm>
          <a:prstGeom prst="rect">
            <a:avLst/>
          </a:prstGeom>
          <a:noFill/>
        </p:spPr>
        <p:txBody>
          <a:bodyPr wrap="square" lIns="25400" rIns="25400" tIns="12700" bIns="12700">
            <a:spAutoFit/>
          </a:bodyPr>
          <a:lstStyle/>
          <a:p>
            <a:pPr algn="l"/>
            <a:r>
              <a:rPr sz="2100" b="1" i="0">
                <a:solidFill>
                  <a:srgbClr val="001E5B"/>
                </a:solidFill>
                <a:latin typeface="Salesforce Sans"/>
              </a:rPr>
              <a:t>Externo · workspace de clientes</a:t>
            </a:r>
          </a:p>
        </p:txBody>
      </p:sp>
      <p:sp>
        <p:nvSpPr>
          <p:cNvPr id="13" name="TextBox 12"/>
          <p:cNvSpPr txBox="1"/>
          <p:nvPr/>
        </p:nvSpPr>
        <p:spPr>
          <a:xfrm>
            <a:off x="9601200" y="3223260"/>
            <a:ext cx="7543800" cy="3429000"/>
          </a:xfrm>
          <a:prstGeom prst="rect">
            <a:avLst/>
          </a:prstGeom>
          <a:noFill/>
        </p:spPr>
        <p:txBody>
          <a:bodyPr wrap="square">
            <a:spAutoFit/>
          </a:bodyPr>
          <a:lstStyle/>
          <a:p>
            <a:pPr>
              <a:spcAft>
                <a:spcPts val="1200"/>
              </a:spcAft>
            </a:pPr>
            <a:r>
              <a:rPr sz="1800" b="0" i="0">
                <a:solidFill>
                  <a:srgbClr val="16325C"/>
                </a:solidFill>
                <a:latin typeface="Salesforce Sans"/>
              </a:rPr>
              <a:t>•  Só leitura do próprio órgão: Consulta Financeira (J1) e Status de Chamado (J2).</a:t>
            </a:r>
          </a:p>
          <a:p>
            <a:pPr>
              <a:spcAft>
                <a:spcPts val="1200"/>
              </a:spcAft>
            </a:pPr>
            <a:r>
              <a:rPr sz="1800" b="0" i="0">
                <a:solidFill>
                  <a:srgbClr val="16325C"/>
                </a:solidFill>
                <a:latin typeface="Salesforce Sans"/>
              </a:rPr>
              <a:t>•  Sem acesso a jornadas SEI internas.</a:t>
            </a:r>
          </a:p>
          <a:p>
            <a:pPr>
              <a:spcAft>
                <a:spcPts val="1200"/>
              </a:spcAft>
            </a:pPr>
            <a:r>
              <a:rPr sz="1800" b="0" i="0">
                <a:solidFill>
                  <a:srgbClr val="16325C"/>
                </a:solidFill>
                <a:latin typeface="Salesforce Sans"/>
              </a:rPr>
              <a:t>•  Autenticação por perfil; dados restritos por ID de contrato/órgão.</a:t>
            </a:r>
          </a:p>
        </p:txBody>
      </p:sp>
      <p:sp>
        <p:nvSpPr>
          <p:cNvPr id="14" name="Rectangle 13"/>
          <p:cNvSpPr/>
          <p:nvPr/>
        </p:nvSpPr>
        <p:spPr>
          <a:xfrm>
            <a:off x="754380" y="7200900"/>
            <a:ext cx="16774667" cy="1714500"/>
          </a:xfrm>
          <a:prstGeom prst="rect">
            <a:avLst/>
          </a:prstGeom>
          <a:solidFill>
            <a:srgbClr val="EAF5FE"/>
          </a:solidFill>
          <a:ln w="19050">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8700" y="7543800"/>
            <a:ext cx="16184880" cy="1097280"/>
          </a:xfrm>
          <a:prstGeom prst="rect">
            <a:avLst/>
          </a:prstGeom>
          <a:noFill/>
        </p:spPr>
        <p:txBody>
          <a:bodyPr wrap="square" lIns="25400" rIns="25400" tIns="12700" bIns="12700">
            <a:spAutoFit/>
          </a:bodyPr>
          <a:lstStyle/>
          <a:p>
            <a:pPr algn="l"/>
            <a:r>
              <a:rPr sz="1800" b="1" i="0">
                <a:solidFill>
                  <a:srgbClr val="001E5B"/>
                </a:solidFill>
                <a:latin typeface="Salesforce Sans"/>
              </a:rPr>
              <a:t>Dois workspaces distintos — canais públicos são compartilhados dentro do workspace; a separação isola dados de cada cliente e o ambiente interno da Dataprev.</a:t>
            </a:r>
          </a:p>
        </p:txBody>
      </p:sp>
      <p:sp>
        <p:nvSpPr>
          <p:cNvPr id="16" name="Rectangle 15"/>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18" name="TextBox 17"/>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ESCOPO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As 15 jornadas de escopo</a:t>
            </a:r>
          </a:p>
        </p:txBody>
      </p:sp>
      <p:sp>
        <p:nvSpPr>
          <p:cNvPr id="5" name="Rectangle 4"/>
          <p:cNvSpPr/>
          <p:nvPr/>
        </p:nvSpPr>
        <p:spPr>
          <a:xfrm>
            <a:off x="781812" y="1810512"/>
            <a:ext cx="2194560" cy="75438"/>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54380" y="2125980"/>
          <a:ext cx="16774667" cy="7338059"/>
        </p:xfrm>
        <a:graphic>
          <a:graphicData uri="http://schemas.openxmlformats.org/drawingml/2006/table">
            <a:tbl>
              <a:tblPr firstRow="1" bandRow="1">
                <a:tableStyleId>{5C22544A-7EE6-4342-B048-85BDC9FD1C3A}</a:tableStyleId>
              </a:tblPr>
              <a:tblGrid>
                <a:gridCol w="1920239"/>
                <a:gridCol w="5760720"/>
                <a:gridCol w="4800600"/>
                <a:gridCol w="2468880"/>
                <a:gridCol w="1824228"/>
              </a:tblGrid>
              <a:tr h="458628">
                <a:tc>
                  <a:txBody>
                    <a:bodyPr wrap="square"/>
                    <a:lstStyle/>
                    <a:p>
                      <a:pPr algn="l"/>
                      <a:r>
                        <a:rPr sz="1575" b="1" i="0">
                          <a:solidFill>
                            <a:srgbClr val="FFFFFF"/>
                          </a:solidFill>
                          <a:latin typeface="Salesforce Sans"/>
                        </a:rPr>
                        <a:t>ID</a:t>
                      </a:r>
                    </a:p>
                  </a:txBody>
                  <a:tcPr marL="76200" marR="76200" marT="38100" marB="38100" anchor="ctr">
                    <a:solidFill>
                      <a:srgbClr val="001E5B"/>
                    </a:solidFill>
                  </a:tcPr>
                </a:tc>
                <a:tc>
                  <a:txBody>
                    <a:bodyPr wrap="square"/>
                    <a:lstStyle/>
                    <a:p>
                      <a:pPr algn="l"/>
                      <a:r>
                        <a:rPr sz="1575" b="1" i="0">
                          <a:solidFill>
                            <a:srgbClr val="FFFFFF"/>
                          </a:solidFill>
                          <a:latin typeface="Salesforce Sans"/>
                        </a:rPr>
                        <a:t>Jornada</a:t>
                      </a:r>
                    </a:p>
                  </a:txBody>
                  <a:tcPr marL="76200" marR="76200" marT="38100" marB="38100" anchor="ctr">
                    <a:solidFill>
                      <a:srgbClr val="001E5B"/>
                    </a:solidFill>
                  </a:tcPr>
                </a:tc>
                <a:tc>
                  <a:txBody>
                    <a:bodyPr wrap="square"/>
                    <a:lstStyle/>
                    <a:p>
                      <a:pPr algn="l"/>
                      <a:r>
                        <a:rPr sz="1575" b="1" i="0">
                          <a:solidFill>
                            <a:srgbClr val="FFFFFF"/>
                          </a:solidFill>
                          <a:latin typeface="Salesforce Sans"/>
                        </a:rPr>
                        <a:t>Escopo</a:t>
                      </a:r>
                    </a:p>
                  </a:txBody>
                  <a:tcPr marL="76200" marR="76200" marT="38100" marB="38100" anchor="ctr">
                    <a:solidFill>
                      <a:srgbClr val="001E5B"/>
                    </a:solidFill>
                  </a:tcPr>
                </a:tc>
                <a:tc>
                  <a:txBody>
                    <a:bodyPr wrap="square"/>
                    <a:lstStyle/>
                    <a:p>
                      <a:pPr algn="l"/>
                      <a:r>
                        <a:rPr sz="1575" b="1" i="0">
                          <a:solidFill>
                            <a:srgbClr val="FFFFFF"/>
                          </a:solidFill>
                          <a:latin typeface="Salesforce Sans"/>
                        </a:rPr>
                        <a:t>Tipo</a:t>
                      </a:r>
                    </a:p>
                  </a:txBody>
                  <a:tcPr marL="76200" marR="76200" marT="38100" marB="38100" anchor="ctr">
                    <a:solidFill>
                      <a:srgbClr val="001E5B"/>
                    </a:solidFill>
                  </a:tcPr>
                </a:tc>
                <a:tc>
                  <a:txBody>
                    <a:bodyPr wrap="square"/>
                    <a:lstStyle/>
                    <a:p>
                      <a:pPr algn="l"/>
                      <a:r>
                        <a:rPr sz="1575" b="1" i="0">
                          <a:solidFill>
                            <a:srgbClr val="FFFFFF"/>
                          </a:solidFill>
                          <a:latin typeface="Salesforce Sans"/>
                        </a:rPr>
                        <a:t>R$ c/imp</a:t>
                      </a:r>
                    </a:p>
                  </a:txBody>
                  <a:tcPr marL="76200" marR="76200" marT="38100" marB="38100" anchor="ctr">
                    <a:solidFill>
                      <a:srgbClr val="001E5B"/>
                    </a:solidFill>
                  </a:tcPr>
                </a:tc>
              </a:tr>
              <a:tr h="458628">
                <a:tc>
                  <a:txBody>
                    <a:bodyPr wrap="square"/>
                    <a:lstStyle/>
                    <a:p>
                      <a:pPr algn="l"/>
                      <a:r>
                        <a:rPr sz="1425" b="1" i="0">
                          <a:solidFill>
                            <a:srgbClr val="2E844A"/>
                          </a:solidFill>
                          <a:latin typeface="Salesforce Sans"/>
                        </a:rPr>
                        <a:t>J1</a:t>
                      </a:r>
                    </a:p>
                  </a:txBody>
                  <a:tcPr marL="76200" marR="76200" marT="38100" marB="38100" anchor="ctr">
                    <a:solidFill>
                      <a:srgbClr val="FFFFFF"/>
                    </a:solidFill>
                  </a:tcPr>
                </a:tc>
                <a:tc>
                  <a:txBody>
                    <a:bodyPr wrap="square"/>
                    <a:lstStyle/>
                    <a:p>
                      <a:pPr algn="l"/>
                      <a:r>
                        <a:rPr sz="1425" b="0" i="0">
                          <a:solidFill>
                            <a:srgbClr val="16325C"/>
                          </a:solidFill>
                          <a:latin typeface="Salesforce Sans"/>
                        </a:rPr>
                        <a:t>Consulta Financeira</a:t>
                      </a:r>
                    </a:p>
                  </a:txBody>
                  <a:tcPr marL="76200" marR="76200" marT="38100" marB="38100" anchor="ctr">
                    <a:solidFill>
                      <a:srgbClr val="FFFFFF"/>
                    </a:solidFill>
                  </a:tcPr>
                </a:tc>
                <a:tc>
                  <a:txBody>
                    <a:bodyPr wrap="square"/>
                    <a:lstStyle/>
                    <a:p>
                      <a:pPr algn="l"/>
                      <a:r>
                        <a:rPr sz="1350" b="0" i="0">
                          <a:solidFill>
                            <a:srgbClr val="54698D"/>
                          </a:solidFill>
                          <a:latin typeface="Salesforce Sans"/>
                        </a:rPr>
                        <a:t>Posição financeira do órgão via Slack</a:t>
                      </a:r>
                    </a:p>
                  </a:txBody>
                  <a:tcPr marL="76200" marR="76200" marT="38100" marB="38100" anchor="ctr">
                    <a:solidFill>
                      <a:srgbClr val="FFFFFF"/>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R$ 263.158</a:t>
                      </a:r>
                    </a:p>
                  </a:txBody>
                  <a:tcPr marL="76200" marR="76200" marT="38100" marB="38100" anchor="ctr">
                    <a:solidFill>
                      <a:srgbClr val="FFFFFF"/>
                    </a:solidFill>
                  </a:tcPr>
                </a:tc>
              </a:tr>
              <a:tr h="458628">
                <a:tc>
                  <a:txBody>
                    <a:bodyPr wrap="square"/>
                    <a:lstStyle/>
                    <a:p>
                      <a:pPr algn="l"/>
                      <a:r>
                        <a:rPr sz="1425" b="1" i="0">
                          <a:solidFill>
                            <a:srgbClr val="2E844A"/>
                          </a:solidFill>
                          <a:latin typeface="Salesforce Sans"/>
                        </a:rPr>
                        <a:t>J2</a:t>
                      </a:r>
                    </a:p>
                  </a:txBody>
                  <a:tcPr marL="76200" marR="76200" marT="38100" marB="38100" anchor="ctr">
                    <a:solidFill>
                      <a:srgbClr val="F3F6FB"/>
                    </a:solidFill>
                  </a:tcPr>
                </a:tc>
                <a:tc>
                  <a:txBody>
                    <a:bodyPr wrap="square"/>
                    <a:lstStyle/>
                    <a:p>
                      <a:pPr algn="l"/>
                      <a:r>
                        <a:rPr sz="1425" b="0" i="0">
                          <a:solidFill>
                            <a:srgbClr val="16325C"/>
                          </a:solidFill>
                          <a:latin typeface="Salesforce Sans"/>
                        </a:rPr>
                        <a:t>Status de Chamado</a:t>
                      </a:r>
                    </a:p>
                  </a:txBody>
                  <a:tcPr marL="76200" marR="76200" marT="38100" marB="38100" anchor="ctr">
                    <a:solidFill>
                      <a:srgbClr val="F3F6FB"/>
                    </a:solidFill>
                  </a:tcPr>
                </a:tc>
                <a:tc>
                  <a:txBody>
                    <a:bodyPr wrap="square"/>
                    <a:lstStyle/>
                    <a:p>
                      <a:pPr algn="l"/>
                      <a:r>
                        <a:rPr sz="1350" b="0" i="0">
                          <a:solidFill>
                            <a:srgbClr val="54698D"/>
                          </a:solidFill>
                          <a:latin typeface="Salesforce Sans"/>
                        </a:rPr>
                        <a:t>Status/SLA + notificação de mudança</a:t>
                      </a:r>
                    </a:p>
                  </a:txBody>
                  <a:tcPr marL="76200" marR="76200" marT="38100" marB="38100" anchor="ctr">
                    <a:solidFill>
                      <a:srgbClr val="F3F6FB"/>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R$ 263.158</a:t>
                      </a:r>
                    </a:p>
                  </a:txBody>
                  <a:tcPr marL="76200" marR="76200" marT="38100" marB="38100" anchor="ctr">
                    <a:solidFill>
                      <a:srgbClr val="F3F6FB"/>
                    </a:solidFill>
                  </a:tcPr>
                </a:tc>
              </a:tr>
              <a:tr h="458628">
                <a:tc>
                  <a:txBody>
                    <a:bodyPr wrap="square"/>
                    <a:lstStyle/>
                    <a:p>
                      <a:pPr algn="l"/>
                      <a:r>
                        <a:rPr sz="1425" b="1" i="0">
                          <a:solidFill>
                            <a:srgbClr val="2E844A"/>
                          </a:solidFill>
                          <a:latin typeface="Salesforce Sans"/>
                        </a:rPr>
                        <a:t>SEI-J1</a:t>
                      </a:r>
                    </a:p>
                  </a:txBody>
                  <a:tcPr marL="76200" marR="76200" marT="38100" marB="38100" anchor="ctr">
                    <a:solidFill>
                      <a:srgbClr val="FFFFFF"/>
                    </a:solidFill>
                  </a:tcPr>
                </a:tc>
                <a:tc>
                  <a:txBody>
                    <a:bodyPr wrap="square"/>
                    <a:lstStyle/>
                    <a:p>
                      <a:pPr algn="l"/>
                      <a:r>
                        <a:rPr sz="1425" b="0" i="0">
                          <a:solidFill>
                            <a:srgbClr val="16325C"/>
                          </a:solidFill>
                          <a:latin typeface="Salesforce Sans"/>
                        </a:rPr>
                        <a:t>Alerta de Prazo/tácito</a:t>
                      </a:r>
                    </a:p>
                  </a:txBody>
                  <a:tcPr marL="76200" marR="76200" marT="38100" marB="38100" anchor="ctr">
                    <a:solidFill>
                      <a:srgbClr val="FFFFFF"/>
                    </a:solidFill>
                  </a:tcPr>
                </a:tc>
                <a:tc>
                  <a:txBody>
                    <a:bodyPr wrap="square"/>
                    <a:lstStyle/>
                    <a:p>
                      <a:pPr algn="l"/>
                      <a:r>
                        <a:rPr sz="1350" b="0" i="0">
                          <a:solidFill>
                            <a:srgbClr val="54698D"/>
                          </a:solidFill>
                          <a:latin typeface="Salesforce Sans"/>
                        </a:rPr>
                        <a:t>Alerta antes do decurso de prazo</a:t>
                      </a:r>
                    </a:p>
                  </a:txBody>
                  <a:tcPr marL="76200" marR="76200" marT="38100" marB="38100" anchor="ctr">
                    <a:solidFill>
                      <a:srgbClr val="FFFFFF"/>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R$ 350.877</a:t>
                      </a:r>
                    </a:p>
                  </a:txBody>
                  <a:tcPr marL="76200" marR="76200" marT="38100" marB="38100" anchor="ctr">
                    <a:solidFill>
                      <a:srgbClr val="FFFFFF"/>
                    </a:solidFill>
                  </a:tcPr>
                </a:tc>
              </a:tr>
              <a:tr h="458628">
                <a:tc>
                  <a:txBody>
                    <a:bodyPr wrap="square"/>
                    <a:lstStyle/>
                    <a:p>
                      <a:pPr algn="l"/>
                      <a:r>
                        <a:rPr sz="1425" b="1" i="0">
                          <a:solidFill>
                            <a:srgbClr val="2E844A"/>
                          </a:solidFill>
                          <a:latin typeface="Salesforce Sans"/>
                        </a:rPr>
                        <a:t>SEI-J2</a:t>
                      </a:r>
                    </a:p>
                  </a:txBody>
                  <a:tcPr marL="76200" marR="76200" marT="38100" marB="38100" anchor="ctr">
                    <a:solidFill>
                      <a:srgbClr val="F3F6FB"/>
                    </a:solidFill>
                  </a:tcPr>
                </a:tc>
                <a:tc>
                  <a:txBody>
                    <a:bodyPr wrap="square"/>
                    <a:lstStyle/>
                    <a:p>
                      <a:pPr algn="l"/>
                      <a:r>
                        <a:rPr sz="1425" b="0" i="0">
                          <a:solidFill>
                            <a:srgbClr val="16325C"/>
                          </a:solidFill>
                          <a:latin typeface="Salesforce Sans"/>
                        </a:rPr>
                        <a:t>Consulta linguagem natural</a:t>
                      </a:r>
                    </a:p>
                  </a:txBody>
                  <a:tcPr marL="76200" marR="76200" marT="38100" marB="38100" anchor="ctr">
                    <a:solidFill>
                      <a:srgbClr val="F3F6FB"/>
                    </a:solidFill>
                  </a:tcPr>
                </a:tc>
                <a:tc>
                  <a:txBody>
                    <a:bodyPr wrap="square"/>
                    <a:lstStyle/>
                    <a:p>
                      <a:pPr algn="l"/>
                      <a:r>
                        <a:rPr sz="1350" b="0" i="0">
                          <a:solidFill>
                            <a:srgbClr val="54698D"/>
                          </a:solidFill>
                          <a:latin typeface="Salesforce Sans"/>
                        </a:rPr>
                        <a:t>Achar processo por pergunta natural</a:t>
                      </a:r>
                    </a:p>
                  </a:txBody>
                  <a:tcPr marL="76200" marR="76200" marT="38100" marB="38100" anchor="ctr">
                    <a:solidFill>
                      <a:srgbClr val="F3F6FB"/>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R$ 350.877</a:t>
                      </a:r>
                    </a:p>
                  </a:txBody>
                  <a:tcPr marL="76200" marR="76200" marT="38100" marB="38100" anchor="ctr">
                    <a:solidFill>
                      <a:srgbClr val="F3F6FB"/>
                    </a:solidFill>
                  </a:tcPr>
                </a:tc>
              </a:tr>
              <a:tr h="458628">
                <a:tc>
                  <a:txBody>
                    <a:bodyPr wrap="square"/>
                    <a:lstStyle/>
                    <a:p>
                      <a:pPr algn="l"/>
                      <a:r>
                        <a:rPr sz="1425" b="1" i="0">
                          <a:solidFill>
                            <a:srgbClr val="2E844A"/>
                          </a:solidFill>
                          <a:latin typeface="Salesforce Sans"/>
                        </a:rPr>
                        <a:t>SEI-J3</a:t>
                      </a:r>
                    </a:p>
                  </a:txBody>
                  <a:tcPr marL="76200" marR="76200" marT="38100" marB="38100" anchor="ctr">
                    <a:solidFill>
                      <a:srgbClr val="FFFFFF"/>
                    </a:solidFill>
                  </a:tcPr>
                </a:tc>
                <a:tc>
                  <a:txBody>
                    <a:bodyPr wrap="square"/>
                    <a:lstStyle/>
                    <a:p>
                      <a:pPr algn="l"/>
                      <a:r>
                        <a:rPr sz="1425" b="0" i="0">
                          <a:solidFill>
                            <a:srgbClr val="16325C"/>
                          </a:solidFill>
                          <a:latin typeface="Salesforce Sans"/>
                        </a:rPr>
                        <a:t>Notif. recebido/tramitado</a:t>
                      </a:r>
                    </a:p>
                  </a:txBody>
                  <a:tcPr marL="76200" marR="76200" marT="38100" marB="38100" anchor="ctr">
                    <a:solidFill>
                      <a:srgbClr val="FFFFFF"/>
                    </a:solidFill>
                  </a:tcPr>
                </a:tc>
                <a:tc>
                  <a:txBody>
                    <a:bodyPr wrap="square"/>
                    <a:lstStyle/>
                    <a:p>
                      <a:pPr algn="l"/>
                      <a:r>
                        <a:rPr sz="1350" b="0" i="0">
                          <a:solidFill>
                            <a:srgbClr val="54698D"/>
                          </a:solidFill>
                          <a:latin typeface="Salesforce Sans"/>
                        </a:rPr>
                        <a:t>Aviso quando processo chega à unidade</a:t>
                      </a:r>
                    </a:p>
                  </a:txBody>
                  <a:tcPr marL="76200" marR="76200" marT="38100" marB="38100" anchor="ctr">
                    <a:solidFill>
                      <a:srgbClr val="FFFFFF"/>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R$ 263.158</a:t>
                      </a:r>
                    </a:p>
                  </a:txBody>
                  <a:tcPr marL="76200" marR="76200" marT="38100" marB="38100" anchor="ctr">
                    <a:solidFill>
                      <a:srgbClr val="FFFFFF"/>
                    </a:solidFill>
                  </a:tcPr>
                </a:tc>
              </a:tr>
              <a:tr h="458628">
                <a:tc>
                  <a:txBody>
                    <a:bodyPr wrap="square"/>
                    <a:lstStyle/>
                    <a:p>
                      <a:pPr algn="l"/>
                      <a:r>
                        <a:rPr sz="1425" b="1" i="0">
                          <a:solidFill>
                            <a:srgbClr val="022AC0"/>
                          </a:solidFill>
                          <a:latin typeface="Salesforce Sans"/>
                        </a:rPr>
                        <a:t>J3</a:t>
                      </a:r>
                    </a:p>
                  </a:txBody>
                  <a:tcPr marL="76200" marR="76200" marT="38100" marB="38100" anchor="ctr">
                    <a:solidFill>
                      <a:srgbClr val="F3F6FB"/>
                    </a:solidFill>
                  </a:tcPr>
                </a:tc>
                <a:tc>
                  <a:txBody>
                    <a:bodyPr wrap="square"/>
                    <a:lstStyle/>
                    <a:p>
                      <a:pPr algn="l"/>
                      <a:r>
                        <a:rPr sz="1425" b="0" i="0">
                          <a:solidFill>
                            <a:srgbClr val="16325C"/>
                          </a:solidFill>
                          <a:latin typeface="Salesforce Sans"/>
                        </a:rPr>
                        <a:t>Briefing de Projeto</a:t>
                      </a:r>
                    </a:p>
                  </a:txBody>
                  <a:tcPr marL="76200" marR="76200" marT="38100" marB="38100" anchor="ctr">
                    <a:solidFill>
                      <a:srgbClr val="F3F6FB"/>
                    </a:solidFill>
                  </a:tcPr>
                </a:tc>
                <a:tc>
                  <a:txBody>
                    <a:bodyPr wrap="square"/>
                    <a:lstStyle/>
                    <a:p>
                      <a:pPr algn="l"/>
                      <a:r>
                        <a:rPr sz="1350" b="0" i="0">
                          <a:solidFill>
                            <a:srgbClr val="54698D"/>
                          </a:solidFill>
                          <a:latin typeface="Salesforce Sans"/>
                        </a:rPr>
                        <a:t>Briefing executivo em tempo real</a:t>
                      </a:r>
                    </a:p>
                  </a:txBody>
                  <a:tcPr marL="76200" marR="76200" marT="38100" marB="38100" anchor="ctr">
                    <a:solidFill>
                      <a:srgbClr val="F3F6FB"/>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R$ 263.158</a:t>
                      </a:r>
                    </a:p>
                  </a:txBody>
                  <a:tcPr marL="76200" marR="76200" marT="38100" marB="38100" anchor="ctr">
                    <a:solidFill>
                      <a:srgbClr val="F3F6FB"/>
                    </a:solidFill>
                  </a:tcPr>
                </a:tc>
              </a:tr>
              <a:tr h="458628">
                <a:tc>
                  <a:txBody>
                    <a:bodyPr wrap="square"/>
                    <a:lstStyle/>
                    <a:p>
                      <a:pPr algn="l"/>
                      <a:r>
                        <a:rPr sz="1425" b="1" i="0">
                          <a:solidFill>
                            <a:srgbClr val="022AC0"/>
                          </a:solidFill>
                          <a:latin typeface="Salesforce Sans"/>
                        </a:rPr>
                        <a:t>J7</a:t>
                      </a:r>
                    </a:p>
                  </a:txBody>
                  <a:tcPr marL="76200" marR="76200" marT="38100" marB="38100" anchor="ctr">
                    <a:solidFill>
                      <a:srgbClr val="FFFFFF"/>
                    </a:solidFill>
                  </a:tcPr>
                </a:tc>
                <a:tc>
                  <a:txBody>
                    <a:bodyPr wrap="square"/>
                    <a:lstStyle/>
                    <a:p>
                      <a:pPr algn="l"/>
                      <a:r>
                        <a:rPr sz="1425" b="0" i="0">
                          <a:solidFill>
                            <a:srgbClr val="16325C"/>
                          </a:solidFill>
                          <a:latin typeface="Salesforce Sans"/>
                        </a:rPr>
                        <a:t>FAQ Interno via Conexão</a:t>
                      </a:r>
                    </a:p>
                  </a:txBody>
                  <a:tcPr marL="76200" marR="76200" marT="38100" marB="38100" anchor="ctr">
                    <a:solidFill>
                      <a:srgbClr val="FFFFFF"/>
                    </a:solidFill>
                  </a:tcPr>
                </a:tc>
                <a:tc>
                  <a:txBody>
                    <a:bodyPr wrap="square"/>
                    <a:lstStyle/>
                    <a:p>
                      <a:pPr algn="l"/>
                      <a:r>
                        <a:rPr sz="1350" b="0" i="0">
                          <a:solidFill>
                            <a:srgbClr val="54698D"/>
                          </a:solidFill>
                          <a:latin typeface="Salesforce Sans"/>
                        </a:rPr>
                        <a:t>Dúvidas de RH respondidas com fonte</a:t>
                      </a:r>
                    </a:p>
                  </a:txBody>
                  <a:tcPr marL="76200" marR="76200" marT="38100" marB="38100" anchor="ctr">
                    <a:solidFill>
                      <a:srgbClr val="FFFFFF"/>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R$ 263.158</a:t>
                      </a:r>
                    </a:p>
                  </a:txBody>
                  <a:tcPr marL="76200" marR="76200" marT="38100" marB="38100" anchor="ctr">
                    <a:solidFill>
                      <a:srgbClr val="FFFFFF"/>
                    </a:solidFill>
                  </a:tcPr>
                </a:tc>
              </a:tr>
              <a:tr h="458628">
                <a:tc>
                  <a:txBody>
                    <a:bodyPr wrap="square"/>
                    <a:lstStyle/>
                    <a:p>
                      <a:pPr algn="l"/>
                      <a:r>
                        <a:rPr sz="1425" b="1" i="0">
                          <a:solidFill>
                            <a:srgbClr val="022AC0"/>
                          </a:solidFill>
                          <a:latin typeface="Salesforce Sans"/>
                        </a:rPr>
                        <a:t>SEI-J4</a:t>
                      </a:r>
                    </a:p>
                  </a:txBody>
                  <a:tcPr marL="76200" marR="76200" marT="38100" marB="38100" anchor="ctr">
                    <a:solidFill>
                      <a:srgbClr val="F3F6FB"/>
                    </a:solidFill>
                  </a:tcPr>
                </a:tc>
                <a:tc>
                  <a:txBody>
                    <a:bodyPr wrap="square"/>
                    <a:lstStyle/>
                    <a:p>
                      <a:pPr algn="l"/>
                      <a:r>
                        <a:rPr sz="1425" b="0" i="0">
                          <a:solidFill>
                            <a:srgbClr val="16325C"/>
                          </a:solidFill>
                          <a:latin typeface="Salesforce Sans"/>
                        </a:rPr>
                        <a:t>Meu painel de processos</a:t>
                      </a:r>
                    </a:p>
                  </a:txBody>
                  <a:tcPr marL="76200" marR="76200" marT="38100" marB="38100" anchor="ctr">
                    <a:solidFill>
                      <a:srgbClr val="F3F6FB"/>
                    </a:solidFill>
                  </a:tcPr>
                </a:tc>
                <a:tc>
                  <a:txBody>
                    <a:bodyPr wrap="square"/>
                    <a:lstStyle/>
                    <a:p>
                      <a:pPr algn="l"/>
                      <a:r>
                        <a:rPr sz="1350" b="0" i="0">
                          <a:solidFill>
                            <a:srgbClr val="54698D"/>
                          </a:solidFill>
                          <a:latin typeface="Salesforce Sans"/>
                        </a:rPr>
                        <a:t>Visão consolidada dos processos</a:t>
                      </a:r>
                    </a:p>
                  </a:txBody>
                  <a:tcPr marL="76200" marR="76200" marT="38100" marB="38100" anchor="ctr">
                    <a:solidFill>
                      <a:srgbClr val="F3F6FB"/>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R$ 263.158</a:t>
                      </a:r>
                    </a:p>
                  </a:txBody>
                  <a:tcPr marL="76200" marR="76200" marT="38100" marB="38100" anchor="ctr">
                    <a:solidFill>
                      <a:srgbClr val="F3F6FB"/>
                    </a:solidFill>
                  </a:tcPr>
                </a:tc>
              </a:tr>
              <a:tr h="458628">
                <a:tc>
                  <a:txBody>
                    <a:bodyPr wrap="square"/>
                    <a:lstStyle/>
                    <a:p>
                      <a:pPr algn="l"/>
                      <a:r>
                        <a:rPr sz="1425" b="1" i="0">
                          <a:solidFill>
                            <a:srgbClr val="022AC0"/>
                          </a:solidFill>
                          <a:latin typeface="Salesforce Sans"/>
                        </a:rPr>
                        <a:t>SEI-J5</a:t>
                      </a:r>
                    </a:p>
                  </a:txBody>
                  <a:tcPr marL="76200" marR="76200" marT="38100" marB="38100" anchor="ctr">
                    <a:solidFill>
                      <a:srgbClr val="FFFFFF"/>
                    </a:solidFill>
                  </a:tcPr>
                </a:tc>
                <a:tc>
                  <a:txBody>
                    <a:bodyPr wrap="square"/>
                    <a:lstStyle/>
                    <a:p>
                      <a:pPr algn="l"/>
                      <a:r>
                        <a:rPr sz="1425" b="0" i="0">
                          <a:solidFill>
                            <a:srgbClr val="16325C"/>
                          </a:solidFill>
                          <a:latin typeface="Salesforce Sans"/>
                        </a:rPr>
                        <a:t>Digest de unidade</a:t>
                      </a:r>
                    </a:p>
                  </a:txBody>
                  <a:tcPr marL="76200" marR="76200" marT="38100" marB="38100" anchor="ctr">
                    <a:solidFill>
                      <a:srgbClr val="FFFFFF"/>
                    </a:solidFill>
                  </a:tcPr>
                </a:tc>
                <a:tc>
                  <a:txBody>
                    <a:bodyPr wrap="square"/>
                    <a:lstStyle/>
                    <a:p>
                      <a:pPr algn="l"/>
                      <a:r>
                        <a:rPr sz="1350" b="0" i="0">
                          <a:solidFill>
                            <a:srgbClr val="54698D"/>
                          </a:solidFill>
                          <a:latin typeface="Salesforce Sans"/>
                        </a:rPr>
                        <a:t>Resumo de fluxo/gargalos da unidade</a:t>
                      </a:r>
                    </a:p>
                  </a:txBody>
                  <a:tcPr marL="76200" marR="76200" marT="38100" marB="38100" anchor="ctr">
                    <a:solidFill>
                      <a:srgbClr val="FFFFFF"/>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R$ 263.158</a:t>
                      </a:r>
                    </a:p>
                  </a:txBody>
                  <a:tcPr marL="76200" marR="76200" marT="38100" marB="38100" anchor="ctr">
                    <a:solidFill>
                      <a:srgbClr val="FFFFFF"/>
                    </a:solidFill>
                  </a:tcPr>
                </a:tc>
              </a:tr>
              <a:tr h="458628">
                <a:tc>
                  <a:txBody>
                    <a:bodyPr wrap="square"/>
                    <a:lstStyle/>
                    <a:p>
                      <a:pPr algn="l"/>
                      <a:r>
                        <a:rPr sz="1425" b="1" i="0">
                          <a:solidFill>
                            <a:srgbClr val="022AC0"/>
                          </a:solidFill>
                          <a:latin typeface="Salesforce Sans"/>
                        </a:rPr>
                        <a:t>SEI-J6</a:t>
                      </a:r>
                    </a:p>
                  </a:txBody>
                  <a:tcPr marL="76200" marR="76200" marT="38100" marB="38100" anchor="ctr">
                    <a:solidFill>
                      <a:srgbClr val="F3F6FB"/>
                    </a:solidFill>
                  </a:tcPr>
                </a:tc>
                <a:tc>
                  <a:txBody>
                    <a:bodyPr wrap="square"/>
                    <a:lstStyle/>
                    <a:p>
                      <a:pPr algn="l"/>
                      <a:r>
                        <a:rPr sz="1425" b="0" i="0">
                          <a:solidFill>
                            <a:srgbClr val="16325C"/>
                          </a:solidFill>
                          <a:latin typeface="Salesforce Sans"/>
                        </a:rPr>
                        <a:t>'Qual tipo uso?' + RAG</a:t>
                      </a:r>
                    </a:p>
                  </a:txBody>
                  <a:tcPr marL="76200" marR="76200" marT="38100" marB="38100" anchor="ctr">
                    <a:solidFill>
                      <a:srgbClr val="F3F6FB"/>
                    </a:solidFill>
                  </a:tcPr>
                </a:tc>
                <a:tc>
                  <a:txBody>
                    <a:bodyPr wrap="square"/>
                    <a:lstStyle/>
                    <a:p>
                      <a:pPr algn="l"/>
                      <a:r>
                        <a:rPr sz="1350" b="0" i="0">
                          <a:solidFill>
                            <a:srgbClr val="54698D"/>
                          </a:solidFill>
                          <a:latin typeface="Salesforce Sans"/>
                        </a:rPr>
                        <a:t>Recomenda tipo com norma citada</a:t>
                      </a:r>
                    </a:p>
                  </a:txBody>
                  <a:tcPr marL="76200" marR="76200" marT="38100" marB="38100" anchor="ctr">
                    <a:solidFill>
                      <a:srgbClr val="F3F6FB"/>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R$ 350.877</a:t>
                      </a:r>
                    </a:p>
                  </a:txBody>
                  <a:tcPr marL="76200" marR="76200" marT="38100" marB="38100" anchor="ctr">
                    <a:solidFill>
                      <a:srgbClr val="F3F6FB"/>
                    </a:solidFill>
                  </a:tcPr>
                </a:tc>
              </a:tr>
              <a:tr h="458628">
                <a:tc>
                  <a:txBody>
                    <a:bodyPr wrap="square"/>
                    <a:lstStyle/>
                    <a:p>
                      <a:pPr algn="l"/>
                      <a:r>
                        <a:rPr sz="1425" b="1" i="0">
                          <a:solidFill>
                            <a:srgbClr val="022AC0"/>
                          </a:solidFill>
                          <a:latin typeface="Salesforce Sans"/>
                        </a:rPr>
                        <a:t>SEI-J7</a:t>
                      </a:r>
                    </a:p>
                  </a:txBody>
                  <a:tcPr marL="76200" marR="76200" marT="38100" marB="38100" anchor="ctr">
                    <a:solidFill>
                      <a:srgbClr val="FFFFFF"/>
                    </a:solidFill>
                  </a:tcPr>
                </a:tc>
                <a:tc>
                  <a:txBody>
                    <a:bodyPr wrap="square"/>
                    <a:lstStyle/>
                    <a:p>
                      <a:pPr algn="l"/>
                      <a:r>
                        <a:rPr sz="1425" b="0" i="0">
                          <a:solidFill>
                            <a:srgbClr val="16325C"/>
                          </a:solidFill>
                          <a:latin typeface="Salesforce Sans"/>
                        </a:rPr>
                        <a:t>Status assinatura + deep-link</a:t>
                      </a:r>
                    </a:p>
                  </a:txBody>
                  <a:tcPr marL="76200" marR="76200" marT="38100" marB="38100" anchor="ctr">
                    <a:solidFill>
                      <a:srgbClr val="FFFFFF"/>
                    </a:solidFill>
                  </a:tcPr>
                </a:tc>
                <a:tc>
                  <a:txBody>
                    <a:bodyPr wrap="square"/>
                    <a:lstStyle/>
                    <a:p>
                      <a:pPr algn="l"/>
                      <a:r>
                        <a:rPr sz="1350" b="0" i="0">
                          <a:solidFill>
                            <a:srgbClr val="54698D"/>
                          </a:solidFill>
                          <a:latin typeface="Salesforce Sans"/>
                        </a:rPr>
                        <a:t>Quem falta assinar + link p/ assinar</a:t>
                      </a:r>
                    </a:p>
                  </a:txBody>
                  <a:tcPr marL="76200" marR="76200" marT="38100" marB="38100" anchor="ctr">
                    <a:solidFill>
                      <a:srgbClr val="FFFFFF"/>
                    </a:solidFill>
                  </a:tcPr>
                </a:tc>
                <a:tc>
                  <a:txBody>
                    <a:bodyPr wrap="square"/>
                    <a:lstStyle/>
                    <a:p>
                      <a:pPr algn="l"/>
                      <a:r>
                        <a:rPr sz="1350" b="0" i="0">
                          <a:solidFill>
                            <a:srgbClr val="16325C"/>
                          </a:solidFill>
                          <a:latin typeface="Salesforce Sans"/>
                        </a:rPr>
                        <a:t>Leitura</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R$ 263.158</a:t>
                      </a:r>
                    </a:p>
                  </a:txBody>
                  <a:tcPr marL="76200" marR="76200" marT="38100" marB="38100" anchor="ctr">
                    <a:solidFill>
                      <a:srgbClr val="FFFFFF"/>
                    </a:solidFill>
                  </a:tcPr>
                </a:tc>
              </a:tr>
              <a:tr h="458628">
                <a:tc>
                  <a:txBody>
                    <a:bodyPr wrap="square"/>
                    <a:lstStyle/>
                    <a:p>
                      <a:pPr algn="l"/>
                      <a:r>
                        <a:rPr sz="1425" b="1" i="0">
                          <a:solidFill>
                            <a:srgbClr val="9050E9"/>
                          </a:solidFill>
                          <a:latin typeface="Salesforce Sans"/>
                        </a:rPr>
                        <a:t>J4</a:t>
                      </a:r>
                    </a:p>
                  </a:txBody>
                  <a:tcPr marL="76200" marR="76200" marT="38100" marB="38100" anchor="ctr">
                    <a:solidFill>
                      <a:srgbClr val="F3F6FB"/>
                    </a:solidFill>
                  </a:tcPr>
                </a:tc>
                <a:tc>
                  <a:txBody>
                    <a:bodyPr wrap="square"/>
                    <a:lstStyle/>
                    <a:p>
                      <a:pPr algn="l"/>
                      <a:r>
                        <a:rPr sz="1425" b="0" i="0">
                          <a:solidFill>
                            <a:srgbClr val="16325C"/>
                          </a:solidFill>
                          <a:latin typeface="Salesforce Sans"/>
                        </a:rPr>
                        <a:t>Agendamento por Voz</a:t>
                      </a:r>
                    </a:p>
                  </a:txBody>
                  <a:tcPr marL="76200" marR="76200" marT="38100" marB="38100" anchor="ctr">
                    <a:solidFill>
                      <a:srgbClr val="F3F6FB"/>
                    </a:solidFill>
                  </a:tcPr>
                </a:tc>
                <a:tc>
                  <a:txBody>
                    <a:bodyPr wrap="square"/>
                    <a:lstStyle/>
                    <a:p>
                      <a:pPr algn="l"/>
                      <a:r>
                        <a:rPr sz="1350" b="0" i="0">
                          <a:solidFill>
                            <a:srgbClr val="54698D"/>
                          </a:solidFill>
                          <a:latin typeface="Salesforce Sans"/>
                        </a:rPr>
                        <a:t>Agenda reunião por áudio no Slack</a:t>
                      </a:r>
                    </a:p>
                  </a:txBody>
                  <a:tcPr marL="76200" marR="76200" marT="38100" marB="38100" anchor="ctr">
                    <a:solidFill>
                      <a:srgbClr val="F3F6FB"/>
                    </a:solidFill>
                  </a:tcPr>
                </a:tc>
                <a:tc>
                  <a:txBody>
                    <a:bodyPr wrap="square"/>
                    <a:lstStyle/>
                    <a:p>
                      <a:pPr algn="l"/>
                      <a:r>
                        <a:rPr sz="1350" b="0" i="0">
                          <a:solidFill>
                            <a:srgbClr val="16325C"/>
                          </a:solidFill>
                          <a:latin typeface="Salesforce Sans"/>
                        </a:rPr>
                        <a:t>Escrita</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R$ 438.596</a:t>
                      </a:r>
                    </a:p>
                  </a:txBody>
                  <a:tcPr marL="76200" marR="76200" marT="38100" marB="38100" anchor="ctr">
                    <a:solidFill>
                      <a:srgbClr val="F3F6FB"/>
                    </a:solidFill>
                  </a:tcPr>
                </a:tc>
              </a:tr>
              <a:tr h="458628">
                <a:tc>
                  <a:txBody>
                    <a:bodyPr wrap="square"/>
                    <a:lstStyle/>
                    <a:p>
                      <a:pPr algn="l"/>
                      <a:r>
                        <a:rPr sz="1425" b="1" i="0">
                          <a:solidFill>
                            <a:srgbClr val="9050E9"/>
                          </a:solidFill>
                          <a:latin typeface="Salesforce Sans"/>
                        </a:rPr>
                        <a:t>SEI-J8</a:t>
                      </a:r>
                    </a:p>
                  </a:txBody>
                  <a:tcPr marL="76200" marR="76200" marT="38100" marB="38100" anchor="ctr">
                    <a:solidFill>
                      <a:srgbClr val="FFFFFF"/>
                    </a:solidFill>
                  </a:tcPr>
                </a:tc>
                <a:tc>
                  <a:txBody>
                    <a:bodyPr wrap="square"/>
                    <a:lstStyle/>
                    <a:p>
                      <a:pPr algn="l"/>
                      <a:r>
                        <a:rPr sz="1425" b="0" i="0">
                          <a:solidFill>
                            <a:srgbClr val="16325C"/>
                          </a:solidFill>
                          <a:latin typeface="Salesforce Sans"/>
                        </a:rPr>
                        <a:t>Ciência de documento</a:t>
                      </a:r>
                    </a:p>
                  </a:txBody>
                  <a:tcPr marL="76200" marR="76200" marT="38100" marB="38100" anchor="ctr">
                    <a:solidFill>
                      <a:srgbClr val="FFFFFF"/>
                    </a:solidFill>
                  </a:tcPr>
                </a:tc>
                <a:tc>
                  <a:txBody>
                    <a:bodyPr wrap="square"/>
                    <a:lstStyle/>
                    <a:p>
                      <a:pPr algn="l"/>
                      <a:r>
                        <a:rPr sz="1350" b="0" i="0">
                          <a:solidFill>
                            <a:srgbClr val="54698D"/>
                          </a:solidFill>
                          <a:latin typeface="Salesforce Sans"/>
                        </a:rPr>
                        <a:t>Registrar ciência + trilha</a:t>
                      </a:r>
                    </a:p>
                  </a:txBody>
                  <a:tcPr marL="76200" marR="76200" marT="38100" marB="38100" anchor="ctr">
                    <a:solidFill>
                      <a:srgbClr val="FFFFFF"/>
                    </a:solidFill>
                  </a:tcPr>
                </a:tc>
                <a:tc>
                  <a:txBody>
                    <a:bodyPr wrap="square"/>
                    <a:lstStyle/>
                    <a:p>
                      <a:pPr algn="l"/>
                      <a:r>
                        <a:rPr sz="1350" b="0" i="0">
                          <a:solidFill>
                            <a:srgbClr val="16325C"/>
                          </a:solidFill>
                          <a:latin typeface="Salesforce Sans"/>
                        </a:rPr>
                        <a:t>Escrita leve</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R$ 350.877</a:t>
                      </a:r>
                    </a:p>
                  </a:txBody>
                  <a:tcPr marL="76200" marR="76200" marT="38100" marB="38100" anchor="ctr">
                    <a:solidFill>
                      <a:srgbClr val="FFFFFF"/>
                    </a:solidFill>
                  </a:tcPr>
                </a:tc>
              </a:tr>
              <a:tr h="458628">
                <a:tc>
                  <a:txBody>
                    <a:bodyPr wrap="square"/>
                    <a:lstStyle/>
                    <a:p>
                      <a:pPr algn="l"/>
                      <a:r>
                        <a:rPr sz="1425" b="1" i="0">
                          <a:solidFill>
                            <a:srgbClr val="9050E9"/>
                          </a:solidFill>
                          <a:latin typeface="Salesforce Sans"/>
                        </a:rPr>
                        <a:t>SEI-J9</a:t>
                      </a:r>
                    </a:p>
                  </a:txBody>
                  <a:tcPr marL="76200" marR="76200" marT="38100" marB="38100" anchor="ctr">
                    <a:solidFill>
                      <a:srgbClr val="F3F6FB"/>
                    </a:solidFill>
                  </a:tcPr>
                </a:tc>
                <a:tc>
                  <a:txBody>
                    <a:bodyPr wrap="square"/>
                    <a:lstStyle/>
                    <a:p>
                      <a:pPr algn="l"/>
                      <a:r>
                        <a:rPr sz="1425" b="0" i="0">
                          <a:solidFill>
                            <a:srgbClr val="16325C"/>
                          </a:solidFill>
                          <a:latin typeface="Salesforce Sans"/>
                        </a:rPr>
                        <a:t>Tramitar via aprovação</a:t>
                      </a:r>
                    </a:p>
                  </a:txBody>
                  <a:tcPr marL="76200" marR="76200" marT="38100" marB="38100" anchor="ctr">
                    <a:solidFill>
                      <a:srgbClr val="F3F6FB"/>
                    </a:solidFill>
                  </a:tcPr>
                </a:tc>
                <a:tc>
                  <a:txBody>
                    <a:bodyPr wrap="square"/>
                    <a:lstStyle/>
                    <a:p>
                      <a:pPr algn="l"/>
                      <a:r>
                        <a:rPr sz="1350" b="0" i="0">
                          <a:solidFill>
                            <a:srgbClr val="54698D"/>
                          </a:solidFill>
                          <a:latin typeface="Salesforce Sans"/>
                        </a:rPr>
                        <a:t>Tramitar com fluxo de aprovação</a:t>
                      </a:r>
                    </a:p>
                  </a:txBody>
                  <a:tcPr marL="76200" marR="76200" marT="38100" marB="38100" anchor="ctr">
                    <a:solidFill>
                      <a:srgbClr val="F3F6FB"/>
                    </a:solidFill>
                  </a:tcPr>
                </a:tc>
                <a:tc>
                  <a:txBody>
                    <a:bodyPr wrap="square"/>
                    <a:lstStyle/>
                    <a:p>
                      <a:pPr algn="l"/>
                      <a:r>
                        <a:rPr sz="1350" b="0" i="0">
                          <a:solidFill>
                            <a:srgbClr val="16325C"/>
                          </a:solidFill>
                          <a:latin typeface="Salesforce Sans"/>
                        </a:rPr>
                        <a:t>Escrita+Gov</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R$ 526.316</a:t>
                      </a:r>
                    </a:p>
                  </a:txBody>
                  <a:tcPr marL="76200" marR="76200" marT="38100" marB="38100" anchor="ctr">
                    <a:solidFill>
                      <a:srgbClr val="F3F6FB"/>
                    </a:solidFill>
                  </a:tcPr>
                </a:tc>
              </a:tr>
              <a:tr h="458639">
                <a:tc>
                  <a:txBody>
                    <a:bodyPr wrap="square"/>
                    <a:lstStyle/>
                    <a:p>
                      <a:pPr algn="l"/>
                      <a:r>
                        <a:rPr sz="1425" b="1" i="0">
                          <a:solidFill>
                            <a:srgbClr val="9050E9"/>
                          </a:solidFill>
                          <a:latin typeface="Salesforce Sans"/>
                        </a:rPr>
                        <a:t>SEI-J10</a:t>
                      </a:r>
                    </a:p>
                  </a:txBody>
                  <a:tcPr marL="76200" marR="76200" marT="38100" marB="38100" anchor="ctr">
                    <a:solidFill>
                      <a:srgbClr val="FFFFFF"/>
                    </a:solidFill>
                  </a:tcPr>
                </a:tc>
                <a:tc>
                  <a:txBody>
                    <a:bodyPr wrap="square"/>
                    <a:lstStyle/>
                    <a:p>
                      <a:pPr algn="l"/>
                      <a:r>
                        <a:rPr sz="1425" b="0" i="0">
                          <a:solidFill>
                            <a:srgbClr val="16325C"/>
                          </a:solidFill>
                          <a:latin typeface="Salesforce Sans"/>
                        </a:rPr>
                        <a:t>Abrir processo</a:t>
                      </a:r>
                    </a:p>
                  </a:txBody>
                  <a:tcPr marL="76200" marR="76200" marT="38100" marB="38100" anchor="ctr">
                    <a:solidFill>
                      <a:srgbClr val="FFFFFF"/>
                    </a:solidFill>
                  </a:tcPr>
                </a:tc>
                <a:tc>
                  <a:txBody>
                    <a:bodyPr wrap="square"/>
                    <a:lstStyle/>
                    <a:p>
                      <a:pPr algn="l"/>
                      <a:r>
                        <a:rPr sz="1350" b="0" i="0">
                          <a:solidFill>
                            <a:srgbClr val="54698D"/>
                          </a:solidFill>
                          <a:latin typeface="Salesforce Sans"/>
                        </a:rPr>
                        <a:t>Abertura assistida c/ validação de tipo</a:t>
                      </a:r>
                    </a:p>
                  </a:txBody>
                  <a:tcPr marL="76200" marR="76200" marT="38100" marB="38100" anchor="ctr">
                    <a:solidFill>
                      <a:srgbClr val="FFFFFF"/>
                    </a:solidFill>
                  </a:tcPr>
                </a:tc>
                <a:tc>
                  <a:txBody>
                    <a:bodyPr wrap="square"/>
                    <a:lstStyle/>
                    <a:p>
                      <a:pPr algn="l"/>
                      <a:r>
                        <a:rPr sz="1350" b="0" i="0">
                          <a:solidFill>
                            <a:srgbClr val="16325C"/>
                          </a:solidFill>
                          <a:latin typeface="Salesforce Sans"/>
                        </a:rPr>
                        <a:t>Escrita+Gov</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R$ 526.316</a:t>
                      </a:r>
                    </a:p>
                  </a:txBody>
                  <a:tcPr marL="76200" marR="76200" marT="38100" marB="38100" anchor="ctr">
                    <a:solidFill>
                      <a:srgbClr val="FFFFFF"/>
                    </a:solidFill>
                  </a:tcPr>
                </a:tc>
              </a:tr>
            </a:tbl>
          </a:graphicData>
        </a:graphic>
      </p:graphicFrame>
      <p:sp>
        <p:nvSpPr>
          <p:cNvPr id="7" name="Rectangle 6"/>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9" name="TextBox 8"/>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ESCOPO · ONDAS</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Onda 1 · Quick Wins (5)</a:t>
            </a:r>
          </a:p>
        </p:txBody>
      </p:sp>
      <p:sp>
        <p:nvSpPr>
          <p:cNvPr id="5" name="Rectangle 4"/>
          <p:cNvSpPr/>
          <p:nvPr/>
        </p:nvSpPr>
        <p:spPr>
          <a:xfrm>
            <a:off x="781812" y="1810512"/>
            <a:ext cx="2194560" cy="75438"/>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 y="2057400"/>
            <a:ext cx="16459200" cy="480059"/>
          </a:xfrm>
          <a:prstGeom prst="rect">
            <a:avLst/>
          </a:prstGeom>
          <a:noFill/>
        </p:spPr>
        <p:txBody>
          <a:bodyPr wrap="square" lIns="25400" rIns="25400" tIns="12700" bIns="12700">
            <a:spAutoFit/>
          </a:bodyPr>
          <a:lstStyle/>
          <a:p>
            <a:pPr algn="l"/>
            <a:r>
              <a:rPr sz="1800" b="1" i="0">
                <a:solidFill>
                  <a:srgbClr val="2E844A"/>
                </a:solidFill>
                <a:latin typeface="Salesforce Sans"/>
              </a:rPr>
              <a:t>Ago–Set · go-live fim de Set · leitura, alto valor / baixo esforço</a:t>
            </a:r>
          </a:p>
        </p:txBody>
      </p:sp>
      <p:sp>
        <p:nvSpPr>
          <p:cNvPr id="7" name="Rectangle 6"/>
          <p:cNvSpPr/>
          <p:nvPr/>
        </p:nvSpPr>
        <p:spPr>
          <a:xfrm>
            <a:off x="754380" y="267462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4380" y="2674620"/>
            <a:ext cx="96012" cy="205740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285292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J1 · Consulta Financeira</a:t>
            </a:r>
          </a:p>
        </p:txBody>
      </p:sp>
      <p:sp>
        <p:nvSpPr>
          <p:cNvPr id="10" name="TextBox 9"/>
          <p:cNvSpPr txBox="1"/>
          <p:nvPr/>
        </p:nvSpPr>
        <p:spPr>
          <a:xfrm>
            <a:off x="1028700" y="338785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Externo+Interno · Protheus</a:t>
            </a:r>
          </a:p>
        </p:txBody>
      </p:sp>
      <p:sp>
        <p:nvSpPr>
          <p:cNvPr id="11" name="TextBox 10"/>
          <p:cNvSpPr txBox="1"/>
          <p:nvPr/>
        </p:nvSpPr>
        <p:spPr>
          <a:xfrm>
            <a:off x="1028700" y="382676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Posição financeira do órgão via Slack</a:t>
            </a:r>
          </a:p>
        </p:txBody>
      </p:sp>
      <p:sp>
        <p:nvSpPr>
          <p:cNvPr id="12" name="TextBox 11"/>
          <p:cNvSpPr txBox="1"/>
          <p:nvPr/>
        </p:nvSpPr>
        <p:spPr>
          <a:xfrm>
            <a:off x="6652259" y="2852928"/>
            <a:ext cx="2194560" cy="480059"/>
          </a:xfrm>
          <a:prstGeom prst="rect">
            <a:avLst/>
          </a:prstGeom>
          <a:noFill/>
        </p:spPr>
        <p:txBody>
          <a:bodyPr wrap="square" lIns="25400" rIns="25400" tIns="12700" bIns="12700">
            <a:spAutoFit/>
          </a:bodyPr>
          <a:lstStyle/>
          <a:p>
            <a:pPr algn="r"/>
            <a:r>
              <a:rPr sz="1650" b="1" i="0">
                <a:solidFill>
                  <a:srgbClr val="2E844A"/>
                </a:solidFill>
                <a:latin typeface="Salesforce Sans"/>
              </a:rPr>
              <a:t>R$ 263.158</a:t>
            </a:r>
          </a:p>
        </p:txBody>
      </p:sp>
      <p:sp>
        <p:nvSpPr>
          <p:cNvPr id="13" name="TextBox 12"/>
          <p:cNvSpPr txBox="1"/>
          <p:nvPr/>
        </p:nvSpPr>
        <p:spPr>
          <a:xfrm>
            <a:off x="6652259" y="338785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14" name="Rectangle 13"/>
          <p:cNvSpPr/>
          <p:nvPr/>
        </p:nvSpPr>
        <p:spPr>
          <a:xfrm>
            <a:off x="9230867" y="267462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30867" y="2674620"/>
            <a:ext cx="96012" cy="205740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5188" y="285292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J2 · Status de Chamado</a:t>
            </a:r>
          </a:p>
        </p:txBody>
      </p:sp>
      <p:sp>
        <p:nvSpPr>
          <p:cNvPr id="17" name="TextBox 16"/>
          <p:cNvSpPr txBox="1"/>
          <p:nvPr/>
        </p:nvSpPr>
        <p:spPr>
          <a:xfrm>
            <a:off x="9505188" y="338785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Externo+Interno · Service Desk</a:t>
            </a:r>
          </a:p>
        </p:txBody>
      </p:sp>
      <p:sp>
        <p:nvSpPr>
          <p:cNvPr id="18" name="TextBox 17"/>
          <p:cNvSpPr txBox="1"/>
          <p:nvPr/>
        </p:nvSpPr>
        <p:spPr>
          <a:xfrm>
            <a:off x="9505188" y="382676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Status/SLA + notificação de mudança</a:t>
            </a:r>
          </a:p>
        </p:txBody>
      </p:sp>
      <p:sp>
        <p:nvSpPr>
          <p:cNvPr id="19" name="TextBox 18"/>
          <p:cNvSpPr txBox="1"/>
          <p:nvPr/>
        </p:nvSpPr>
        <p:spPr>
          <a:xfrm>
            <a:off x="15128747" y="2852928"/>
            <a:ext cx="2194560" cy="480059"/>
          </a:xfrm>
          <a:prstGeom prst="rect">
            <a:avLst/>
          </a:prstGeom>
          <a:noFill/>
        </p:spPr>
        <p:txBody>
          <a:bodyPr wrap="square" lIns="25400" rIns="25400" tIns="12700" bIns="12700">
            <a:spAutoFit/>
          </a:bodyPr>
          <a:lstStyle/>
          <a:p>
            <a:pPr algn="r"/>
            <a:r>
              <a:rPr sz="1650" b="1" i="0">
                <a:solidFill>
                  <a:srgbClr val="2E844A"/>
                </a:solidFill>
                <a:latin typeface="Salesforce Sans"/>
              </a:rPr>
              <a:t>R$ 263.158</a:t>
            </a:r>
          </a:p>
        </p:txBody>
      </p:sp>
      <p:sp>
        <p:nvSpPr>
          <p:cNvPr id="20" name="TextBox 19"/>
          <p:cNvSpPr txBox="1"/>
          <p:nvPr/>
        </p:nvSpPr>
        <p:spPr>
          <a:xfrm>
            <a:off x="15128747" y="338785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21" name="Rectangle 20"/>
          <p:cNvSpPr/>
          <p:nvPr/>
        </p:nvSpPr>
        <p:spPr>
          <a:xfrm>
            <a:off x="754380" y="4937759"/>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 y="4937759"/>
            <a:ext cx="96012" cy="205740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8700" y="5116067"/>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SEI-J1 · Alerta de Prazo/tácito</a:t>
            </a:r>
          </a:p>
        </p:txBody>
      </p:sp>
      <p:sp>
        <p:nvSpPr>
          <p:cNvPr id="24" name="TextBox 23"/>
          <p:cNvSpPr txBox="1"/>
          <p:nvPr/>
        </p:nvSpPr>
        <p:spPr>
          <a:xfrm>
            <a:off x="1028700" y="565099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25" name="TextBox 24"/>
          <p:cNvSpPr txBox="1"/>
          <p:nvPr/>
        </p:nvSpPr>
        <p:spPr>
          <a:xfrm>
            <a:off x="1028700" y="6089903"/>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Alerta antes do decurso de prazo</a:t>
            </a:r>
          </a:p>
        </p:txBody>
      </p:sp>
      <p:sp>
        <p:nvSpPr>
          <p:cNvPr id="26" name="TextBox 25"/>
          <p:cNvSpPr txBox="1"/>
          <p:nvPr/>
        </p:nvSpPr>
        <p:spPr>
          <a:xfrm>
            <a:off x="6652259" y="5116067"/>
            <a:ext cx="2194560" cy="480059"/>
          </a:xfrm>
          <a:prstGeom prst="rect">
            <a:avLst/>
          </a:prstGeom>
          <a:noFill/>
        </p:spPr>
        <p:txBody>
          <a:bodyPr wrap="square" lIns="25400" rIns="25400" tIns="12700" bIns="12700">
            <a:spAutoFit/>
          </a:bodyPr>
          <a:lstStyle/>
          <a:p>
            <a:pPr algn="r"/>
            <a:r>
              <a:rPr sz="1650" b="1" i="0">
                <a:solidFill>
                  <a:srgbClr val="2E844A"/>
                </a:solidFill>
                <a:latin typeface="Salesforce Sans"/>
              </a:rPr>
              <a:t>R$ 350.877</a:t>
            </a:r>
          </a:p>
        </p:txBody>
      </p:sp>
      <p:sp>
        <p:nvSpPr>
          <p:cNvPr id="27" name="TextBox 26"/>
          <p:cNvSpPr txBox="1"/>
          <p:nvPr/>
        </p:nvSpPr>
        <p:spPr>
          <a:xfrm>
            <a:off x="6652259" y="565099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28" name="Rectangle 27"/>
          <p:cNvSpPr/>
          <p:nvPr/>
        </p:nvSpPr>
        <p:spPr>
          <a:xfrm>
            <a:off x="9230867" y="4937759"/>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30867" y="4937759"/>
            <a:ext cx="96012" cy="205740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5188" y="5116067"/>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SEI-J2 · Consulta linguagem natural</a:t>
            </a:r>
          </a:p>
        </p:txBody>
      </p:sp>
      <p:sp>
        <p:nvSpPr>
          <p:cNvPr id="31" name="TextBox 30"/>
          <p:cNvSpPr txBox="1"/>
          <p:nvPr/>
        </p:nvSpPr>
        <p:spPr>
          <a:xfrm>
            <a:off x="9505188" y="565099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32" name="TextBox 31"/>
          <p:cNvSpPr txBox="1"/>
          <p:nvPr/>
        </p:nvSpPr>
        <p:spPr>
          <a:xfrm>
            <a:off x="9505188" y="6089903"/>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Achar processo por pergunta natural</a:t>
            </a:r>
          </a:p>
        </p:txBody>
      </p:sp>
      <p:sp>
        <p:nvSpPr>
          <p:cNvPr id="33" name="TextBox 32"/>
          <p:cNvSpPr txBox="1"/>
          <p:nvPr/>
        </p:nvSpPr>
        <p:spPr>
          <a:xfrm>
            <a:off x="15128747" y="5116067"/>
            <a:ext cx="2194560" cy="480059"/>
          </a:xfrm>
          <a:prstGeom prst="rect">
            <a:avLst/>
          </a:prstGeom>
          <a:noFill/>
        </p:spPr>
        <p:txBody>
          <a:bodyPr wrap="square" lIns="25400" rIns="25400" tIns="12700" bIns="12700">
            <a:spAutoFit/>
          </a:bodyPr>
          <a:lstStyle/>
          <a:p>
            <a:pPr algn="r"/>
            <a:r>
              <a:rPr sz="1650" b="1" i="0">
                <a:solidFill>
                  <a:srgbClr val="2E844A"/>
                </a:solidFill>
                <a:latin typeface="Salesforce Sans"/>
              </a:rPr>
              <a:t>R$ 350.877</a:t>
            </a:r>
          </a:p>
        </p:txBody>
      </p:sp>
      <p:sp>
        <p:nvSpPr>
          <p:cNvPr id="34" name="TextBox 33"/>
          <p:cNvSpPr txBox="1"/>
          <p:nvPr/>
        </p:nvSpPr>
        <p:spPr>
          <a:xfrm>
            <a:off x="15128747" y="565099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35" name="Rectangle 34"/>
          <p:cNvSpPr/>
          <p:nvPr/>
        </p:nvSpPr>
        <p:spPr>
          <a:xfrm>
            <a:off x="754380" y="720090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4380" y="7200900"/>
            <a:ext cx="96012" cy="205740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8700" y="737920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SEI-J3 · Notif. recebido/tramitado</a:t>
            </a:r>
          </a:p>
        </p:txBody>
      </p:sp>
      <p:sp>
        <p:nvSpPr>
          <p:cNvPr id="38" name="TextBox 37"/>
          <p:cNvSpPr txBox="1"/>
          <p:nvPr/>
        </p:nvSpPr>
        <p:spPr>
          <a:xfrm>
            <a:off x="1028700" y="791413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39" name="TextBox 38"/>
          <p:cNvSpPr txBox="1"/>
          <p:nvPr/>
        </p:nvSpPr>
        <p:spPr>
          <a:xfrm>
            <a:off x="1028700" y="835304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Aviso quando processo chega à unidade</a:t>
            </a:r>
          </a:p>
        </p:txBody>
      </p:sp>
      <p:sp>
        <p:nvSpPr>
          <p:cNvPr id="40" name="TextBox 39"/>
          <p:cNvSpPr txBox="1"/>
          <p:nvPr/>
        </p:nvSpPr>
        <p:spPr>
          <a:xfrm>
            <a:off x="6652259" y="7379208"/>
            <a:ext cx="2194560" cy="480059"/>
          </a:xfrm>
          <a:prstGeom prst="rect">
            <a:avLst/>
          </a:prstGeom>
          <a:noFill/>
        </p:spPr>
        <p:txBody>
          <a:bodyPr wrap="square" lIns="25400" rIns="25400" tIns="12700" bIns="12700">
            <a:spAutoFit/>
          </a:bodyPr>
          <a:lstStyle/>
          <a:p>
            <a:pPr algn="r"/>
            <a:r>
              <a:rPr sz="1650" b="1" i="0">
                <a:solidFill>
                  <a:srgbClr val="2E844A"/>
                </a:solidFill>
                <a:latin typeface="Salesforce Sans"/>
              </a:rPr>
              <a:t>R$ 263.158</a:t>
            </a:r>
          </a:p>
        </p:txBody>
      </p:sp>
      <p:sp>
        <p:nvSpPr>
          <p:cNvPr id="41" name="TextBox 40"/>
          <p:cNvSpPr txBox="1"/>
          <p:nvPr/>
        </p:nvSpPr>
        <p:spPr>
          <a:xfrm>
            <a:off x="6652259" y="791413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42" name="Rectangle 41"/>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44" name="TextBox 43"/>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ESCOPO · ONDAS</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Onda 2 · Expansão (6)</a:t>
            </a:r>
          </a:p>
        </p:txBody>
      </p:sp>
      <p:sp>
        <p:nvSpPr>
          <p:cNvPr id="5" name="Rectangle 4"/>
          <p:cNvSpPr/>
          <p:nvPr/>
        </p:nvSpPr>
        <p:spPr>
          <a:xfrm>
            <a:off x="781812" y="1810512"/>
            <a:ext cx="2194560" cy="75438"/>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 y="2057400"/>
            <a:ext cx="16459200" cy="480059"/>
          </a:xfrm>
          <a:prstGeom prst="rect">
            <a:avLst/>
          </a:prstGeom>
          <a:noFill/>
        </p:spPr>
        <p:txBody>
          <a:bodyPr wrap="square" lIns="25400" rIns="25400" tIns="12700" bIns="12700">
            <a:spAutoFit/>
          </a:bodyPr>
          <a:lstStyle/>
          <a:p>
            <a:pPr algn="l"/>
            <a:r>
              <a:rPr sz="1800" b="1" i="0">
                <a:solidFill>
                  <a:srgbClr val="022AC0"/>
                </a:solidFill>
                <a:latin typeface="Salesforce Sans"/>
              </a:rPr>
              <a:t>Out–Nov · leitura + RAG + painéis</a:t>
            </a:r>
          </a:p>
        </p:txBody>
      </p:sp>
      <p:sp>
        <p:nvSpPr>
          <p:cNvPr id="7" name="Rectangle 6"/>
          <p:cNvSpPr/>
          <p:nvPr/>
        </p:nvSpPr>
        <p:spPr>
          <a:xfrm>
            <a:off x="754380" y="267462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4380" y="2674620"/>
            <a:ext cx="96012" cy="205740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285292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J3 · Briefing de Projeto</a:t>
            </a:r>
          </a:p>
        </p:txBody>
      </p:sp>
      <p:sp>
        <p:nvSpPr>
          <p:cNvPr id="10" name="TextBox 9"/>
          <p:cNvSpPr txBox="1"/>
          <p:nvPr/>
        </p:nvSpPr>
        <p:spPr>
          <a:xfrm>
            <a:off x="1028700" y="338785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Clarity</a:t>
            </a:r>
          </a:p>
        </p:txBody>
      </p:sp>
      <p:sp>
        <p:nvSpPr>
          <p:cNvPr id="11" name="TextBox 10"/>
          <p:cNvSpPr txBox="1"/>
          <p:nvPr/>
        </p:nvSpPr>
        <p:spPr>
          <a:xfrm>
            <a:off x="1028700" y="382676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Briefing executivo em tempo real</a:t>
            </a:r>
          </a:p>
        </p:txBody>
      </p:sp>
      <p:sp>
        <p:nvSpPr>
          <p:cNvPr id="12" name="TextBox 11"/>
          <p:cNvSpPr txBox="1"/>
          <p:nvPr/>
        </p:nvSpPr>
        <p:spPr>
          <a:xfrm>
            <a:off x="6652259" y="2852928"/>
            <a:ext cx="2194560" cy="480059"/>
          </a:xfrm>
          <a:prstGeom prst="rect">
            <a:avLst/>
          </a:prstGeom>
          <a:noFill/>
        </p:spPr>
        <p:txBody>
          <a:bodyPr wrap="square" lIns="25400" rIns="25400" tIns="12700" bIns="12700">
            <a:spAutoFit/>
          </a:bodyPr>
          <a:lstStyle/>
          <a:p>
            <a:pPr algn="r"/>
            <a:r>
              <a:rPr sz="1650" b="1" i="0">
                <a:solidFill>
                  <a:srgbClr val="022AC0"/>
                </a:solidFill>
                <a:latin typeface="Salesforce Sans"/>
              </a:rPr>
              <a:t>R$ 263.158</a:t>
            </a:r>
          </a:p>
        </p:txBody>
      </p:sp>
      <p:sp>
        <p:nvSpPr>
          <p:cNvPr id="13" name="TextBox 12"/>
          <p:cNvSpPr txBox="1"/>
          <p:nvPr/>
        </p:nvSpPr>
        <p:spPr>
          <a:xfrm>
            <a:off x="6652259" y="338785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14" name="Rectangle 13"/>
          <p:cNvSpPr/>
          <p:nvPr/>
        </p:nvSpPr>
        <p:spPr>
          <a:xfrm>
            <a:off x="9230867" y="267462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30867" y="2674620"/>
            <a:ext cx="96012" cy="205740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5188" y="285292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J7 · FAQ Interno via Conexão</a:t>
            </a:r>
          </a:p>
        </p:txBody>
      </p:sp>
      <p:sp>
        <p:nvSpPr>
          <p:cNvPr id="17" name="TextBox 16"/>
          <p:cNvSpPr txBox="1"/>
          <p:nvPr/>
        </p:nvSpPr>
        <p:spPr>
          <a:xfrm>
            <a:off x="9505188" y="338785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CRM/RAG</a:t>
            </a:r>
          </a:p>
        </p:txBody>
      </p:sp>
      <p:sp>
        <p:nvSpPr>
          <p:cNvPr id="18" name="TextBox 17"/>
          <p:cNvSpPr txBox="1"/>
          <p:nvPr/>
        </p:nvSpPr>
        <p:spPr>
          <a:xfrm>
            <a:off x="9505188" y="382676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Dúvidas de RH respondidas com fonte</a:t>
            </a:r>
          </a:p>
        </p:txBody>
      </p:sp>
      <p:sp>
        <p:nvSpPr>
          <p:cNvPr id="19" name="TextBox 18"/>
          <p:cNvSpPr txBox="1"/>
          <p:nvPr/>
        </p:nvSpPr>
        <p:spPr>
          <a:xfrm>
            <a:off x="15128747" y="2852928"/>
            <a:ext cx="2194560" cy="480059"/>
          </a:xfrm>
          <a:prstGeom prst="rect">
            <a:avLst/>
          </a:prstGeom>
          <a:noFill/>
        </p:spPr>
        <p:txBody>
          <a:bodyPr wrap="square" lIns="25400" rIns="25400" tIns="12700" bIns="12700">
            <a:spAutoFit/>
          </a:bodyPr>
          <a:lstStyle/>
          <a:p>
            <a:pPr algn="r"/>
            <a:r>
              <a:rPr sz="1650" b="1" i="0">
                <a:solidFill>
                  <a:srgbClr val="022AC0"/>
                </a:solidFill>
                <a:latin typeface="Salesforce Sans"/>
              </a:rPr>
              <a:t>R$ 263.158</a:t>
            </a:r>
          </a:p>
        </p:txBody>
      </p:sp>
      <p:sp>
        <p:nvSpPr>
          <p:cNvPr id="20" name="TextBox 19"/>
          <p:cNvSpPr txBox="1"/>
          <p:nvPr/>
        </p:nvSpPr>
        <p:spPr>
          <a:xfrm>
            <a:off x="15128747" y="338785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21" name="Rectangle 20"/>
          <p:cNvSpPr/>
          <p:nvPr/>
        </p:nvSpPr>
        <p:spPr>
          <a:xfrm>
            <a:off x="754380" y="4937759"/>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 y="4937759"/>
            <a:ext cx="96012" cy="205740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8700" y="5116067"/>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SEI-J4 · Meu painel de processos</a:t>
            </a:r>
          </a:p>
        </p:txBody>
      </p:sp>
      <p:sp>
        <p:nvSpPr>
          <p:cNvPr id="24" name="TextBox 23"/>
          <p:cNvSpPr txBox="1"/>
          <p:nvPr/>
        </p:nvSpPr>
        <p:spPr>
          <a:xfrm>
            <a:off x="1028700" y="565099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25" name="TextBox 24"/>
          <p:cNvSpPr txBox="1"/>
          <p:nvPr/>
        </p:nvSpPr>
        <p:spPr>
          <a:xfrm>
            <a:off x="1028700" y="6089903"/>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Visão consolidada dos processos</a:t>
            </a:r>
          </a:p>
        </p:txBody>
      </p:sp>
      <p:sp>
        <p:nvSpPr>
          <p:cNvPr id="26" name="TextBox 25"/>
          <p:cNvSpPr txBox="1"/>
          <p:nvPr/>
        </p:nvSpPr>
        <p:spPr>
          <a:xfrm>
            <a:off x="6652259" y="5116067"/>
            <a:ext cx="2194560" cy="480059"/>
          </a:xfrm>
          <a:prstGeom prst="rect">
            <a:avLst/>
          </a:prstGeom>
          <a:noFill/>
        </p:spPr>
        <p:txBody>
          <a:bodyPr wrap="square" lIns="25400" rIns="25400" tIns="12700" bIns="12700">
            <a:spAutoFit/>
          </a:bodyPr>
          <a:lstStyle/>
          <a:p>
            <a:pPr algn="r"/>
            <a:r>
              <a:rPr sz="1650" b="1" i="0">
                <a:solidFill>
                  <a:srgbClr val="022AC0"/>
                </a:solidFill>
                <a:latin typeface="Salesforce Sans"/>
              </a:rPr>
              <a:t>R$ 263.158</a:t>
            </a:r>
          </a:p>
        </p:txBody>
      </p:sp>
      <p:sp>
        <p:nvSpPr>
          <p:cNvPr id="27" name="TextBox 26"/>
          <p:cNvSpPr txBox="1"/>
          <p:nvPr/>
        </p:nvSpPr>
        <p:spPr>
          <a:xfrm>
            <a:off x="6652259" y="565099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28" name="Rectangle 27"/>
          <p:cNvSpPr/>
          <p:nvPr/>
        </p:nvSpPr>
        <p:spPr>
          <a:xfrm>
            <a:off x="9230867" y="4937759"/>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30867" y="4937759"/>
            <a:ext cx="96012" cy="205740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5188" y="5116067"/>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SEI-J5 · Digest de unidade</a:t>
            </a:r>
          </a:p>
        </p:txBody>
      </p:sp>
      <p:sp>
        <p:nvSpPr>
          <p:cNvPr id="31" name="TextBox 30"/>
          <p:cNvSpPr txBox="1"/>
          <p:nvPr/>
        </p:nvSpPr>
        <p:spPr>
          <a:xfrm>
            <a:off x="9505188" y="565099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32" name="TextBox 31"/>
          <p:cNvSpPr txBox="1"/>
          <p:nvPr/>
        </p:nvSpPr>
        <p:spPr>
          <a:xfrm>
            <a:off x="9505188" y="6089903"/>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Resumo de fluxo/gargalos da unidade</a:t>
            </a:r>
          </a:p>
        </p:txBody>
      </p:sp>
      <p:sp>
        <p:nvSpPr>
          <p:cNvPr id="33" name="TextBox 32"/>
          <p:cNvSpPr txBox="1"/>
          <p:nvPr/>
        </p:nvSpPr>
        <p:spPr>
          <a:xfrm>
            <a:off x="15128747" y="5116067"/>
            <a:ext cx="2194560" cy="480059"/>
          </a:xfrm>
          <a:prstGeom prst="rect">
            <a:avLst/>
          </a:prstGeom>
          <a:noFill/>
        </p:spPr>
        <p:txBody>
          <a:bodyPr wrap="square" lIns="25400" rIns="25400" tIns="12700" bIns="12700">
            <a:spAutoFit/>
          </a:bodyPr>
          <a:lstStyle/>
          <a:p>
            <a:pPr algn="r"/>
            <a:r>
              <a:rPr sz="1650" b="1" i="0">
                <a:solidFill>
                  <a:srgbClr val="022AC0"/>
                </a:solidFill>
                <a:latin typeface="Salesforce Sans"/>
              </a:rPr>
              <a:t>R$ 263.158</a:t>
            </a:r>
          </a:p>
        </p:txBody>
      </p:sp>
      <p:sp>
        <p:nvSpPr>
          <p:cNvPr id="34" name="TextBox 33"/>
          <p:cNvSpPr txBox="1"/>
          <p:nvPr/>
        </p:nvSpPr>
        <p:spPr>
          <a:xfrm>
            <a:off x="15128747" y="565099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35" name="Rectangle 34"/>
          <p:cNvSpPr/>
          <p:nvPr/>
        </p:nvSpPr>
        <p:spPr>
          <a:xfrm>
            <a:off x="754380" y="720090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4380" y="7200900"/>
            <a:ext cx="96012" cy="205740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8700" y="737920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SEI-J6 · 'Qual tipo uso?' + RAG</a:t>
            </a:r>
          </a:p>
        </p:txBody>
      </p:sp>
      <p:sp>
        <p:nvSpPr>
          <p:cNvPr id="38" name="TextBox 37"/>
          <p:cNvSpPr txBox="1"/>
          <p:nvPr/>
        </p:nvSpPr>
        <p:spPr>
          <a:xfrm>
            <a:off x="1028700" y="791413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39" name="TextBox 38"/>
          <p:cNvSpPr txBox="1"/>
          <p:nvPr/>
        </p:nvSpPr>
        <p:spPr>
          <a:xfrm>
            <a:off x="1028700" y="835304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Recomenda tipo com norma citada</a:t>
            </a:r>
          </a:p>
        </p:txBody>
      </p:sp>
      <p:sp>
        <p:nvSpPr>
          <p:cNvPr id="40" name="TextBox 39"/>
          <p:cNvSpPr txBox="1"/>
          <p:nvPr/>
        </p:nvSpPr>
        <p:spPr>
          <a:xfrm>
            <a:off x="6652259" y="7379208"/>
            <a:ext cx="2194560" cy="480059"/>
          </a:xfrm>
          <a:prstGeom prst="rect">
            <a:avLst/>
          </a:prstGeom>
          <a:noFill/>
        </p:spPr>
        <p:txBody>
          <a:bodyPr wrap="square" lIns="25400" rIns="25400" tIns="12700" bIns="12700">
            <a:spAutoFit/>
          </a:bodyPr>
          <a:lstStyle/>
          <a:p>
            <a:pPr algn="r"/>
            <a:r>
              <a:rPr sz="1650" b="1" i="0">
                <a:solidFill>
                  <a:srgbClr val="022AC0"/>
                </a:solidFill>
                <a:latin typeface="Salesforce Sans"/>
              </a:rPr>
              <a:t>R$ 350.877</a:t>
            </a:r>
          </a:p>
        </p:txBody>
      </p:sp>
      <p:sp>
        <p:nvSpPr>
          <p:cNvPr id="41" name="TextBox 40"/>
          <p:cNvSpPr txBox="1"/>
          <p:nvPr/>
        </p:nvSpPr>
        <p:spPr>
          <a:xfrm>
            <a:off x="6652259" y="791413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42" name="Rectangle 41"/>
          <p:cNvSpPr/>
          <p:nvPr/>
        </p:nvSpPr>
        <p:spPr>
          <a:xfrm>
            <a:off x="9230867" y="720090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30867" y="7200900"/>
            <a:ext cx="96012" cy="205740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05188" y="737920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SEI-J7 · Status assinatura + deep-link</a:t>
            </a:r>
          </a:p>
        </p:txBody>
      </p:sp>
      <p:sp>
        <p:nvSpPr>
          <p:cNvPr id="45" name="TextBox 44"/>
          <p:cNvSpPr txBox="1"/>
          <p:nvPr/>
        </p:nvSpPr>
        <p:spPr>
          <a:xfrm>
            <a:off x="9505188" y="791413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46" name="TextBox 45"/>
          <p:cNvSpPr txBox="1"/>
          <p:nvPr/>
        </p:nvSpPr>
        <p:spPr>
          <a:xfrm>
            <a:off x="9505188" y="835304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Quem falta assinar + link p/ assinar</a:t>
            </a:r>
          </a:p>
        </p:txBody>
      </p:sp>
      <p:sp>
        <p:nvSpPr>
          <p:cNvPr id="47" name="TextBox 46"/>
          <p:cNvSpPr txBox="1"/>
          <p:nvPr/>
        </p:nvSpPr>
        <p:spPr>
          <a:xfrm>
            <a:off x="15128747" y="7379208"/>
            <a:ext cx="2194560" cy="480059"/>
          </a:xfrm>
          <a:prstGeom prst="rect">
            <a:avLst/>
          </a:prstGeom>
          <a:noFill/>
        </p:spPr>
        <p:txBody>
          <a:bodyPr wrap="square" lIns="25400" rIns="25400" tIns="12700" bIns="12700">
            <a:spAutoFit/>
          </a:bodyPr>
          <a:lstStyle/>
          <a:p>
            <a:pPr algn="r"/>
            <a:r>
              <a:rPr sz="1650" b="1" i="0">
                <a:solidFill>
                  <a:srgbClr val="022AC0"/>
                </a:solidFill>
                <a:latin typeface="Salesforce Sans"/>
              </a:rPr>
              <a:t>R$ 263.158</a:t>
            </a:r>
          </a:p>
        </p:txBody>
      </p:sp>
      <p:sp>
        <p:nvSpPr>
          <p:cNvPr id="48" name="TextBox 47"/>
          <p:cNvSpPr txBox="1"/>
          <p:nvPr/>
        </p:nvSpPr>
        <p:spPr>
          <a:xfrm>
            <a:off x="15128747" y="791413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Leitura</a:t>
            </a:r>
          </a:p>
        </p:txBody>
      </p:sp>
      <p:sp>
        <p:nvSpPr>
          <p:cNvPr id="49" name="Rectangle 48"/>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51" name="TextBox 50"/>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ESCOPO · ONDAS</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Onda 3 · Escrita, voz e governança (4)</a:t>
            </a:r>
          </a:p>
        </p:txBody>
      </p:sp>
      <p:sp>
        <p:nvSpPr>
          <p:cNvPr id="5" name="Rectangle 4"/>
          <p:cNvSpPr/>
          <p:nvPr/>
        </p:nvSpPr>
        <p:spPr>
          <a:xfrm>
            <a:off x="781812" y="1810512"/>
            <a:ext cx="2194560" cy="75438"/>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 y="2057400"/>
            <a:ext cx="16459200" cy="480059"/>
          </a:xfrm>
          <a:prstGeom prst="rect">
            <a:avLst/>
          </a:prstGeom>
          <a:noFill/>
        </p:spPr>
        <p:txBody>
          <a:bodyPr wrap="square" lIns="25400" rIns="25400" tIns="12700" bIns="12700">
            <a:spAutoFit/>
          </a:bodyPr>
          <a:lstStyle/>
          <a:p>
            <a:pPr algn="l"/>
            <a:r>
              <a:rPr sz="1800" b="1" i="0">
                <a:solidFill>
                  <a:srgbClr val="9050E9"/>
                </a:solidFill>
                <a:latin typeface="Salesforce Sans"/>
              </a:rPr>
              <a:t>Nov–Dez + hypercare · após a Fase 0 (G1002)</a:t>
            </a:r>
          </a:p>
        </p:txBody>
      </p:sp>
      <p:sp>
        <p:nvSpPr>
          <p:cNvPr id="7" name="Rectangle 6"/>
          <p:cNvSpPr/>
          <p:nvPr/>
        </p:nvSpPr>
        <p:spPr>
          <a:xfrm>
            <a:off x="754380" y="267462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4380" y="2674620"/>
            <a:ext cx="96012" cy="2057400"/>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8700" y="285292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J4 · Agendamento por Voz</a:t>
            </a:r>
          </a:p>
        </p:txBody>
      </p:sp>
      <p:sp>
        <p:nvSpPr>
          <p:cNvPr id="10" name="TextBox 9"/>
          <p:cNvSpPr txBox="1"/>
          <p:nvPr/>
        </p:nvSpPr>
        <p:spPr>
          <a:xfrm>
            <a:off x="1028700" y="338785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MS Graph</a:t>
            </a:r>
          </a:p>
        </p:txBody>
      </p:sp>
      <p:sp>
        <p:nvSpPr>
          <p:cNvPr id="11" name="TextBox 10"/>
          <p:cNvSpPr txBox="1"/>
          <p:nvPr/>
        </p:nvSpPr>
        <p:spPr>
          <a:xfrm>
            <a:off x="1028700" y="382676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Agenda reunião por áudio no Slack</a:t>
            </a:r>
          </a:p>
        </p:txBody>
      </p:sp>
      <p:sp>
        <p:nvSpPr>
          <p:cNvPr id="12" name="TextBox 11"/>
          <p:cNvSpPr txBox="1"/>
          <p:nvPr/>
        </p:nvSpPr>
        <p:spPr>
          <a:xfrm>
            <a:off x="6652259" y="2852928"/>
            <a:ext cx="2194560" cy="480059"/>
          </a:xfrm>
          <a:prstGeom prst="rect">
            <a:avLst/>
          </a:prstGeom>
          <a:noFill/>
        </p:spPr>
        <p:txBody>
          <a:bodyPr wrap="square" lIns="25400" rIns="25400" tIns="12700" bIns="12700">
            <a:spAutoFit/>
          </a:bodyPr>
          <a:lstStyle/>
          <a:p>
            <a:pPr algn="r"/>
            <a:r>
              <a:rPr sz="1650" b="1" i="0">
                <a:solidFill>
                  <a:srgbClr val="9050E9"/>
                </a:solidFill>
                <a:latin typeface="Salesforce Sans"/>
              </a:rPr>
              <a:t>R$ 438.596</a:t>
            </a:r>
          </a:p>
        </p:txBody>
      </p:sp>
      <p:sp>
        <p:nvSpPr>
          <p:cNvPr id="13" name="TextBox 12"/>
          <p:cNvSpPr txBox="1"/>
          <p:nvPr/>
        </p:nvSpPr>
        <p:spPr>
          <a:xfrm>
            <a:off x="6652259" y="338785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Escrita</a:t>
            </a:r>
          </a:p>
        </p:txBody>
      </p:sp>
      <p:sp>
        <p:nvSpPr>
          <p:cNvPr id="14" name="Rectangle 13"/>
          <p:cNvSpPr/>
          <p:nvPr/>
        </p:nvSpPr>
        <p:spPr>
          <a:xfrm>
            <a:off x="9230867" y="2674620"/>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30867" y="2674620"/>
            <a:ext cx="96012" cy="2057400"/>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5188" y="2852928"/>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SEI-J8 · Ciência de documento</a:t>
            </a:r>
          </a:p>
        </p:txBody>
      </p:sp>
      <p:sp>
        <p:nvSpPr>
          <p:cNvPr id="17" name="TextBox 16"/>
          <p:cNvSpPr txBox="1"/>
          <p:nvPr/>
        </p:nvSpPr>
        <p:spPr>
          <a:xfrm>
            <a:off x="9505188" y="338785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18" name="TextBox 17"/>
          <p:cNvSpPr txBox="1"/>
          <p:nvPr/>
        </p:nvSpPr>
        <p:spPr>
          <a:xfrm>
            <a:off x="9505188" y="3826764"/>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Registrar ciência + trilha</a:t>
            </a:r>
          </a:p>
        </p:txBody>
      </p:sp>
      <p:sp>
        <p:nvSpPr>
          <p:cNvPr id="19" name="TextBox 18"/>
          <p:cNvSpPr txBox="1"/>
          <p:nvPr/>
        </p:nvSpPr>
        <p:spPr>
          <a:xfrm>
            <a:off x="15128747" y="2852928"/>
            <a:ext cx="2194560" cy="480059"/>
          </a:xfrm>
          <a:prstGeom prst="rect">
            <a:avLst/>
          </a:prstGeom>
          <a:noFill/>
        </p:spPr>
        <p:txBody>
          <a:bodyPr wrap="square" lIns="25400" rIns="25400" tIns="12700" bIns="12700">
            <a:spAutoFit/>
          </a:bodyPr>
          <a:lstStyle/>
          <a:p>
            <a:pPr algn="r"/>
            <a:r>
              <a:rPr sz="1650" b="1" i="0">
                <a:solidFill>
                  <a:srgbClr val="9050E9"/>
                </a:solidFill>
                <a:latin typeface="Salesforce Sans"/>
              </a:rPr>
              <a:t>R$ 350.877</a:t>
            </a:r>
          </a:p>
        </p:txBody>
      </p:sp>
      <p:sp>
        <p:nvSpPr>
          <p:cNvPr id="20" name="TextBox 19"/>
          <p:cNvSpPr txBox="1"/>
          <p:nvPr/>
        </p:nvSpPr>
        <p:spPr>
          <a:xfrm>
            <a:off x="15128747" y="338785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Escrita leve</a:t>
            </a:r>
          </a:p>
        </p:txBody>
      </p:sp>
      <p:sp>
        <p:nvSpPr>
          <p:cNvPr id="21" name="Rectangle 20"/>
          <p:cNvSpPr/>
          <p:nvPr/>
        </p:nvSpPr>
        <p:spPr>
          <a:xfrm>
            <a:off x="754380" y="4937759"/>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4380" y="4937759"/>
            <a:ext cx="96012" cy="2057400"/>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8700" y="5116067"/>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SEI-J9 · Tramitar via aprovação</a:t>
            </a:r>
          </a:p>
        </p:txBody>
      </p:sp>
      <p:sp>
        <p:nvSpPr>
          <p:cNvPr id="24" name="TextBox 23"/>
          <p:cNvSpPr txBox="1"/>
          <p:nvPr/>
        </p:nvSpPr>
        <p:spPr>
          <a:xfrm>
            <a:off x="1028700" y="565099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25" name="TextBox 24"/>
          <p:cNvSpPr txBox="1"/>
          <p:nvPr/>
        </p:nvSpPr>
        <p:spPr>
          <a:xfrm>
            <a:off x="1028700" y="6089903"/>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Tramitar com fluxo de aprovação</a:t>
            </a:r>
          </a:p>
        </p:txBody>
      </p:sp>
      <p:sp>
        <p:nvSpPr>
          <p:cNvPr id="26" name="TextBox 25"/>
          <p:cNvSpPr txBox="1"/>
          <p:nvPr/>
        </p:nvSpPr>
        <p:spPr>
          <a:xfrm>
            <a:off x="6652259" y="5116067"/>
            <a:ext cx="2194560" cy="480059"/>
          </a:xfrm>
          <a:prstGeom prst="rect">
            <a:avLst/>
          </a:prstGeom>
          <a:noFill/>
        </p:spPr>
        <p:txBody>
          <a:bodyPr wrap="square" lIns="25400" rIns="25400" tIns="12700" bIns="12700">
            <a:spAutoFit/>
          </a:bodyPr>
          <a:lstStyle/>
          <a:p>
            <a:pPr algn="r"/>
            <a:r>
              <a:rPr sz="1650" b="1" i="0">
                <a:solidFill>
                  <a:srgbClr val="9050E9"/>
                </a:solidFill>
                <a:latin typeface="Salesforce Sans"/>
              </a:rPr>
              <a:t>R$ 526.316</a:t>
            </a:r>
          </a:p>
        </p:txBody>
      </p:sp>
      <p:sp>
        <p:nvSpPr>
          <p:cNvPr id="27" name="TextBox 26"/>
          <p:cNvSpPr txBox="1"/>
          <p:nvPr/>
        </p:nvSpPr>
        <p:spPr>
          <a:xfrm>
            <a:off x="6652259" y="565099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Escrita+Gov</a:t>
            </a:r>
          </a:p>
        </p:txBody>
      </p:sp>
      <p:sp>
        <p:nvSpPr>
          <p:cNvPr id="28" name="Rectangle 27"/>
          <p:cNvSpPr/>
          <p:nvPr/>
        </p:nvSpPr>
        <p:spPr>
          <a:xfrm>
            <a:off x="9230867" y="4937759"/>
            <a:ext cx="8298179" cy="20574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30867" y="4937759"/>
            <a:ext cx="96012" cy="2057400"/>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5188" y="5116067"/>
            <a:ext cx="5692140" cy="548640"/>
          </a:xfrm>
          <a:prstGeom prst="rect">
            <a:avLst/>
          </a:prstGeom>
          <a:noFill/>
        </p:spPr>
        <p:txBody>
          <a:bodyPr wrap="square" lIns="25400" rIns="25400" tIns="12700" bIns="12700">
            <a:spAutoFit/>
          </a:bodyPr>
          <a:lstStyle/>
          <a:p>
            <a:pPr algn="l"/>
            <a:r>
              <a:rPr sz="1800" b="1" i="0">
                <a:solidFill>
                  <a:srgbClr val="001E5B"/>
                </a:solidFill>
                <a:latin typeface="Salesforce Sans"/>
              </a:rPr>
              <a:t>SEI-J10 · Abrir processo</a:t>
            </a:r>
          </a:p>
        </p:txBody>
      </p:sp>
      <p:sp>
        <p:nvSpPr>
          <p:cNvPr id="31" name="TextBox 30"/>
          <p:cNvSpPr txBox="1"/>
          <p:nvPr/>
        </p:nvSpPr>
        <p:spPr>
          <a:xfrm>
            <a:off x="9505188" y="5650991"/>
            <a:ext cx="5692140" cy="411479"/>
          </a:xfrm>
          <a:prstGeom prst="rect">
            <a:avLst/>
          </a:prstGeom>
          <a:noFill/>
        </p:spPr>
        <p:txBody>
          <a:bodyPr wrap="square" lIns="25400" rIns="25400" tIns="12700" bIns="12700">
            <a:spAutoFit/>
          </a:bodyPr>
          <a:lstStyle/>
          <a:p>
            <a:pPr algn="l"/>
            <a:r>
              <a:rPr sz="1425" b="0" i="0">
                <a:solidFill>
                  <a:srgbClr val="54698D"/>
                </a:solidFill>
                <a:latin typeface="Salesforce Sans"/>
              </a:rPr>
              <a:t>Interno · SEI</a:t>
            </a:r>
          </a:p>
        </p:txBody>
      </p:sp>
      <p:sp>
        <p:nvSpPr>
          <p:cNvPr id="32" name="TextBox 31"/>
          <p:cNvSpPr txBox="1"/>
          <p:nvPr/>
        </p:nvSpPr>
        <p:spPr>
          <a:xfrm>
            <a:off x="9505188" y="6089903"/>
            <a:ext cx="5692140" cy="754380"/>
          </a:xfrm>
          <a:prstGeom prst="rect">
            <a:avLst/>
          </a:prstGeom>
          <a:noFill/>
        </p:spPr>
        <p:txBody>
          <a:bodyPr wrap="square" lIns="25400" rIns="25400" tIns="12700" bIns="12700">
            <a:spAutoFit/>
          </a:bodyPr>
          <a:lstStyle/>
          <a:p>
            <a:pPr algn="l"/>
            <a:r>
              <a:rPr sz="1500" b="0" i="0">
                <a:solidFill>
                  <a:srgbClr val="16325C"/>
                </a:solidFill>
                <a:latin typeface="Salesforce Sans"/>
              </a:rPr>
              <a:t>Abertura assistida c/ validação de tipo</a:t>
            </a:r>
          </a:p>
        </p:txBody>
      </p:sp>
      <p:sp>
        <p:nvSpPr>
          <p:cNvPr id="33" name="TextBox 32"/>
          <p:cNvSpPr txBox="1"/>
          <p:nvPr/>
        </p:nvSpPr>
        <p:spPr>
          <a:xfrm>
            <a:off x="15128747" y="5116067"/>
            <a:ext cx="2194560" cy="480059"/>
          </a:xfrm>
          <a:prstGeom prst="rect">
            <a:avLst/>
          </a:prstGeom>
          <a:noFill/>
        </p:spPr>
        <p:txBody>
          <a:bodyPr wrap="square" lIns="25400" rIns="25400" tIns="12700" bIns="12700">
            <a:spAutoFit/>
          </a:bodyPr>
          <a:lstStyle/>
          <a:p>
            <a:pPr algn="r"/>
            <a:r>
              <a:rPr sz="1650" b="1" i="0">
                <a:solidFill>
                  <a:srgbClr val="9050E9"/>
                </a:solidFill>
                <a:latin typeface="Salesforce Sans"/>
              </a:rPr>
              <a:t>R$ 526.316</a:t>
            </a:r>
          </a:p>
        </p:txBody>
      </p:sp>
      <p:sp>
        <p:nvSpPr>
          <p:cNvPr id="34" name="TextBox 33"/>
          <p:cNvSpPr txBox="1"/>
          <p:nvPr/>
        </p:nvSpPr>
        <p:spPr>
          <a:xfrm>
            <a:off x="15128747" y="5650991"/>
            <a:ext cx="2194560" cy="411479"/>
          </a:xfrm>
          <a:prstGeom prst="rect">
            <a:avLst/>
          </a:prstGeom>
          <a:noFill/>
        </p:spPr>
        <p:txBody>
          <a:bodyPr wrap="square" lIns="25400" rIns="25400" tIns="12700" bIns="12700">
            <a:spAutoFit/>
          </a:bodyPr>
          <a:lstStyle/>
          <a:p>
            <a:pPr algn="r"/>
            <a:r>
              <a:rPr sz="1350" b="0" i="0">
                <a:solidFill>
                  <a:srgbClr val="54698D"/>
                </a:solidFill>
                <a:latin typeface="Salesforce Sans"/>
              </a:rPr>
              <a:t>Escrita+Gov</a:t>
            </a:r>
          </a:p>
        </p:txBody>
      </p:sp>
      <p:sp>
        <p:nvSpPr>
          <p:cNvPr id="35" name="Rectangle 34"/>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37" name="TextBox 36"/>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SOLUÇÃO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Sistemas &amp; Volumetria</a:t>
            </a:r>
          </a:p>
        </p:txBody>
      </p:sp>
      <p:sp>
        <p:nvSpPr>
          <p:cNvPr id="5" name="Rectangle 4"/>
          <p:cNvSpPr/>
          <p:nvPr/>
        </p:nvSpPr>
        <p:spPr>
          <a:xfrm>
            <a:off x="781812" y="1810512"/>
            <a:ext cx="2194560" cy="75438"/>
          </a:xfrm>
          <a:prstGeom prst="rect">
            <a:avLst/>
          </a:prstGeom>
          <a:solidFill>
            <a:srgbClr val="0D9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194560"/>
            <a:ext cx="16774667" cy="850392"/>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8700" y="2345436"/>
            <a:ext cx="5486400" cy="548640"/>
          </a:xfrm>
          <a:prstGeom prst="rect">
            <a:avLst/>
          </a:prstGeom>
          <a:noFill/>
        </p:spPr>
        <p:txBody>
          <a:bodyPr wrap="square" lIns="25400" rIns="25400" tIns="12700" bIns="12700">
            <a:spAutoFit/>
          </a:bodyPr>
          <a:lstStyle/>
          <a:p>
            <a:pPr algn="l"/>
            <a:r>
              <a:rPr sz="1875" b="1" i="0">
                <a:solidFill>
                  <a:srgbClr val="022AC0"/>
                </a:solidFill>
                <a:latin typeface="Salesforce Sans"/>
              </a:rPr>
              <a:t>Protheus</a:t>
            </a:r>
          </a:p>
        </p:txBody>
      </p:sp>
      <p:sp>
        <p:nvSpPr>
          <p:cNvPr id="8" name="TextBox 7"/>
          <p:cNvSpPr txBox="1"/>
          <p:nvPr/>
        </p:nvSpPr>
        <p:spPr>
          <a:xfrm>
            <a:off x="6583679" y="2386584"/>
            <a:ext cx="10561320" cy="548640"/>
          </a:xfrm>
          <a:prstGeom prst="rect">
            <a:avLst/>
          </a:prstGeom>
          <a:noFill/>
        </p:spPr>
        <p:txBody>
          <a:bodyPr wrap="square" lIns="25400" rIns="25400" tIns="12700" bIns="12700">
            <a:spAutoFit/>
          </a:bodyPr>
          <a:lstStyle/>
          <a:p>
            <a:pPr algn="l"/>
            <a:r>
              <a:rPr sz="1725" b="0" i="0">
                <a:solidFill>
                  <a:srgbClr val="16325C"/>
                </a:solidFill>
                <a:latin typeface="Salesforce Sans"/>
              </a:rPr>
              <a:t>Financeiro — posição/faturas (leitura por ID)</a:t>
            </a:r>
          </a:p>
        </p:txBody>
      </p:sp>
      <p:sp>
        <p:nvSpPr>
          <p:cNvPr id="9" name="Rectangle 8"/>
          <p:cNvSpPr/>
          <p:nvPr/>
        </p:nvSpPr>
        <p:spPr>
          <a:xfrm>
            <a:off x="754380" y="3182112"/>
            <a:ext cx="16774667" cy="850392"/>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 y="3332988"/>
            <a:ext cx="5486400" cy="548640"/>
          </a:xfrm>
          <a:prstGeom prst="rect">
            <a:avLst/>
          </a:prstGeom>
          <a:noFill/>
        </p:spPr>
        <p:txBody>
          <a:bodyPr wrap="square" lIns="25400" rIns="25400" tIns="12700" bIns="12700">
            <a:spAutoFit/>
          </a:bodyPr>
          <a:lstStyle/>
          <a:p>
            <a:pPr algn="l"/>
            <a:r>
              <a:rPr sz="1875" b="1" i="0">
                <a:solidFill>
                  <a:srgbClr val="022AC0"/>
                </a:solidFill>
                <a:latin typeface="Salesforce Sans"/>
              </a:rPr>
              <a:t>Service Desk</a:t>
            </a:r>
          </a:p>
        </p:txBody>
      </p:sp>
      <p:sp>
        <p:nvSpPr>
          <p:cNvPr id="11" name="TextBox 10"/>
          <p:cNvSpPr txBox="1"/>
          <p:nvPr/>
        </p:nvSpPr>
        <p:spPr>
          <a:xfrm>
            <a:off x="6583679" y="3374136"/>
            <a:ext cx="10561320" cy="548640"/>
          </a:xfrm>
          <a:prstGeom prst="rect">
            <a:avLst/>
          </a:prstGeom>
          <a:noFill/>
        </p:spPr>
        <p:txBody>
          <a:bodyPr wrap="square" lIns="25400" rIns="25400" tIns="12700" bIns="12700">
            <a:spAutoFit/>
          </a:bodyPr>
          <a:lstStyle/>
          <a:p>
            <a:pPr algn="l"/>
            <a:r>
              <a:rPr sz="1725" b="0" i="0">
                <a:solidFill>
                  <a:srgbClr val="16325C"/>
                </a:solidFill>
                <a:latin typeface="Salesforce Sans"/>
              </a:rPr>
              <a:t>Chamados — status/SLA (~30k/mês)</a:t>
            </a:r>
          </a:p>
        </p:txBody>
      </p:sp>
      <p:sp>
        <p:nvSpPr>
          <p:cNvPr id="12" name="Rectangle 11"/>
          <p:cNvSpPr/>
          <p:nvPr/>
        </p:nvSpPr>
        <p:spPr>
          <a:xfrm>
            <a:off x="754380" y="4169664"/>
            <a:ext cx="16774667" cy="850392"/>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8700" y="4320540"/>
            <a:ext cx="5486400" cy="548640"/>
          </a:xfrm>
          <a:prstGeom prst="rect">
            <a:avLst/>
          </a:prstGeom>
          <a:noFill/>
        </p:spPr>
        <p:txBody>
          <a:bodyPr wrap="square" lIns="25400" rIns="25400" tIns="12700" bIns="12700">
            <a:spAutoFit/>
          </a:bodyPr>
          <a:lstStyle/>
          <a:p>
            <a:pPr algn="l"/>
            <a:r>
              <a:rPr sz="1875" b="1" i="0">
                <a:solidFill>
                  <a:srgbClr val="022AC0"/>
                </a:solidFill>
                <a:latin typeface="Salesforce Sans"/>
              </a:rPr>
              <a:t>Clarity</a:t>
            </a:r>
          </a:p>
        </p:txBody>
      </p:sp>
      <p:sp>
        <p:nvSpPr>
          <p:cNvPr id="14" name="TextBox 13"/>
          <p:cNvSpPr txBox="1"/>
          <p:nvPr/>
        </p:nvSpPr>
        <p:spPr>
          <a:xfrm>
            <a:off x="6583679" y="4361688"/>
            <a:ext cx="10561320" cy="548640"/>
          </a:xfrm>
          <a:prstGeom prst="rect">
            <a:avLst/>
          </a:prstGeom>
          <a:noFill/>
        </p:spPr>
        <p:txBody>
          <a:bodyPr wrap="square" lIns="25400" rIns="25400" tIns="12700" bIns="12700">
            <a:spAutoFit/>
          </a:bodyPr>
          <a:lstStyle/>
          <a:p>
            <a:pPr algn="l"/>
            <a:r>
              <a:rPr sz="1725" b="0" i="0">
                <a:solidFill>
                  <a:srgbClr val="16325C"/>
                </a:solidFill>
                <a:latin typeface="Salesforce Sans"/>
              </a:rPr>
              <a:t>PPM — status e marcos de projeto</a:t>
            </a:r>
          </a:p>
        </p:txBody>
      </p:sp>
      <p:sp>
        <p:nvSpPr>
          <p:cNvPr id="15" name="Rectangle 14"/>
          <p:cNvSpPr/>
          <p:nvPr/>
        </p:nvSpPr>
        <p:spPr>
          <a:xfrm>
            <a:off x="754380" y="5157216"/>
            <a:ext cx="16774667" cy="850392"/>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8700" y="5308092"/>
            <a:ext cx="5486400" cy="548640"/>
          </a:xfrm>
          <a:prstGeom prst="rect">
            <a:avLst/>
          </a:prstGeom>
          <a:noFill/>
        </p:spPr>
        <p:txBody>
          <a:bodyPr wrap="square" lIns="25400" rIns="25400" tIns="12700" bIns="12700">
            <a:spAutoFit/>
          </a:bodyPr>
          <a:lstStyle/>
          <a:p>
            <a:pPr algn="l"/>
            <a:r>
              <a:rPr sz="1875" b="1" i="0">
                <a:solidFill>
                  <a:srgbClr val="022AC0"/>
                </a:solidFill>
                <a:latin typeface="Salesforce Sans"/>
              </a:rPr>
              <a:t>Conexão / MS Graph</a:t>
            </a:r>
          </a:p>
        </p:txBody>
      </p:sp>
      <p:sp>
        <p:nvSpPr>
          <p:cNvPr id="17" name="TextBox 16"/>
          <p:cNvSpPr txBox="1"/>
          <p:nvPr/>
        </p:nvSpPr>
        <p:spPr>
          <a:xfrm>
            <a:off x="6583679" y="5349240"/>
            <a:ext cx="10561320" cy="548640"/>
          </a:xfrm>
          <a:prstGeom prst="rect">
            <a:avLst/>
          </a:prstGeom>
          <a:noFill/>
        </p:spPr>
        <p:txBody>
          <a:bodyPr wrap="square" lIns="25400" rIns="25400" tIns="12700" bIns="12700">
            <a:spAutoFit/>
          </a:bodyPr>
          <a:lstStyle/>
          <a:p>
            <a:pPr algn="l"/>
            <a:r>
              <a:rPr sz="1725" b="0" i="0">
                <a:solidFill>
                  <a:srgbClr val="16325C"/>
                </a:solidFill>
                <a:latin typeface="Salesforce Sans"/>
              </a:rPr>
              <a:t>RH/FAQ (RAG) e Agenda/Teams (escrita)</a:t>
            </a:r>
          </a:p>
        </p:txBody>
      </p:sp>
      <p:sp>
        <p:nvSpPr>
          <p:cNvPr id="18" name="Rectangle 17"/>
          <p:cNvSpPr/>
          <p:nvPr/>
        </p:nvSpPr>
        <p:spPr>
          <a:xfrm>
            <a:off x="754380" y="6144768"/>
            <a:ext cx="16774667" cy="850392"/>
          </a:xfrm>
          <a:prstGeom prst="rect">
            <a:avLst/>
          </a:prstGeom>
          <a:solidFill>
            <a:srgbClr val="FFF6E8"/>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8700" y="6295644"/>
            <a:ext cx="5486400" cy="548640"/>
          </a:xfrm>
          <a:prstGeom prst="rect">
            <a:avLst/>
          </a:prstGeom>
          <a:noFill/>
        </p:spPr>
        <p:txBody>
          <a:bodyPr wrap="square" lIns="25400" rIns="25400" tIns="12700" bIns="12700">
            <a:spAutoFit/>
          </a:bodyPr>
          <a:lstStyle/>
          <a:p>
            <a:pPr algn="l"/>
            <a:r>
              <a:rPr sz="1875" b="1" i="0">
                <a:solidFill>
                  <a:srgbClr val="A86403"/>
                </a:solidFill>
                <a:latin typeface="Salesforce Sans"/>
              </a:rPr>
              <a:t>SEI · mod-wssei v2</a:t>
            </a:r>
          </a:p>
        </p:txBody>
      </p:sp>
      <p:sp>
        <p:nvSpPr>
          <p:cNvPr id="20" name="TextBox 19"/>
          <p:cNvSpPr txBox="1"/>
          <p:nvPr/>
        </p:nvSpPr>
        <p:spPr>
          <a:xfrm>
            <a:off x="6583679" y="6336792"/>
            <a:ext cx="10561320" cy="548640"/>
          </a:xfrm>
          <a:prstGeom prst="rect">
            <a:avLst/>
          </a:prstGeom>
          <a:noFill/>
        </p:spPr>
        <p:txBody>
          <a:bodyPr wrap="square" lIns="25400" rIns="25400" tIns="12700" bIns="12700">
            <a:spAutoFit/>
          </a:bodyPr>
          <a:lstStyle/>
          <a:p>
            <a:pPr algn="l"/>
            <a:r>
              <a:rPr sz="1725" b="0" i="0">
                <a:solidFill>
                  <a:srgbClr val="16325C"/>
                </a:solidFill>
                <a:latin typeface="Salesforce Sans"/>
              </a:rPr>
              <a:t>REST JWT ~150+ endpoints · polling · LGPD</a:t>
            </a:r>
          </a:p>
        </p:txBody>
      </p:sp>
      <p:sp>
        <p:nvSpPr>
          <p:cNvPr id="21" name="Rectangle 20"/>
          <p:cNvSpPr/>
          <p:nvPr/>
        </p:nvSpPr>
        <p:spPr>
          <a:xfrm>
            <a:off x="754380" y="7406640"/>
            <a:ext cx="16774667" cy="1577339"/>
          </a:xfrm>
          <a:prstGeom prst="rect">
            <a:avLst/>
          </a:prstGeom>
          <a:solidFill>
            <a:srgbClr val="FFF6E8"/>
          </a:solidFill>
          <a:ln w="19050">
            <a:solidFill>
              <a:srgbClr val="A8640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8700" y="7543800"/>
            <a:ext cx="8229600" cy="480059"/>
          </a:xfrm>
          <a:prstGeom prst="rect">
            <a:avLst/>
          </a:prstGeom>
          <a:noFill/>
        </p:spPr>
        <p:txBody>
          <a:bodyPr wrap="square" lIns="25400" rIns="25400" tIns="12700" bIns="12700">
            <a:spAutoFit/>
          </a:bodyPr>
          <a:lstStyle/>
          <a:p>
            <a:pPr algn="l"/>
            <a:r>
              <a:rPr sz="1800" b="1" i="0">
                <a:solidFill>
                  <a:srgbClr val="A86403"/>
                </a:solidFill>
                <a:latin typeface="Salesforce Sans"/>
              </a:rPr>
              <a:t>Volumetria pendente (gap G1102)</a:t>
            </a:r>
          </a:p>
        </p:txBody>
      </p:sp>
      <p:sp>
        <p:nvSpPr>
          <p:cNvPr id="23" name="TextBox 22"/>
          <p:cNvSpPr txBox="1"/>
          <p:nvPr/>
        </p:nvSpPr>
        <p:spPr>
          <a:xfrm>
            <a:off x="1028700" y="8023859"/>
            <a:ext cx="16184880" cy="822959"/>
          </a:xfrm>
          <a:prstGeom prst="rect">
            <a:avLst/>
          </a:prstGeom>
          <a:noFill/>
        </p:spPr>
        <p:txBody>
          <a:bodyPr wrap="square" lIns="25400" rIns="25400" tIns="12700" bIns="12700">
            <a:spAutoFit/>
          </a:bodyPr>
          <a:lstStyle/>
          <a:p>
            <a:pPr algn="l"/>
            <a:r>
              <a:rPr sz="1725" b="0" i="0">
                <a:solidFill>
                  <a:srgbClr val="16325C"/>
                </a:solidFill>
                <a:latin typeface="Salesforce Sans"/>
              </a:rPr>
              <a:t>Volume de processos/tramitações por unidade será fornecido na Fase 0 para dimensionar a frequência de polling (latência × custo) e calibrar os KPIs.</a:t>
            </a:r>
          </a:p>
        </p:txBody>
      </p:sp>
      <p:sp>
        <p:nvSpPr>
          <p:cNvPr id="24" name="Rectangle 23"/>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26" name="TextBox 25"/>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ESTIMATIVA &amp; ROM</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Bolsão fixo de R$ 5,0 milhões</a:t>
            </a:r>
          </a:p>
        </p:txBody>
      </p:sp>
      <p:sp>
        <p:nvSpPr>
          <p:cNvPr id="5" name="Rectangle 4"/>
          <p:cNvSpPr/>
          <p:nvPr/>
        </p:nvSpPr>
        <p:spPr>
          <a:xfrm>
            <a:off x="781812" y="1810512"/>
            <a:ext cx="2194560" cy="75438"/>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263139"/>
            <a:ext cx="5349240" cy="17145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 y="2263139"/>
            <a:ext cx="96012" cy="171450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 y="2482596"/>
            <a:ext cx="4965192" cy="822959"/>
          </a:xfrm>
          <a:prstGeom prst="rect">
            <a:avLst/>
          </a:prstGeom>
          <a:noFill/>
        </p:spPr>
        <p:txBody>
          <a:bodyPr wrap="square" lIns="25400" rIns="25400" tIns="12700" bIns="12700">
            <a:spAutoFit/>
          </a:bodyPr>
          <a:lstStyle/>
          <a:p>
            <a:pPr algn="l"/>
            <a:r>
              <a:rPr sz="3600" b="1" i="0">
                <a:solidFill>
                  <a:srgbClr val="2E844A"/>
                </a:solidFill>
                <a:latin typeface="Salesforce Sans"/>
              </a:rPr>
              <a:t>R$ 5,0 M</a:t>
            </a:r>
          </a:p>
        </p:txBody>
      </p:sp>
      <p:sp>
        <p:nvSpPr>
          <p:cNvPr id="9" name="TextBox 8"/>
          <p:cNvSpPr txBox="1"/>
          <p:nvPr/>
        </p:nvSpPr>
        <p:spPr>
          <a:xfrm>
            <a:off x="1001268" y="3332987"/>
            <a:ext cx="4965192" cy="576072"/>
          </a:xfrm>
          <a:prstGeom prst="rect">
            <a:avLst/>
          </a:prstGeom>
          <a:noFill/>
        </p:spPr>
        <p:txBody>
          <a:bodyPr wrap="square" lIns="25400" rIns="25400" tIns="12700" bIns="12700">
            <a:spAutoFit/>
          </a:bodyPr>
          <a:lstStyle/>
          <a:p>
            <a:pPr algn="l"/>
            <a:r>
              <a:rPr sz="1575" b="0" i="0">
                <a:solidFill>
                  <a:srgbClr val="54698D"/>
                </a:solidFill>
                <a:latin typeface="Salesforce Sans"/>
              </a:rPr>
              <a:t>teto com imposto (fixo)</a:t>
            </a:r>
          </a:p>
        </p:txBody>
      </p:sp>
      <p:sp>
        <p:nvSpPr>
          <p:cNvPr id="10" name="Rectangle 9"/>
          <p:cNvSpPr/>
          <p:nvPr/>
        </p:nvSpPr>
        <p:spPr>
          <a:xfrm>
            <a:off x="6377940" y="2263139"/>
            <a:ext cx="5349240" cy="17145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77940" y="2263139"/>
            <a:ext cx="96012" cy="171450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4828" y="2482596"/>
            <a:ext cx="4965192" cy="822959"/>
          </a:xfrm>
          <a:prstGeom prst="rect">
            <a:avLst/>
          </a:prstGeom>
          <a:noFill/>
        </p:spPr>
        <p:txBody>
          <a:bodyPr wrap="square" lIns="25400" rIns="25400" tIns="12700" bIns="12700">
            <a:spAutoFit/>
          </a:bodyPr>
          <a:lstStyle/>
          <a:p>
            <a:pPr algn="l"/>
            <a:r>
              <a:rPr sz="3600" b="1" i="0">
                <a:solidFill>
                  <a:srgbClr val="022AC0"/>
                </a:solidFill>
                <a:latin typeface="Salesforce Sans"/>
              </a:rPr>
              <a:t>R$ 4,67 M</a:t>
            </a:r>
          </a:p>
        </p:txBody>
      </p:sp>
      <p:sp>
        <p:nvSpPr>
          <p:cNvPr id="13" name="TextBox 12"/>
          <p:cNvSpPr txBox="1"/>
          <p:nvPr/>
        </p:nvSpPr>
        <p:spPr>
          <a:xfrm>
            <a:off x="6624828" y="3332987"/>
            <a:ext cx="4965192" cy="576072"/>
          </a:xfrm>
          <a:prstGeom prst="rect">
            <a:avLst/>
          </a:prstGeom>
          <a:noFill/>
        </p:spPr>
        <p:txBody>
          <a:bodyPr wrap="square" lIns="25400" rIns="25400" tIns="12700" bIns="12700">
            <a:spAutoFit/>
          </a:bodyPr>
          <a:lstStyle/>
          <a:p>
            <a:pPr algn="l"/>
            <a:r>
              <a:rPr sz="1575" b="0" i="0">
                <a:solidFill>
                  <a:srgbClr val="54698D"/>
                </a:solidFill>
                <a:latin typeface="Salesforce Sans"/>
              </a:rPr>
              <a:t>sem imposto (÷ 0,9345)</a:t>
            </a:r>
          </a:p>
        </p:txBody>
      </p:sp>
      <p:sp>
        <p:nvSpPr>
          <p:cNvPr id="14" name="Rectangle 13"/>
          <p:cNvSpPr/>
          <p:nvPr/>
        </p:nvSpPr>
        <p:spPr>
          <a:xfrm>
            <a:off x="12001500" y="2263139"/>
            <a:ext cx="5486400" cy="17145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2263139"/>
            <a:ext cx="96012" cy="1714500"/>
          </a:xfrm>
          <a:prstGeom prst="rect">
            <a:avLst/>
          </a:prstGeom>
          <a:solidFill>
            <a:srgbClr val="001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48388" y="2482596"/>
            <a:ext cx="5102352" cy="822959"/>
          </a:xfrm>
          <a:prstGeom prst="rect">
            <a:avLst/>
          </a:prstGeom>
          <a:noFill/>
        </p:spPr>
        <p:txBody>
          <a:bodyPr wrap="square" lIns="25400" rIns="25400" tIns="12700" bIns="12700">
            <a:spAutoFit/>
          </a:bodyPr>
          <a:lstStyle/>
          <a:p>
            <a:pPr algn="l"/>
            <a:r>
              <a:rPr sz="3600" b="1" i="0">
                <a:solidFill>
                  <a:srgbClr val="001E5B"/>
                </a:solidFill>
                <a:latin typeface="Salesforce Sans"/>
              </a:rPr>
              <a:t>~7.650 h</a:t>
            </a:r>
          </a:p>
        </p:txBody>
      </p:sp>
      <p:sp>
        <p:nvSpPr>
          <p:cNvPr id="17" name="TextBox 16"/>
          <p:cNvSpPr txBox="1"/>
          <p:nvPr/>
        </p:nvSpPr>
        <p:spPr>
          <a:xfrm>
            <a:off x="12248388" y="3332987"/>
            <a:ext cx="5102352" cy="576072"/>
          </a:xfrm>
          <a:prstGeom prst="rect">
            <a:avLst/>
          </a:prstGeom>
          <a:noFill/>
        </p:spPr>
        <p:txBody>
          <a:bodyPr wrap="square" lIns="25400" rIns="25400" tIns="12700" bIns="12700">
            <a:spAutoFit/>
          </a:bodyPr>
          <a:lstStyle/>
          <a:p>
            <a:pPr algn="l"/>
            <a:r>
              <a:rPr sz="1575" b="0" i="0">
                <a:solidFill>
                  <a:srgbClr val="54698D"/>
                </a:solidFill>
                <a:latin typeface="Salesforce Sans"/>
              </a:rPr>
              <a:t>blended ~R$ 653/h c/imp</a:t>
            </a:r>
          </a:p>
        </p:txBody>
      </p:sp>
      <p:sp>
        <p:nvSpPr>
          <p:cNvPr id="18" name="Rectangle 17"/>
          <p:cNvSpPr/>
          <p:nvPr/>
        </p:nvSpPr>
        <p:spPr>
          <a:xfrm>
            <a:off x="754380" y="4389120"/>
            <a:ext cx="16774667" cy="4526279"/>
          </a:xfrm>
          <a:prstGeom prst="rect">
            <a:avLst/>
          </a:prstGeom>
          <a:solidFill>
            <a:srgbClr val="EAF5FE"/>
          </a:solidFill>
          <a:ln w="19050">
            <a:solidFill>
              <a:srgbClr val="00B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8700" y="4594860"/>
            <a:ext cx="10972800" cy="548640"/>
          </a:xfrm>
          <a:prstGeom prst="rect">
            <a:avLst/>
          </a:prstGeom>
          <a:noFill/>
        </p:spPr>
        <p:txBody>
          <a:bodyPr wrap="square" lIns="25400" rIns="25400" tIns="12700" bIns="12700">
            <a:spAutoFit/>
          </a:bodyPr>
          <a:lstStyle/>
          <a:p>
            <a:pPr algn="l"/>
            <a:r>
              <a:rPr sz="2250" b="1" i="0">
                <a:solidFill>
                  <a:srgbClr val="001E5B"/>
                </a:solidFill>
                <a:latin typeface="Salesforce Sans"/>
              </a:rPr>
              <a:t>O bolsão por dentro</a:t>
            </a:r>
          </a:p>
        </p:txBody>
      </p:sp>
      <p:sp>
        <p:nvSpPr>
          <p:cNvPr id="20" name="TextBox 19"/>
          <p:cNvSpPr txBox="1"/>
          <p:nvPr/>
        </p:nvSpPr>
        <p:spPr>
          <a:xfrm>
            <a:off x="1028700" y="5280660"/>
            <a:ext cx="16184880" cy="3566160"/>
          </a:xfrm>
          <a:prstGeom prst="rect">
            <a:avLst/>
          </a:prstGeom>
          <a:noFill/>
        </p:spPr>
        <p:txBody>
          <a:bodyPr wrap="square">
            <a:spAutoFit/>
          </a:bodyPr>
          <a:lstStyle/>
          <a:p>
            <a:pPr>
              <a:spcAft>
                <a:spcPts val="1500"/>
              </a:spcAft>
            </a:pPr>
            <a:r>
              <a:rPr sz="1875" b="1" i="0">
                <a:solidFill>
                  <a:srgbClr val="16325C"/>
                </a:solidFill>
                <a:latin typeface="Salesforce Sans"/>
              </a:rPr>
              <a:t>•  Teto fixo: o escopo cabe por priorização de ondas — não por corte de qualidade.</a:t>
            </a:r>
          </a:p>
          <a:p>
            <a:pPr>
              <a:spcAft>
                <a:spcPts val="1500"/>
              </a:spcAft>
            </a:pPr>
            <a:r>
              <a:rPr sz="1875" b="0" i="0">
                <a:solidFill>
                  <a:srgbClr val="16325C"/>
                </a:solidFill>
                <a:latin typeface="Salesforce Sans"/>
              </a:rPr>
              <a:t>•  ~45% de cada valor é fundação compartilhada (MuleSoft core + MCP, setup Slack dual-workspace, framework de agentes, Fase 0, PM, QA, Change, UX baseline).</a:t>
            </a:r>
          </a:p>
          <a:p>
            <a:pPr>
              <a:spcAft>
                <a:spcPts val="1500"/>
              </a:spcAft>
            </a:pPr>
            <a:r>
              <a:rPr sz="1875" b="0" i="0">
                <a:solidFill>
                  <a:srgbClr val="16325C"/>
                </a:solidFill>
                <a:latin typeface="Salesforce Sans"/>
              </a:rPr>
              <a:t>•  Valor por jornada visível — pesos por complexidade: leitura=3, RAG/polling=4, voz+escrita Graph=5, escrita SEI + governança=6.</a:t>
            </a:r>
          </a:p>
          <a:p>
            <a:pPr>
              <a:spcAft>
                <a:spcPts val="1500"/>
              </a:spcAft>
            </a:pPr>
            <a:r>
              <a:rPr sz="1875" b="0" i="0">
                <a:solidFill>
                  <a:srgbClr val="16325C"/>
                </a:solidFill>
                <a:latin typeface="Salesforce Sans"/>
              </a:rPr>
              <a:t>•  Ganho de IA (≥25%) é o que torna 22 semanas e o teto de R$ 5 M viáveis para as 15 jornadas.</a:t>
            </a:r>
          </a:p>
        </p:txBody>
      </p:sp>
      <p:sp>
        <p:nvSpPr>
          <p:cNvPr id="21" name="Rectangle 20"/>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23" name="TextBox 22"/>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ESTIMATIVA &amp; ROM</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Cardápio — R$ 5 M jornada por jornada</a:t>
            </a:r>
          </a:p>
        </p:txBody>
      </p:sp>
      <p:sp>
        <p:nvSpPr>
          <p:cNvPr id="5" name="Rectangle 4"/>
          <p:cNvSpPr/>
          <p:nvPr/>
        </p:nvSpPr>
        <p:spPr>
          <a:xfrm>
            <a:off x="781812" y="1810512"/>
            <a:ext cx="2194560" cy="75438"/>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54380" y="2057400"/>
          <a:ext cx="16774666" cy="7543800"/>
        </p:xfrm>
        <a:graphic>
          <a:graphicData uri="http://schemas.openxmlformats.org/drawingml/2006/table">
            <a:tbl>
              <a:tblPr firstRow="1" bandRow="1">
                <a:tableStyleId>{5C22544A-7EE6-4342-B048-85BDC9FD1C3A}</a:tableStyleId>
              </a:tblPr>
              <a:tblGrid>
                <a:gridCol w="6309359"/>
                <a:gridCol w="2057400"/>
                <a:gridCol w="2743200"/>
                <a:gridCol w="3291839"/>
                <a:gridCol w="2372868"/>
              </a:tblGrid>
              <a:tr h="443752">
                <a:tc>
                  <a:txBody>
                    <a:bodyPr wrap="square"/>
                    <a:lstStyle/>
                    <a:p>
                      <a:pPr algn="l"/>
                      <a:r>
                        <a:rPr sz="1575" b="1" i="0">
                          <a:solidFill>
                            <a:srgbClr val="FFFFFF"/>
                          </a:solidFill>
                          <a:latin typeface="Salesforce Sans"/>
                        </a:rPr>
                        <a:t>Jornada</a:t>
                      </a:r>
                    </a:p>
                  </a:txBody>
                  <a:tcPr marL="76200" marR="76200" marT="38100" marB="38100" anchor="ctr">
                    <a:solidFill>
                      <a:srgbClr val="001E5B"/>
                    </a:solidFill>
                  </a:tcPr>
                </a:tc>
                <a:tc>
                  <a:txBody>
                    <a:bodyPr wrap="square"/>
                    <a:lstStyle/>
                    <a:p>
                      <a:pPr algn="l"/>
                      <a:r>
                        <a:rPr sz="1575" b="1" i="0">
                          <a:solidFill>
                            <a:srgbClr val="FFFFFF"/>
                          </a:solidFill>
                          <a:latin typeface="Salesforce Sans"/>
                        </a:rPr>
                        <a:t>Onda</a:t>
                      </a:r>
                    </a:p>
                  </a:txBody>
                  <a:tcPr marL="76200" marR="76200" marT="38100" marB="38100" anchor="ctr">
                    <a:solidFill>
                      <a:srgbClr val="001E5B"/>
                    </a:solidFill>
                  </a:tcPr>
                </a:tc>
                <a:tc>
                  <a:txBody>
                    <a:bodyPr wrap="square"/>
                    <a:lstStyle/>
                    <a:p>
                      <a:pPr algn="l"/>
                      <a:r>
                        <a:rPr sz="1575" b="1" i="0">
                          <a:solidFill>
                            <a:srgbClr val="FFFFFF"/>
                          </a:solidFill>
                          <a:latin typeface="Salesforce Sans"/>
                        </a:rPr>
                        <a:t>Horas</a:t>
                      </a:r>
                    </a:p>
                  </a:txBody>
                  <a:tcPr marL="76200" marR="76200" marT="38100" marB="38100" anchor="ctr">
                    <a:solidFill>
                      <a:srgbClr val="001E5B"/>
                    </a:solidFill>
                  </a:tcPr>
                </a:tc>
                <a:tc>
                  <a:txBody>
                    <a:bodyPr wrap="square"/>
                    <a:lstStyle/>
                    <a:p>
                      <a:pPr algn="l"/>
                      <a:r>
                        <a:rPr sz="1575" b="1" i="0">
                          <a:solidFill>
                            <a:srgbClr val="FFFFFF"/>
                          </a:solidFill>
                          <a:latin typeface="Salesforce Sans"/>
                        </a:rPr>
                        <a:t>R$ c/imp</a:t>
                      </a:r>
                    </a:p>
                  </a:txBody>
                  <a:tcPr marL="76200" marR="76200" marT="38100" marB="38100" anchor="ctr">
                    <a:solidFill>
                      <a:srgbClr val="001E5B"/>
                    </a:solidFill>
                  </a:tcPr>
                </a:tc>
                <a:tc>
                  <a:txBody>
                    <a:bodyPr wrap="square"/>
                    <a:lstStyle/>
                    <a:p>
                      <a:pPr algn="l"/>
                      <a:r>
                        <a:rPr sz="1575" b="1" i="0">
                          <a:solidFill>
                            <a:srgbClr val="FFFFFF"/>
                          </a:solidFill>
                          <a:latin typeface="Salesforce Sans"/>
                        </a:rPr>
                        <a:t>Peso</a:t>
                      </a:r>
                    </a:p>
                  </a:txBody>
                  <a:tcPr marL="76200" marR="76200" marT="38100" marB="38100" anchor="ctr">
                    <a:solidFill>
                      <a:srgbClr val="001E5B"/>
                    </a:solidFill>
                  </a:tcPr>
                </a:tc>
              </a:tr>
              <a:tr h="443752">
                <a:tc>
                  <a:txBody>
                    <a:bodyPr wrap="square"/>
                    <a:lstStyle/>
                    <a:p>
                      <a:pPr algn="l"/>
                      <a:r>
                        <a:rPr sz="1500" b="0" i="0">
                          <a:solidFill>
                            <a:srgbClr val="16325C"/>
                          </a:solidFill>
                          <a:latin typeface="Salesforce Sans"/>
                        </a:rPr>
                        <a:t>J1 · Consulta Financeira</a:t>
                      </a:r>
                    </a:p>
                  </a:txBody>
                  <a:tcPr marL="76200" marR="76200" marT="38100" marB="38100" anchor="ctr">
                    <a:solidFill>
                      <a:srgbClr val="FFFFFF"/>
                    </a:solidFill>
                  </a:tcPr>
                </a:tc>
                <a:tc>
                  <a:txBody>
                    <a:bodyPr wrap="square"/>
                    <a:lstStyle/>
                    <a:p>
                      <a:pPr algn="ctr"/>
                      <a:r>
                        <a:rPr sz="1425" b="1" i="0">
                          <a:solidFill>
                            <a:srgbClr val="2E844A"/>
                          </a:solidFill>
                          <a:latin typeface="Salesforce Sans"/>
                        </a:rPr>
                        <a:t>Onda 1</a:t>
                      </a:r>
                    </a:p>
                  </a:txBody>
                  <a:tcPr marL="76200" marR="76200" marT="38100" marB="38100" anchor="ctr">
                    <a:solidFill>
                      <a:srgbClr val="FFFFFF"/>
                    </a:solidFill>
                  </a:tcPr>
                </a:tc>
                <a:tc>
                  <a:txBody>
                    <a:bodyPr wrap="square"/>
                    <a:lstStyle/>
                    <a:p>
                      <a:pPr algn="r"/>
                      <a:r>
                        <a:rPr sz="1500" b="0" i="0">
                          <a:solidFill>
                            <a:srgbClr val="16325C"/>
                          </a:solidFill>
                          <a:latin typeface="Salesforce Sans"/>
                        </a:rPr>
                        <a:t>402h</a:t>
                      </a:r>
                    </a:p>
                  </a:txBody>
                  <a:tcPr marL="76200" marR="76200" marT="38100" marB="38100" anchor="ctr">
                    <a:solidFill>
                      <a:srgbClr val="FFFFFF"/>
                    </a:solidFill>
                  </a:tcPr>
                </a:tc>
                <a:tc>
                  <a:txBody>
                    <a:bodyPr wrap="square"/>
                    <a:lstStyle/>
                    <a:p>
                      <a:pPr algn="r"/>
                      <a:r>
                        <a:rPr sz="1500" b="1" i="0">
                          <a:solidFill>
                            <a:srgbClr val="001E5B"/>
                          </a:solidFill>
                          <a:latin typeface="Salesforce Sans"/>
                        </a:rPr>
                        <a:t>R$ 263.158</a:t>
                      </a:r>
                    </a:p>
                  </a:txBody>
                  <a:tcPr marL="76200" marR="76200" marT="38100" marB="38100" anchor="ctr">
                    <a:solidFill>
                      <a:srgbClr val="FFFFFF"/>
                    </a:solidFill>
                  </a:tcPr>
                </a:tc>
                <a:tc>
                  <a:txBody>
                    <a:bodyPr wrap="square"/>
                    <a:lstStyle/>
                    <a:p>
                      <a:pPr algn="ctr"/>
                      <a:r>
                        <a:rPr sz="1500" b="0" i="0">
                          <a:solidFill>
                            <a:srgbClr val="16325C"/>
                          </a:solidFill>
                          <a:latin typeface="Salesforce Sans"/>
                        </a:rPr>
                        <a:t>3</a:t>
                      </a:r>
                    </a:p>
                  </a:txBody>
                  <a:tcPr marL="76200" marR="76200" marT="38100" marB="38100" anchor="ctr">
                    <a:solidFill>
                      <a:srgbClr val="FFFFFF"/>
                    </a:solidFill>
                  </a:tcPr>
                </a:tc>
              </a:tr>
              <a:tr h="443752">
                <a:tc>
                  <a:txBody>
                    <a:bodyPr wrap="square"/>
                    <a:lstStyle/>
                    <a:p>
                      <a:pPr algn="l"/>
                      <a:r>
                        <a:rPr sz="1500" b="0" i="0">
                          <a:solidFill>
                            <a:srgbClr val="16325C"/>
                          </a:solidFill>
                          <a:latin typeface="Salesforce Sans"/>
                        </a:rPr>
                        <a:t>J2 · Status de Chamado</a:t>
                      </a:r>
                    </a:p>
                  </a:txBody>
                  <a:tcPr marL="76200" marR="76200" marT="38100" marB="38100" anchor="ctr">
                    <a:solidFill>
                      <a:srgbClr val="F3F6FB"/>
                    </a:solidFill>
                  </a:tcPr>
                </a:tc>
                <a:tc>
                  <a:txBody>
                    <a:bodyPr wrap="square"/>
                    <a:lstStyle/>
                    <a:p>
                      <a:pPr algn="ctr"/>
                      <a:r>
                        <a:rPr sz="1425" b="1" i="0">
                          <a:solidFill>
                            <a:srgbClr val="2E844A"/>
                          </a:solidFill>
                          <a:latin typeface="Salesforce Sans"/>
                        </a:rPr>
                        <a:t>Onda 1</a:t>
                      </a:r>
                    </a:p>
                  </a:txBody>
                  <a:tcPr marL="76200" marR="76200" marT="38100" marB="38100" anchor="ctr">
                    <a:solidFill>
                      <a:srgbClr val="F3F6FB"/>
                    </a:solidFill>
                  </a:tcPr>
                </a:tc>
                <a:tc>
                  <a:txBody>
                    <a:bodyPr wrap="square"/>
                    <a:lstStyle/>
                    <a:p>
                      <a:pPr algn="r"/>
                      <a:r>
                        <a:rPr sz="1500" b="0" i="0">
                          <a:solidFill>
                            <a:srgbClr val="16325C"/>
                          </a:solidFill>
                          <a:latin typeface="Salesforce Sans"/>
                        </a:rPr>
                        <a:t>402h</a:t>
                      </a:r>
                    </a:p>
                  </a:txBody>
                  <a:tcPr marL="76200" marR="76200" marT="38100" marB="38100" anchor="ctr">
                    <a:solidFill>
                      <a:srgbClr val="F3F6FB"/>
                    </a:solidFill>
                  </a:tcPr>
                </a:tc>
                <a:tc>
                  <a:txBody>
                    <a:bodyPr wrap="square"/>
                    <a:lstStyle/>
                    <a:p>
                      <a:pPr algn="r"/>
                      <a:r>
                        <a:rPr sz="1500" b="1" i="0">
                          <a:solidFill>
                            <a:srgbClr val="001E5B"/>
                          </a:solidFill>
                          <a:latin typeface="Salesforce Sans"/>
                        </a:rPr>
                        <a:t>R$ 263.158</a:t>
                      </a:r>
                    </a:p>
                  </a:txBody>
                  <a:tcPr marL="76200" marR="76200" marT="38100" marB="38100" anchor="ctr">
                    <a:solidFill>
                      <a:srgbClr val="F3F6FB"/>
                    </a:solidFill>
                  </a:tcPr>
                </a:tc>
                <a:tc>
                  <a:txBody>
                    <a:bodyPr wrap="square"/>
                    <a:lstStyle/>
                    <a:p>
                      <a:pPr algn="ctr"/>
                      <a:r>
                        <a:rPr sz="1500" b="0" i="0">
                          <a:solidFill>
                            <a:srgbClr val="16325C"/>
                          </a:solidFill>
                          <a:latin typeface="Salesforce Sans"/>
                        </a:rPr>
                        <a:t>3</a:t>
                      </a:r>
                    </a:p>
                  </a:txBody>
                  <a:tcPr marL="76200" marR="76200" marT="38100" marB="38100" anchor="ctr">
                    <a:solidFill>
                      <a:srgbClr val="F3F6FB"/>
                    </a:solidFill>
                  </a:tcPr>
                </a:tc>
              </a:tr>
              <a:tr h="443752">
                <a:tc>
                  <a:txBody>
                    <a:bodyPr wrap="square"/>
                    <a:lstStyle/>
                    <a:p>
                      <a:pPr algn="l"/>
                      <a:r>
                        <a:rPr sz="1500" b="0" i="0">
                          <a:solidFill>
                            <a:srgbClr val="16325C"/>
                          </a:solidFill>
                          <a:latin typeface="Salesforce Sans"/>
                        </a:rPr>
                        <a:t>SEI-J1 · Alerta de Prazo/tácito</a:t>
                      </a:r>
                    </a:p>
                  </a:txBody>
                  <a:tcPr marL="76200" marR="76200" marT="38100" marB="38100" anchor="ctr">
                    <a:solidFill>
                      <a:srgbClr val="FFFFFF"/>
                    </a:solidFill>
                  </a:tcPr>
                </a:tc>
                <a:tc>
                  <a:txBody>
                    <a:bodyPr wrap="square"/>
                    <a:lstStyle/>
                    <a:p>
                      <a:pPr algn="ctr"/>
                      <a:r>
                        <a:rPr sz="1425" b="1" i="0">
                          <a:solidFill>
                            <a:srgbClr val="2E844A"/>
                          </a:solidFill>
                          <a:latin typeface="Salesforce Sans"/>
                        </a:rPr>
                        <a:t>Onda 1</a:t>
                      </a:r>
                    </a:p>
                  </a:txBody>
                  <a:tcPr marL="76200" marR="76200" marT="38100" marB="38100" anchor="ctr">
                    <a:solidFill>
                      <a:srgbClr val="FFFFFF"/>
                    </a:solidFill>
                  </a:tcPr>
                </a:tc>
                <a:tc>
                  <a:txBody>
                    <a:bodyPr wrap="square"/>
                    <a:lstStyle/>
                    <a:p>
                      <a:pPr algn="r"/>
                      <a:r>
                        <a:rPr sz="1500" b="0" i="0">
                          <a:solidFill>
                            <a:srgbClr val="16325C"/>
                          </a:solidFill>
                          <a:latin typeface="Salesforce Sans"/>
                        </a:rPr>
                        <a:t>537h</a:t>
                      </a:r>
                    </a:p>
                  </a:txBody>
                  <a:tcPr marL="76200" marR="76200" marT="38100" marB="38100" anchor="ctr">
                    <a:solidFill>
                      <a:srgbClr val="FFFFFF"/>
                    </a:solidFill>
                  </a:tcPr>
                </a:tc>
                <a:tc>
                  <a:txBody>
                    <a:bodyPr wrap="square"/>
                    <a:lstStyle/>
                    <a:p>
                      <a:pPr algn="r"/>
                      <a:r>
                        <a:rPr sz="1500" b="1" i="0">
                          <a:solidFill>
                            <a:srgbClr val="001E5B"/>
                          </a:solidFill>
                          <a:latin typeface="Salesforce Sans"/>
                        </a:rPr>
                        <a:t>R$ 350.877</a:t>
                      </a:r>
                    </a:p>
                  </a:txBody>
                  <a:tcPr marL="76200" marR="76200" marT="38100" marB="38100" anchor="ctr">
                    <a:solidFill>
                      <a:srgbClr val="FFFFFF"/>
                    </a:solidFill>
                  </a:tcPr>
                </a:tc>
                <a:tc>
                  <a:txBody>
                    <a:bodyPr wrap="square"/>
                    <a:lstStyle/>
                    <a:p>
                      <a:pPr algn="ctr"/>
                      <a:r>
                        <a:rPr sz="1500" b="0" i="0">
                          <a:solidFill>
                            <a:srgbClr val="16325C"/>
                          </a:solidFill>
                          <a:latin typeface="Salesforce Sans"/>
                        </a:rPr>
                        <a:t>4</a:t>
                      </a:r>
                    </a:p>
                  </a:txBody>
                  <a:tcPr marL="76200" marR="76200" marT="38100" marB="38100" anchor="ctr">
                    <a:solidFill>
                      <a:srgbClr val="FFFFFF"/>
                    </a:solidFill>
                  </a:tcPr>
                </a:tc>
              </a:tr>
              <a:tr h="443752">
                <a:tc>
                  <a:txBody>
                    <a:bodyPr wrap="square"/>
                    <a:lstStyle/>
                    <a:p>
                      <a:pPr algn="l"/>
                      <a:r>
                        <a:rPr sz="1500" b="0" i="0">
                          <a:solidFill>
                            <a:srgbClr val="16325C"/>
                          </a:solidFill>
                          <a:latin typeface="Salesforce Sans"/>
                        </a:rPr>
                        <a:t>SEI-J2 · Consulta linguagem natural</a:t>
                      </a:r>
                    </a:p>
                  </a:txBody>
                  <a:tcPr marL="76200" marR="76200" marT="38100" marB="38100" anchor="ctr">
                    <a:solidFill>
                      <a:srgbClr val="F3F6FB"/>
                    </a:solidFill>
                  </a:tcPr>
                </a:tc>
                <a:tc>
                  <a:txBody>
                    <a:bodyPr wrap="square"/>
                    <a:lstStyle/>
                    <a:p>
                      <a:pPr algn="ctr"/>
                      <a:r>
                        <a:rPr sz="1425" b="1" i="0">
                          <a:solidFill>
                            <a:srgbClr val="2E844A"/>
                          </a:solidFill>
                          <a:latin typeface="Salesforce Sans"/>
                        </a:rPr>
                        <a:t>Onda 1</a:t>
                      </a:r>
                    </a:p>
                  </a:txBody>
                  <a:tcPr marL="76200" marR="76200" marT="38100" marB="38100" anchor="ctr">
                    <a:solidFill>
                      <a:srgbClr val="F3F6FB"/>
                    </a:solidFill>
                  </a:tcPr>
                </a:tc>
                <a:tc>
                  <a:txBody>
                    <a:bodyPr wrap="square"/>
                    <a:lstStyle/>
                    <a:p>
                      <a:pPr algn="r"/>
                      <a:r>
                        <a:rPr sz="1500" b="0" i="0">
                          <a:solidFill>
                            <a:srgbClr val="16325C"/>
                          </a:solidFill>
                          <a:latin typeface="Salesforce Sans"/>
                        </a:rPr>
                        <a:t>537h</a:t>
                      </a:r>
                    </a:p>
                  </a:txBody>
                  <a:tcPr marL="76200" marR="76200" marT="38100" marB="38100" anchor="ctr">
                    <a:solidFill>
                      <a:srgbClr val="F3F6FB"/>
                    </a:solidFill>
                  </a:tcPr>
                </a:tc>
                <a:tc>
                  <a:txBody>
                    <a:bodyPr wrap="square"/>
                    <a:lstStyle/>
                    <a:p>
                      <a:pPr algn="r"/>
                      <a:r>
                        <a:rPr sz="1500" b="1" i="0">
                          <a:solidFill>
                            <a:srgbClr val="001E5B"/>
                          </a:solidFill>
                          <a:latin typeface="Salesforce Sans"/>
                        </a:rPr>
                        <a:t>R$ 350.877</a:t>
                      </a:r>
                    </a:p>
                  </a:txBody>
                  <a:tcPr marL="76200" marR="76200" marT="38100" marB="38100" anchor="ctr">
                    <a:solidFill>
                      <a:srgbClr val="F3F6FB"/>
                    </a:solidFill>
                  </a:tcPr>
                </a:tc>
                <a:tc>
                  <a:txBody>
                    <a:bodyPr wrap="square"/>
                    <a:lstStyle/>
                    <a:p>
                      <a:pPr algn="ctr"/>
                      <a:r>
                        <a:rPr sz="1500" b="0" i="0">
                          <a:solidFill>
                            <a:srgbClr val="16325C"/>
                          </a:solidFill>
                          <a:latin typeface="Salesforce Sans"/>
                        </a:rPr>
                        <a:t>4</a:t>
                      </a:r>
                    </a:p>
                  </a:txBody>
                  <a:tcPr marL="76200" marR="76200" marT="38100" marB="38100" anchor="ctr">
                    <a:solidFill>
                      <a:srgbClr val="F3F6FB"/>
                    </a:solidFill>
                  </a:tcPr>
                </a:tc>
              </a:tr>
              <a:tr h="443752">
                <a:tc>
                  <a:txBody>
                    <a:bodyPr wrap="square"/>
                    <a:lstStyle/>
                    <a:p>
                      <a:pPr algn="l"/>
                      <a:r>
                        <a:rPr sz="1500" b="0" i="0">
                          <a:solidFill>
                            <a:srgbClr val="16325C"/>
                          </a:solidFill>
                          <a:latin typeface="Salesforce Sans"/>
                        </a:rPr>
                        <a:t>SEI-J3 · Notif. recebido/tramitado</a:t>
                      </a:r>
                    </a:p>
                  </a:txBody>
                  <a:tcPr marL="76200" marR="76200" marT="38100" marB="38100" anchor="ctr">
                    <a:solidFill>
                      <a:srgbClr val="FFFFFF"/>
                    </a:solidFill>
                  </a:tcPr>
                </a:tc>
                <a:tc>
                  <a:txBody>
                    <a:bodyPr wrap="square"/>
                    <a:lstStyle/>
                    <a:p>
                      <a:pPr algn="ctr"/>
                      <a:r>
                        <a:rPr sz="1425" b="1" i="0">
                          <a:solidFill>
                            <a:srgbClr val="2E844A"/>
                          </a:solidFill>
                          <a:latin typeface="Salesforce Sans"/>
                        </a:rPr>
                        <a:t>Onda 1</a:t>
                      </a:r>
                    </a:p>
                  </a:txBody>
                  <a:tcPr marL="76200" marR="76200" marT="38100" marB="38100" anchor="ctr">
                    <a:solidFill>
                      <a:srgbClr val="FFFFFF"/>
                    </a:solidFill>
                  </a:tcPr>
                </a:tc>
                <a:tc>
                  <a:txBody>
                    <a:bodyPr wrap="square"/>
                    <a:lstStyle/>
                    <a:p>
                      <a:pPr algn="r"/>
                      <a:r>
                        <a:rPr sz="1500" b="0" i="0">
                          <a:solidFill>
                            <a:srgbClr val="16325C"/>
                          </a:solidFill>
                          <a:latin typeface="Salesforce Sans"/>
                        </a:rPr>
                        <a:t>402h</a:t>
                      </a:r>
                    </a:p>
                  </a:txBody>
                  <a:tcPr marL="76200" marR="76200" marT="38100" marB="38100" anchor="ctr">
                    <a:solidFill>
                      <a:srgbClr val="FFFFFF"/>
                    </a:solidFill>
                  </a:tcPr>
                </a:tc>
                <a:tc>
                  <a:txBody>
                    <a:bodyPr wrap="square"/>
                    <a:lstStyle/>
                    <a:p>
                      <a:pPr algn="r"/>
                      <a:r>
                        <a:rPr sz="1500" b="1" i="0">
                          <a:solidFill>
                            <a:srgbClr val="001E5B"/>
                          </a:solidFill>
                          <a:latin typeface="Salesforce Sans"/>
                        </a:rPr>
                        <a:t>R$ 263.158</a:t>
                      </a:r>
                    </a:p>
                  </a:txBody>
                  <a:tcPr marL="76200" marR="76200" marT="38100" marB="38100" anchor="ctr">
                    <a:solidFill>
                      <a:srgbClr val="FFFFFF"/>
                    </a:solidFill>
                  </a:tcPr>
                </a:tc>
                <a:tc>
                  <a:txBody>
                    <a:bodyPr wrap="square"/>
                    <a:lstStyle/>
                    <a:p>
                      <a:pPr algn="ctr"/>
                      <a:r>
                        <a:rPr sz="1500" b="0" i="0">
                          <a:solidFill>
                            <a:srgbClr val="16325C"/>
                          </a:solidFill>
                          <a:latin typeface="Salesforce Sans"/>
                        </a:rPr>
                        <a:t>3</a:t>
                      </a:r>
                    </a:p>
                  </a:txBody>
                  <a:tcPr marL="76200" marR="76200" marT="38100" marB="38100" anchor="ctr">
                    <a:solidFill>
                      <a:srgbClr val="FFFFFF"/>
                    </a:solidFill>
                  </a:tcPr>
                </a:tc>
              </a:tr>
              <a:tr h="443752">
                <a:tc>
                  <a:txBody>
                    <a:bodyPr wrap="square"/>
                    <a:lstStyle/>
                    <a:p>
                      <a:pPr algn="l"/>
                      <a:r>
                        <a:rPr sz="1500" b="0" i="0">
                          <a:solidFill>
                            <a:srgbClr val="16325C"/>
                          </a:solidFill>
                          <a:latin typeface="Salesforce Sans"/>
                        </a:rPr>
                        <a:t>J3 · Briefing de Projeto</a:t>
                      </a:r>
                    </a:p>
                  </a:txBody>
                  <a:tcPr marL="76200" marR="76200" marT="38100" marB="38100" anchor="ctr">
                    <a:solidFill>
                      <a:srgbClr val="F3F6FB"/>
                    </a:solidFill>
                  </a:tcPr>
                </a:tc>
                <a:tc>
                  <a:txBody>
                    <a:bodyPr wrap="square"/>
                    <a:lstStyle/>
                    <a:p>
                      <a:pPr algn="ctr"/>
                      <a:r>
                        <a:rPr sz="1425" b="1" i="0">
                          <a:solidFill>
                            <a:srgbClr val="022AC0"/>
                          </a:solidFill>
                          <a:latin typeface="Salesforce Sans"/>
                        </a:rPr>
                        <a:t>Onda 2</a:t>
                      </a:r>
                    </a:p>
                  </a:txBody>
                  <a:tcPr marL="76200" marR="76200" marT="38100" marB="38100" anchor="ctr">
                    <a:solidFill>
                      <a:srgbClr val="F3F6FB"/>
                    </a:solidFill>
                  </a:tcPr>
                </a:tc>
                <a:tc>
                  <a:txBody>
                    <a:bodyPr wrap="square"/>
                    <a:lstStyle/>
                    <a:p>
                      <a:pPr algn="r"/>
                      <a:r>
                        <a:rPr sz="1500" b="0" i="0">
                          <a:solidFill>
                            <a:srgbClr val="16325C"/>
                          </a:solidFill>
                          <a:latin typeface="Salesforce Sans"/>
                        </a:rPr>
                        <a:t>402h</a:t>
                      </a:r>
                    </a:p>
                  </a:txBody>
                  <a:tcPr marL="76200" marR="76200" marT="38100" marB="38100" anchor="ctr">
                    <a:solidFill>
                      <a:srgbClr val="F3F6FB"/>
                    </a:solidFill>
                  </a:tcPr>
                </a:tc>
                <a:tc>
                  <a:txBody>
                    <a:bodyPr wrap="square"/>
                    <a:lstStyle/>
                    <a:p>
                      <a:pPr algn="r"/>
                      <a:r>
                        <a:rPr sz="1500" b="1" i="0">
                          <a:solidFill>
                            <a:srgbClr val="001E5B"/>
                          </a:solidFill>
                          <a:latin typeface="Salesforce Sans"/>
                        </a:rPr>
                        <a:t>R$ 263.158</a:t>
                      </a:r>
                    </a:p>
                  </a:txBody>
                  <a:tcPr marL="76200" marR="76200" marT="38100" marB="38100" anchor="ctr">
                    <a:solidFill>
                      <a:srgbClr val="F3F6FB"/>
                    </a:solidFill>
                  </a:tcPr>
                </a:tc>
                <a:tc>
                  <a:txBody>
                    <a:bodyPr wrap="square"/>
                    <a:lstStyle/>
                    <a:p>
                      <a:pPr algn="ctr"/>
                      <a:r>
                        <a:rPr sz="1500" b="0" i="0">
                          <a:solidFill>
                            <a:srgbClr val="16325C"/>
                          </a:solidFill>
                          <a:latin typeface="Salesforce Sans"/>
                        </a:rPr>
                        <a:t>3</a:t>
                      </a:r>
                    </a:p>
                  </a:txBody>
                  <a:tcPr marL="76200" marR="76200" marT="38100" marB="38100" anchor="ctr">
                    <a:solidFill>
                      <a:srgbClr val="F3F6FB"/>
                    </a:solidFill>
                  </a:tcPr>
                </a:tc>
              </a:tr>
              <a:tr h="443752">
                <a:tc>
                  <a:txBody>
                    <a:bodyPr wrap="square"/>
                    <a:lstStyle/>
                    <a:p>
                      <a:pPr algn="l"/>
                      <a:r>
                        <a:rPr sz="1500" b="0" i="0">
                          <a:solidFill>
                            <a:srgbClr val="16325C"/>
                          </a:solidFill>
                          <a:latin typeface="Salesforce Sans"/>
                        </a:rPr>
                        <a:t>J7 · FAQ Interno via Conexão</a:t>
                      </a:r>
                    </a:p>
                  </a:txBody>
                  <a:tcPr marL="76200" marR="76200" marT="38100" marB="38100" anchor="ctr">
                    <a:solidFill>
                      <a:srgbClr val="FFFFFF"/>
                    </a:solidFill>
                  </a:tcPr>
                </a:tc>
                <a:tc>
                  <a:txBody>
                    <a:bodyPr wrap="square"/>
                    <a:lstStyle/>
                    <a:p>
                      <a:pPr algn="ctr"/>
                      <a:r>
                        <a:rPr sz="1425" b="1" i="0">
                          <a:solidFill>
                            <a:srgbClr val="022AC0"/>
                          </a:solidFill>
                          <a:latin typeface="Salesforce Sans"/>
                        </a:rPr>
                        <a:t>Onda 2</a:t>
                      </a:r>
                    </a:p>
                  </a:txBody>
                  <a:tcPr marL="76200" marR="76200" marT="38100" marB="38100" anchor="ctr">
                    <a:solidFill>
                      <a:srgbClr val="FFFFFF"/>
                    </a:solidFill>
                  </a:tcPr>
                </a:tc>
                <a:tc>
                  <a:txBody>
                    <a:bodyPr wrap="square"/>
                    <a:lstStyle/>
                    <a:p>
                      <a:pPr algn="r"/>
                      <a:r>
                        <a:rPr sz="1500" b="0" i="0">
                          <a:solidFill>
                            <a:srgbClr val="16325C"/>
                          </a:solidFill>
                          <a:latin typeface="Salesforce Sans"/>
                        </a:rPr>
                        <a:t>402h</a:t>
                      </a:r>
                    </a:p>
                  </a:txBody>
                  <a:tcPr marL="76200" marR="76200" marT="38100" marB="38100" anchor="ctr">
                    <a:solidFill>
                      <a:srgbClr val="FFFFFF"/>
                    </a:solidFill>
                  </a:tcPr>
                </a:tc>
                <a:tc>
                  <a:txBody>
                    <a:bodyPr wrap="square"/>
                    <a:lstStyle/>
                    <a:p>
                      <a:pPr algn="r"/>
                      <a:r>
                        <a:rPr sz="1500" b="1" i="0">
                          <a:solidFill>
                            <a:srgbClr val="001E5B"/>
                          </a:solidFill>
                          <a:latin typeface="Salesforce Sans"/>
                        </a:rPr>
                        <a:t>R$ 263.158</a:t>
                      </a:r>
                    </a:p>
                  </a:txBody>
                  <a:tcPr marL="76200" marR="76200" marT="38100" marB="38100" anchor="ctr">
                    <a:solidFill>
                      <a:srgbClr val="FFFFFF"/>
                    </a:solidFill>
                  </a:tcPr>
                </a:tc>
                <a:tc>
                  <a:txBody>
                    <a:bodyPr wrap="square"/>
                    <a:lstStyle/>
                    <a:p>
                      <a:pPr algn="ctr"/>
                      <a:r>
                        <a:rPr sz="1500" b="0" i="0">
                          <a:solidFill>
                            <a:srgbClr val="16325C"/>
                          </a:solidFill>
                          <a:latin typeface="Salesforce Sans"/>
                        </a:rPr>
                        <a:t>3</a:t>
                      </a:r>
                    </a:p>
                  </a:txBody>
                  <a:tcPr marL="76200" marR="76200" marT="38100" marB="38100" anchor="ctr">
                    <a:solidFill>
                      <a:srgbClr val="FFFFFF"/>
                    </a:solidFill>
                  </a:tcPr>
                </a:tc>
              </a:tr>
              <a:tr h="443752">
                <a:tc>
                  <a:txBody>
                    <a:bodyPr wrap="square"/>
                    <a:lstStyle/>
                    <a:p>
                      <a:pPr algn="l"/>
                      <a:r>
                        <a:rPr sz="1500" b="0" i="0">
                          <a:solidFill>
                            <a:srgbClr val="16325C"/>
                          </a:solidFill>
                          <a:latin typeface="Salesforce Sans"/>
                        </a:rPr>
                        <a:t>SEI-J4 · Meu painel de processos</a:t>
                      </a:r>
                    </a:p>
                  </a:txBody>
                  <a:tcPr marL="76200" marR="76200" marT="38100" marB="38100" anchor="ctr">
                    <a:solidFill>
                      <a:srgbClr val="F3F6FB"/>
                    </a:solidFill>
                  </a:tcPr>
                </a:tc>
                <a:tc>
                  <a:txBody>
                    <a:bodyPr wrap="square"/>
                    <a:lstStyle/>
                    <a:p>
                      <a:pPr algn="ctr"/>
                      <a:r>
                        <a:rPr sz="1425" b="1" i="0">
                          <a:solidFill>
                            <a:srgbClr val="022AC0"/>
                          </a:solidFill>
                          <a:latin typeface="Salesforce Sans"/>
                        </a:rPr>
                        <a:t>Onda 2</a:t>
                      </a:r>
                    </a:p>
                  </a:txBody>
                  <a:tcPr marL="76200" marR="76200" marT="38100" marB="38100" anchor="ctr">
                    <a:solidFill>
                      <a:srgbClr val="F3F6FB"/>
                    </a:solidFill>
                  </a:tcPr>
                </a:tc>
                <a:tc>
                  <a:txBody>
                    <a:bodyPr wrap="square"/>
                    <a:lstStyle/>
                    <a:p>
                      <a:pPr algn="r"/>
                      <a:r>
                        <a:rPr sz="1500" b="0" i="0">
                          <a:solidFill>
                            <a:srgbClr val="16325C"/>
                          </a:solidFill>
                          <a:latin typeface="Salesforce Sans"/>
                        </a:rPr>
                        <a:t>402h</a:t>
                      </a:r>
                    </a:p>
                  </a:txBody>
                  <a:tcPr marL="76200" marR="76200" marT="38100" marB="38100" anchor="ctr">
                    <a:solidFill>
                      <a:srgbClr val="F3F6FB"/>
                    </a:solidFill>
                  </a:tcPr>
                </a:tc>
                <a:tc>
                  <a:txBody>
                    <a:bodyPr wrap="square"/>
                    <a:lstStyle/>
                    <a:p>
                      <a:pPr algn="r"/>
                      <a:r>
                        <a:rPr sz="1500" b="1" i="0">
                          <a:solidFill>
                            <a:srgbClr val="001E5B"/>
                          </a:solidFill>
                          <a:latin typeface="Salesforce Sans"/>
                        </a:rPr>
                        <a:t>R$ 263.158</a:t>
                      </a:r>
                    </a:p>
                  </a:txBody>
                  <a:tcPr marL="76200" marR="76200" marT="38100" marB="38100" anchor="ctr">
                    <a:solidFill>
                      <a:srgbClr val="F3F6FB"/>
                    </a:solidFill>
                  </a:tcPr>
                </a:tc>
                <a:tc>
                  <a:txBody>
                    <a:bodyPr wrap="square"/>
                    <a:lstStyle/>
                    <a:p>
                      <a:pPr algn="ctr"/>
                      <a:r>
                        <a:rPr sz="1500" b="0" i="0">
                          <a:solidFill>
                            <a:srgbClr val="16325C"/>
                          </a:solidFill>
                          <a:latin typeface="Salesforce Sans"/>
                        </a:rPr>
                        <a:t>3</a:t>
                      </a:r>
                    </a:p>
                  </a:txBody>
                  <a:tcPr marL="76200" marR="76200" marT="38100" marB="38100" anchor="ctr">
                    <a:solidFill>
                      <a:srgbClr val="F3F6FB"/>
                    </a:solidFill>
                  </a:tcPr>
                </a:tc>
              </a:tr>
              <a:tr h="443752">
                <a:tc>
                  <a:txBody>
                    <a:bodyPr wrap="square"/>
                    <a:lstStyle/>
                    <a:p>
                      <a:pPr algn="l"/>
                      <a:r>
                        <a:rPr sz="1500" b="0" i="0">
                          <a:solidFill>
                            <a:srgbClr val="16325C"/>
                          </a:solidFill>
                          <a:latin typeface="Salesforce Sans"/>
                        </a:rPr>
                        <a:t>SEI-J5 · Digest de unidade</a:t>
                      </a:r>
                    </a:p>
                  </a:txBody>
                  <a:tcPr marL="76200" marR="76200" marT="38100" marB="38100" anchor="ctr">
                    <a:solidFill>
                      <a:srgbClr val="FFFFFF"/>
                    </a:solidFill>
                  </a:tcPr>
                </a:tc>
                <a:tc>
                  <a:txBody>
                    <a:bodyPr wrap="square"/>
                    <a:lstStyle/>
                    <a:p>
                      <a:pPr algn="ctr"/>
                      <a:r>
                        <a:rPr sz="1425" b="1" i="0">
                          <a:solidFill>
                            <a:srgbClr val="022AC0"/>
                          </a:solidFill>
                          <a:latin typeface="Salesforce Sans"/>
                        </a:rPr>
                        <a:t>Onda 2</a:t>
                      </a:r>
                    </a:p>
                  </a:txBody>
                  <a:tcPr marL="76200" marR="76200" marT="38100" marB="38100" anchor="ctr">
                    <a:solidFill>
                      <a:srgbClr val="FFFFFF"/>
                    </a:solidFill>
                  </a:tcPr>
                </a:tc>
                <a:tc>
                  <a:txBody>
                    <a:bodyPr wrap="square"/>
                    <a:lstStyle/>
                    <a:p>
                      <a:pPr algn="r"/>
                      <a:r>
                        <a:rPr sz="1500" b="0" i="0">
                          <a:solidFill>
                            <a:srgbClr val="16325C"/>
                          </a:solidFill>
                          <a:latin typeface="Salesforce Sans"/>
                        </a:rPr>
                        <a:t>402h</a:t>
                      </a:r>
                    </a:p>
                  </a:txBody>
                  <a:tcPr marL="76200" marR="76200" marT="38100" marB="38100" anchor="ctr">
                    <a:solidFill>
                      <a:srgbClr val="FFFFFF"/>
                    </a:solidFill>
                  </a:tcPr>
                </a:tc>
                <a:tc>
                  <a:txBody>
                    <a:bodyPr wrap="square"/>
                    <a:lstStyle/>
                    <a:p>
                      <a:pPr algn="r"/>
                      <a:r>
                        <a:rPr sz="1500" b="1" i="0">
                          <a:solidFill>
                            <a:srgbClr val="001E5B"/>
                          </a:solidFill>
                          <a:latin typeface="Salesforce Sans"/>
                        </a:rPr>
                        <a:t>R$ 263.158</a:t>
                      </a:r>
                    </a:p>
                  </a:txBody>
                  <a:tcPr marL="76200" marR="76200" marT="38100" marB="38100" anchor="ctr">
                    <a:solidFill>
                      <a:srgbClr val="FFFFFF"/>
                    </a:solidFill>
                  </a:tcPr>
                </a:tc>
                <a:tc>
                  <a:txBody>
                    <a:bodyPr wrap="square"/>
                    <a:lstStyle/>
                    <a:p>
                      <a:pPr algn="ctr"/>
                      <a:r>
                        <a:rPr sz="1500" b="0" i="0">
                          <a:solidFill>
                            <a:srgbClr val="16325C"/>
                          </a:solidFill>
                          <a:latin typeface="Salesforce Sans"/>
                        </a:rPr>
                        <a:t>3</a:t>
                      </a:r>
                    </a:p>
                  </a:txBody>
                  <a:tcPr marL="76200" marR="76200" marT="38100" marB="38100" anchor="ctr">
                    <a:solidFill>
                      <a:srgbClr val="FFFFFF"/>
                    </a:solidFill>
                  </a:tcPr>
                </a:tc>
              </a:tr>
              <a:tr h="443752">
                <a:tc>
                  <a:txBody>
                    <a:bodyPr wrap="square"/>
                    <a:lstStyle/>
                    <a:p>
                      <a:pPr algn="l"/>
                      <a:r>
                        <a:rPr sz="1500" b="0" i="0">
                          <a:solidFill>
                            <a:srgbClr val="16325C"/>
                          </a:solidFill>
                          <a:latin typeface="Salesforce Sans"/>
                        </a:rPr>
                        <a:t>SEI-J6 · 'Qual tipo uso?' + RAG</a:t>
                      </a:r>
                    </a:p>
                  </a:txBody>
                  <a:tcPr marL="76200" marR="76200" marT="38100" marB="38100" anchor="ctr">
                    <a:solidFill>
                      <a:srgbClr val="F3F6FB"/>
                    </a:solidFill>
                  </a:tcPr>
                </a:tc>
                <a:tc>
                  <a:txBody>
                    <a:bodyPr wrap="square"/>
                    <a:lstStyle/>
                    <a:p>
                      <a:pPr algn="ctr"/>
                      <a:r>
                        <a:rPr sz="1425" b="1" i="0">
                          <a:solidFill>
                            <a:srgbClr val="022AC0"/>
                          </a:solidFill>
                          <a:latin typeface="Salesforce Sans"/>
                        </a:rPr>
                        <a:t>Onda 2</a:t>
                      </a:r>
                    </a:p>
                  </a:txBody>
                  <a:tcPr marL="76200" marR="76200" marT="38100" marB="38100" anchor="ctr">
                    <a:solidFill>
                      <a:srgbClr val="F3F6FB"/>
                    </a:solidFill>
                  </a:tcPr>
                </a:tc>
                <a:tc>
                  <a:txBody>
                    <a:bodyPr wrap="square"/>
                    <a:lstStyle/>
                    <a:p>
                      <a:pPr algn="r"/>
                      <a:r>
                        <a:rPr sz="1500" b="0" i="0">
                          <a:solidFill>
                            <a:srgbClr val="16325C"/>
                          </a:solidFill>
                          <a:latin typeface="Salesforce Sans"/>
                        </a:rPr>
                        <a:t>537h</a:t>
                      </a:r>
                    </a:p>
                  </a:txBody>
                  <a:tcPr marL="76200" marR="76200" marT="38100" marB="38100" anchor="ctr">
                    <a:solidFill>
                      <a:srgbClr val="F3F6FB"/>
                    </a:solidFill>
                  </a:tcPr>
                </a:tc>
                <a:tc>
                  <a:txBody>
                    <a:bodyPr wrap="square"/>
                    <a:lstStyle/>
                    <a:p>
                      <a:pPr algn="r"/>
                      <a:r>
                        <a:rPr sz="1500" b="1" i="0">
                          <a:solidFill>
                            <a:srgbClr val="001E5B"/>
                          </a:solidFill>
                          <a:latin typeface="Salesforce Sans"/>
                        </a:rPr>
                        <a:t>R$ 350.877</a:t>
                      </a:r>
                    </a:p>
                  </a:txBody>
                  <a:tcPr marL="76200" marR="76200" marT="38100" marB="38100" anchor="ctr">
                    <a:solidFill>
                      <a:srgbClr val="F3F6FB"/>
                    </a:solidFill>
                  </a:tcPr>
                </a:tc>
                <a:tc>
                  <a:txBody>
                    <a:bodyPr wrap="square"/>
                    <a:lstStyle/>
                    <a:p>
                      <a:pPr algn="ctr"/>
                      <a:r>
                        <a:rPr sz="1500" b="0" i="0">
                          <a:solidFill>
                            <a:srgbClr val="16325C"/>
                          </a:solidFill>
                          <a:latin typeface="Salesforce Sans"/>
                        </a:rPr>
                        <a:t>4</a:t>
                      </a:r>
                    </a:p>
                  </a:txBody>
                  <a:tcPr marL="76200" marR="76200" marT="38100" marB="38100" anchor="ctr">
                    <a:solidFill>
                      <a:srgbClr val="F3F6FB"/>
                    </a:solidFill>
                  </a:tcPr>
                </a:tc>
              </a:tr>
              <a:tr h="443752">
                <a:tc>
                  <a:txBody>
                    <a:bodyPr wrap="square"/>
                    <a:lstStyle/>
                    <a:p>
                      <a:pPr algn="l"/>
                      <a:r>
                        <a:rPr sz="1500" b="0" i="0">
                          <a:solidFill>
                            <a:srgbClr val="16325C"/>
                          </a:solidFill>
                          <a:latin typeface="Salesforce Sans"/>
                        </a:rPr>
                        <a:t>SEI-J7 · Status assinatura + deep-link</a:t>
                      </a:r>
                    </a:p>
                  </a:txBody>
                  <a:tcPr marL="76200" marR="76200" marT="38100" marB="38100" anchor="ctr">
                    <a:solidFill>
                      <a:srgbClr val="FFFFFF"/>
                    </a:solidFill>
                  </a:tcPr>
                </a:tc>
                <a:tc>
                  <a:txBody>
                    <a:bodyPr wrap="square"/>
                    <a:lstStyle/>
                    <a:p>
                      <a:pPr algn="ctr"/>
                      <a:r>
                        <a:rPr sz="1425" b="1" i="0">
                          <a:solidFill>
                            <a:srgbClr val="022AC0"/>
                          </a:solidFill>
                          <a:latin typeface="Salesforce Sans"/>
                        </a:rPr>
                        <a:t>Onda 2</a:t>
                      </a:r>
                    </a:p>
                  </a:txBody>
                  <a:tcPr marL="76200" marR="76200" marT="38100" marB="38100" anchor="ctr">
                    <a:solidFill>
                      <a:srgbClr val="FFFFFF"/>
                    </a:solidFill>
                  </a:tcPr>
                </a:tc>
                <a:tc>
                  <a:txBody>
                    <a:bodyPr wrap="square"/>
                    <a:lstStyle/>
                    <a:p>
                      <a:pPr algn="r"/>
                      <a:r>
                        <a:rPr sz="1500" b="0" i="0">
                          <a:solidFill>
                            <a:srgbClr val="16325C"/>
                          </a:solidFill>
                          <a:latin typeface="Salesforce Sans"/>
                        </a:rPr>
                        <a:t>402h</a:t>
                      </a:r>
                    </a:p>
                  </a:txBody>
                  <a:tcPr marL="76200" marR="76200" marT="38100" marB="38100" anchor="ctr">
                    <a:solidFill>
                      <a:srgbClr val="FFFFFF"/>
                    </a:solidFill>
                  </a:tcPr>
                </a:tc>
                <a:tc>
                  <a:txBody>
                    <a:bodyPr wrap="square"/>
                    <a:lstStyle/>
                    <a:p>
                      <a:pPr algn="r"/>
                      <a:r>
                        <a:rPr sz="1500" b="1" i="0">
                          <a:solidFill>
                            <a:srgbClr val="001E5B"/>
                          </a:solidFill>
                          <a:latin typeface="Salesforce Sans"/>
                        </a:rPr>
                        <a:t>R$ 263.158</a:t>
                      </a:r>
                    </a:p>
                  </a:txBody>
                  <a:tcPr marL="76200" marR="76200" marT="38100" marB="38100" anchor="ctr">
                    <a:solidFill>
                      <a:srgbClr val="FFFFFF"/>
                    </a:solidFill>
                  </a:tcPr>
                </a:tc>
                <a:tc>
                  <a:txBody>
                    <a:bodyPr wrap="square"/>
                    <a:lstStyle/>
                    <a:p>
                      <a:pPr algn="ctr"/>
                      <a:r>
                        <a:rPr sz="1500" b="0" i="0">
                          <a:solidFill>
                            <a:srgbClr val="16325C"/>
                          </a:solidFill>
                          <a:latin typeface="Salesforce Sans"/>
                        </a:rPr>
                        <a:t>3</a:t>
                      </a:r>
                    </a:p>
                  </a:txBody>
                  <a:tcPr marL="76200" marR="76200" marT="38100" marB="38100" anchor="ctr">
                    <a:solidFill>
                      <a:srgbClr val="FFFFFF"/>
                    </a:solidFill>
                  </a:tcPr>
                </a:tc>
              </a:tr>
              <a:tr h="443752">
                <a:tc>
                  <a:txBody>
                    <a:bodyPr wrap="square"/>
                    <a:lstStyle/>
                    <a:p>
                      <a:pPr algn="l"/>
                      <a:r>
                        <a:rPr sz="1500" b="0" i="0">
                          <a:solidFill>
                            <a:srgbClr val="16325C"/>
                          </a:solidFill>
                          <a:latin typeface="Salesforce Sans"/>
                        </a:rPr>
                        <a:t>J4 · Agendamento por Voz</a:t>
                      </a:r>
                    </a:p>
                  </a:txBody>
                  <a:tcPr marL="76200" marR="76200" marT="38100" marB="38100" anchor="ctr">
                    <a:solidFill>
                      <a:srgbClr val="F3F6FB"/>
                    </a:solidFill>
                  </a:tcPr>
                </a:tc>
                <a:tc>
                  <a:txBody>
                    <a:bodyPr wrap="square"/>
                    <a:lstStyle/>
                    <a:p>
                      <a:pPr algn="ctr"/>
                      <a:r>
                        <a:rPr sz="1425" b="1" i="0">
                          <a:solidFill>
                            <a:srgbClr val="9050E9"/>
                          </a:solidFill>
                          <a:latin typeface="Salesforce Sans"/>
                        </a:rPr>
                        <a:t>Onda 3</a:t>
                      </a:r>
                    </a:p>
                  </a:txBody>
                  <a:tcPr marL="76200" marR="76200" marT="38100" marB="38100" anchor="ctr">
                    <a:solidFill>
                      <a:srgbClr val="F3F6FB"/>
                    </a:solidFill>
                  </a:tcPr>
                </a:tc>
                <a:tc>
                  <a:txBody>
                    <a:bodyPr wrap="square"/>
                    <a:lstStyle/>
                    <a:p>
                      <a:pPr algn="r"/>
                      <a:r>
                        <a:rPr sz="1500" b="0" i="0">
                          <a:solidFill>
                            <a:srgbClr val="16325C"/>
                          </a:solidFill>
                          <a:latin typeface="Salesforce Sans"/>
                        </a:rPr>
                        <a:t>671h</a:t>
                      </a:r>
                    </a:p>
                  </a:txBody>
                  <a:tcPr marL="76200" marR="76200" marT="38100" marB="38100" anchor="ctr">
                    <a:solidFill>
                      <a:srgbClr val="F3F6FB"/>
                    </a:solidFill>
                  </a:tcPr>
                </a:tc>
                <a:tc>
                  <a:txBody>
                    <a:bodyPr wrap="square"/>
                    <a:lstStyle/>
                    <a:p>
                      <a:pPr algn="r"/>
                      <a:r>
                        <a:rPr sz="1500" b="1" i="0">
                          <a:solidFill>
                            <a:srgbClr val="001E5B"/>
                          </a:solidFill>
                          <a:latin typeface="Salesforce Sans"/>
                        </a:rPr>
                        <a:t>R$ 438.596</a:t>
                      </a:r>
                    </a:p>
                  </a:txBody>
                  <a:tcPr marL="76200" marR="76200" marT="38100" marB="38100" anchor="ctr">
                    <a:solidFill>
                      <a:srgbClr val="F3F6FB"/>
                    </a:solidFill>
                  </a:tcPr>
                </a:tc>
                <a:tc>
                  <a:txBody>
                    <a:bodyPr wrap="square"/>
                    <a:lstStyle/>
                    <a:p>
                      <a:pPr algn="ctr"/>
                      <a:r>
                        <a:rPr sz="1500" b="0" i="0">
                          <a:solidFill>
                            <a:srgbClr val="16325C"/>
                          </a:solidFill>
                          <a:latin typeface="Salesforce Sans"/>
                        </a:rPr>
                        <a:t>5</a:t>
                      </a:r>
                    </a:p>
                  </a:txBody>
                  <a:tcPr marL="76200" marR="76200" marT="38100" marB="38100" anchor="ctr">
                    <a:solidFill>
                      <a:srgbClr val="F3F6FB"/>
                    </a:solidFill>
                  </a:tcPr>
                </a:tc>
              </a:tr>
              <a:tr h="443752">
                <a:tc>
                  <a:txBody>
                    <a:bodyPr wrap="square"/>
                    <a:lstStyle/>
                    <a:p>
                      <a:pPr algn="l"/>
                      <a:r>
                        <a:rPr sz="1500" b="0" i="0">
                          <a:solidFill>
                            <a:srgbClr val="16325C"/>
                          </a:solidFill>
                          <a:latin typeface="Salesforce Sans"/>
                        </a:rPr>
                        <a:t>SEI-J8 · Ciência de documento</a:t>
                      </a:r>
                    </a:p>
                  </a:txBody>
                  <a:tcPr marL="76200" marR="76200" marT="38100" marB="38100" anchor="ctr">
                    <a:solidFill>
                      <a:srgbClr val="FFFFFF"/>
                    </a:solidFill>
                  </a:tcPr>
                </a:tc>
                <a:tc>
                  <a:txBody>
                    <a:bodyPr wrap="square"/>
                    <a:lstStyle/>
                    <a:p>
                      <a:pPr algn="ctr"/>
                      <a:r>
                        <a:rPr sz="1425" b="1" i="0">
                          <a:solidFill>
                            <a:srgbClr val="9050E9"/>
                          </a:solidFill>
                          <a:latin typeface="Salesforce Sans"/>
                        </a:rPr>
                        <a:t>Onda 3</a:t>
                      </a:r>
                    </a:p>
                  </a:txBody>
                  <a:tcPr marL="76200" marR="76200" marT="38100" marB="38100" anchor="ctr">
                    <a:solidFill>
                      <a:srgbClr val="FFFFFF"/>
                    </a:solidFill>
                  </a:tcPr>
                </a:tc>
                <a:tc>
                  <a:txBody>
                    <a:bodyPr wrap="square"/>
                    <a:lstStyle/>
                    <a:p>
                      <a:pPr algn="r"/>
                      <a:r>
                        <a:rPr sz="1500" b="0" i="0">
                          <a:solidFill>
                            <a:srgbClr val="16325C"/>
                          </a:solidFill>
                          <a:latin typeface="Salesforce Sans"/>
                        </a:rPr>
                        <a:t>537h</a:t>
                      </a:r>
                    </a:p>
                  </a:txBody>
                  <a:tcPr marL="76200" marR="76200" marT="38100" marB="38100" anchor="ctr">
                    <a:solidFill>
                      <a:srgbClr val="FFFFFF"/>
                    </a:solidFill>
                  </a:tcPr>
                </a:tc>
                <a:tc>
                  <a:txBody>
                    <a:bodyPr wrap="square"/>
                    <a:lstStyle/>
                    <a:p>
                      <a:pPr algn="r"/>
                      <a:r>
                        <a:rPr sz="1500" b="1" i="0">
                          <a:solidFill>
                            <a:srgbClr val="001E5B"/>
                          </a:solidFill>
                          <a:latin typeface="Salesforce Sans"/>
                        </a:rPr>
                        <a:t>R$ 350.877</a:t>
                      </a:r>
                    </a:p>
                  </a:txBody>
                  <a:tcPr marL="76200" marR="76200" marT="38100" marB="38100" anchor="ctr">
                    <a:solidFill>
                      <a:srgbClr val="FFFFFF"/>
                    </a:solidFill>
                  </a:tcPr>
                </a:tc>
                <a:tc>
                  <a:txBody>
                    <a:bodyPr wrap="square"/>
                    <a:lstStyle/>
                    <a:p>
                      <a:pPr algn="ctr"/>
                      <a:r>
                        <a:rPr sz="1500" b="0" i="0">
                          <a:solidFill>
                            <a:srgbClr val="16325C"/>
                          </a:solidFill>
                          <a:latin typeface="Salesforce Sans"/>
                        </a:rPr>
                        <a:t>4</a:t>
                      </a:r>
                    </a:p>
                  </a:txBody>
                  <a:tcPr marL="76200" marR="76200" marT="38100" marB="38100" anchor="ctr">
                    <a:solidFill>
                      <a:srgbClr val="FFFFFF"/>
                    </a:solidFill>
                  </a:tcPr>
                </a:tc>
              </a:tr>
              <a:tr h="443752">
                <a:tc>
                  <a:txBody>
                    <a:bodyPr wrap="square"/>
                    <a:lstStyle/>
                    <a:p>
                      <a:pPr algn="l"/>
                      <a:r>
                        <a:rPr sz="1500" b="0" i="0">
                          <a:solidFill>
                            <a:srgbClr val="16325C"/>
                          </a:solidFill>
                          <a:latin typeface="Salesforce Sans"/>
                        </a:rPr>
                        <a:t>SEI-J9 · Tramitar via aprovação</a:t>
                      </a:r>
                    </a:p>
                  </a:txBody>
                  <a:tcPr marL="76200" marR="76200" marT="38100" marB="38100" anchor="ctr">
                    <a:solidFill>
                      <a:srgbClr val="F3F6FB"/>
                    </a:solidFill>
                  </a:tcPr>
                </a:tc>
                <a:tc>
                  <a:txBody>
                    <a:bodyPr wrap="square"/>
                    <a:lstStyle/>
                    <a:p>
                      <a:pPr algn="ctr"/>
                      <a:r>
                        <a:rPr sz="1425" b="1" i="0">
                          <a:solidFill>
                            <a:srgbClr val="9050E9"/>
                          </a:solidFill>
                          <a:latin typeface="Salesforce Sans"/>
                        </a:rPr>
                        <a:t>Onda 3</a:t>
                      </a:r>
                    </a:p>
                  </a:txBody>
                  <a:tcPr marL="76200" marR="76200" marT="38100" marB="38100" anchor="ctr">
                    <a:solidFill>
                      <a:srgbClr val="F3F6FB"/>
                    </a:solidFill>
                  </a:tcPr>
                </a:tc>
                <a:tc>
                  <a:txBody>
                    <a:bodyPr wrap="square"/>
                    <a:lstStyle/>
                    <a:p>
                      <a:pPr algn="r"/>
                      <a:r>
                        <a:rPr sz="1500" b="0" i="0">
                          <a:solidFill>
                            <a:srgbClr val="16325C"/>
                          </a:solidFill>
                          <a:latin typeface="Salesforce Sans"/>
                        </a:rPr>
                        <a:t>805h</a:t>
                      </a:r>
                    </a:p>
                  </a:txBody>
                  <a:tcPr marL="76200" marR="76200" marT="38100" marB="38100" anchor="ctr">
                    <a:solidFill>
                      <a:srgbClr val="F3F6FB"/>
                    </a:solidFill>
                  </a:tcPr>
                </a:tc>
                <a:tc>
                  <a:txBody>
                    <a:bodyPr wrap="square"/>
                    <a:lstStyle/>
                    <a:p>
                      <a:pPr algn="r"/>
                      <a:r>
                        <a:rPr sz="1500" b="1" i="0">
                          <a:solidFill>
                            <a:srgbClr val="001E5B"/>
                          </a:solidFill>
                          <a:latin typeface="Salesforce Sans"/>
                        </a:rPr>
                        <a:t>R$ 526.316</a:t>
                      </a:r>
                    </a:p>
                  </a:txBody>
                  <a:tcPr marL="76200" marR="76200" marT="38100" marB="38100" anchor="ctr">
                    <a:solidFill>
                      <a:srgbClr val="F3F6FB"/>
                    </a:solidFill>
                  </a:tcPr>
                </a:tc>
                <a:tc>
                  <a:txBody>
                    <a:bodyPr wrap="square"/>
                    <a:lstStyle/>
                    <a:p>
                      <a:pPr algn="ctr"/>
                      <a:r>
                        <a:rPr sz="1500" b="0" i="0">
                          <a:solidFill>
                            <a:srgbClr val="16325C"/>
                          </a:solidFill>
                          <a:latin typeface="Salesforce Sans"/>
                        </a:rPr>
                        <a:t>6</a:t>
                      </a:r>
                    </a:p>
                  </a:txBody>
                  <a:tcPr marL="76200" marR="76200" marT="38100" marB="38100" anchor="ctr">
                    <a:solidFill>
                      <a:srgbClr val="F3F6FB"/>
                    </a:solidFill>
                  </a:tcPr>
                </a:tc>
              </a:tr>
              <a:tr h="443752">
                <a:tc>
                  <a:txBody>
                    <a:bodyPr wrap="square"/>
                    <a:lstStyle/>
                    <a:p>
                      <a:pPr algn="l"/>
                      <a:r>
                        <a:rPr sz="1500" b="0" i="0">
                          <a:solidFill>
                            <a:srgbClr val="16325C"/>
                          </a:solidFill>
                          <a:latin typeface="Salesforce Sans"/>
                        </a:rPr>
                        <a:t>SEI-J10 · Abrir processo</a:t>
                      </a:r>
                    </a:p>
                  </a:txBody>
                  <a:tcPr marL="76200" marR="76200" marT="38100" marB="38100" anchor="ctr">
                    <a:solidFill>
                      <a:srgbClr val="FFFFFF"/>
                    </a:solidFill>
                  </a:tcPr>
                </a:tc>
                <a:tc>
                  <a:txBody>
                    <a:bodyPr wrap="square"/>
                    <a:lstStyle/>
                    <a:p>
                      <a:pPr algn="ctr"/>
                      <a:r>
                        <a:rPr sz="1425" b="1" i="0">
                          <a:solidFill>
                            <a:srgbClr val="9050E9"/>
                          </a:solidFill>
                          <a:latin typeface="Salesforce Sans"/>
                        </a:rPr>
                        <a:t>Onda 3</a:t>
                      </a:r>
                    </a:p>
                  </a:txBody>
                  <a:tcPr marL="76200" marR="76200" marT="38100" marB="38100" anchor="ctr">
                    <a:solidFill>
                      <a:srgbClr val="FFFFFF"/>
                    </a:solidFill>
                  </a:tcPr>
                </a:tc>
                <a:tc>
                  <a:txBody>
                    <a:bodyPr wrap="square"/>
                    <a:lstStyle/>
                    <a:p>
                      <a:pPr algn="r"/>
                      <a:r>
                        <a:rPr sz="1500" b="0" i="0">
                          <a:solidFill>
                            <a:srgbClr val="16325C"/>
                          </a:solidFill>
                          <a:latin typeface="Salesforce Sans"/>
                        </a:rPr>
                        <a:t>805h</a:t>
                      </a:r>
                    </a:p>
                  </a:txBody>
                  <a:tcPr marL="76200" marR="76200" marT="38100" marB="38100" anchor="ctr">
                    <a:solidFill>
                      <a:srgbClr val="FFFFFF"/>
                    </a:solidFill>
                  </a:tcPr>
                </a:tc>
                <a:tc>
                  <a:txBody>
                    <a:bodyPr wrap="square"/>
                    <a:lstStyle/>
                    <a:p>
                      <a:pPr algn="r"/>
                      <a:r>
                        <a:rPr sz="1500" b="1" i="0">
                          <a:solidFill>
                            <a:srgbClr val="001E5B"/>
                          </a:solidFill>
                          <a:latin typeface="Salesforce Sans"/>
                        </a:rPr>
                        <a:t>R$ 526.316</a:t>
                      </a:r>
                    </a:p>
                  </a:txBody>
                  <a:tcPr marL="76200" marR="76200" marT="38100" marB="38100" anchor="ctr">
                    <a:solidFill>
                      <a:srgbClr val="FFFFFF"/>
                    </a:solidFill>
                  </a:tcPr>
                </a:tc>
                <a:tc>
                  <a:txBody>
                    <a:bodyPr wrap="square"/>
                    <a:lstStyle/>
                    <a:p>
                      <a:pPr algn="ctr"/>
                      <a:r>
                        <a:rPr sz="1500" b="0" i="0">
                          <a:solidFill>
                            <a:srgbClr val="16325C"/>
                          </a:solidFill>
                          <a:latin typeface="Salesforce Sans"/>
                        </a:rPr>
                        <a:t>6</a:t>
                      </a:r>
                    </a:p>
                  </a:txBody>
                  <a:tcPr marL="76200" marR="76200" marT="38100" marB="38100" anchor="ctr">
                    <a:solidFill>
                      <a:srgbClr val="FFFFFF"/>
                    </a:solidFill>
                  </a:tcPr>
                </a:tc>
              </a:tr>
              <a:tr h="443768">
                <a:tc>
                  <a:txBody>
                    <a:bodyPr wrap="square"/>
                    <a:lstStyle/>
                    <a:p>
                      <a:pPr algn="l"/>
                      <a:r>
                        <a:rPr sz="1575" b="1" i="0">
                          <a:solidFill>
                            <a:srgbClr val="FFFFFF"/>
                          </a:solidFill>
                          <a:latin typeface="Salesforce Sans"/>
                        </a:rPr>
                        <a:t>TOTAL · 15 jornadas</a:t>
                      </a:r>
                    </a:p>
                  </a:txBody>
                  <a:tcPr marL="76200" marR="76200" marT="38100" marB="38100" anchor="ctr">
                    <a:solidFill>
                      <a:srgbClr val="022AC0"/>
                    </a:solidFill>
                  </a:tcPr>
                </a:tc>
                <a:tc>
                  <a:txBody>
                    <a:bodyPr wrap="square"/>
                    <a:lstStyle/>
                    <a:p>
                      <a:pPr algn="l"/>
                      <a:r>
                        <a:rPr sz="1500" b="0" i="0">
                          <a:solidFill>
                            <a:srgbClr val="16325C"/>
                          </a:solidFill>
                          <a:latin typeface="Salesforce Sans"/>
                        </a:rPr>
                        <a:t/>
                      </a:r>
                    </a:p>
                  </a:txBody>
                  <a:tcPr marL="76200" marR="76200" marT="38100" marB="38100" anchor="ctr">
                    <a:solidFill>
                      <a:srgbClr val="022AC0"/>
                    </a:solidFill>
                  </a:tcPr>
                </a:tc>
                <a:tc>
                  <a:txBody>
                    <a:bodyPr wrap="square"/>
                    <a:lstStyle/>
                    <a:p>
                      <a:pPr algn="r"/>
                      <a:r>
                        <a:rPr sz="1575" b="1" i="0">
                          <a:solidFill>
                            <a:srgbClr val="FFFFFF"/>
                          </a:solidFill>
                          <a:latin typeface="Salesforce Sans"/>
                        </a:rPr>
                        <a:t>~7.650h</a:t>
                      </a:r>
                    </a:p>
                  </a:txBody>
                  <a:tcPr marL="76200" marR="76200" marT="38100" marB="38100" anchor="ctr">
                    <a:solidFill>
                      <a:srgbClr val="022AC0"/>
                    </a:solidFill>
                  </a:tcPr>
                </a:tc>
                <a:tc>
                  <a:txBody>
                    <a:bodyPr wrap="square"/>
                    <a:lstStyle/>
                    <a:p>
                      <a:pPr algn="r"/>
                      <a:r>
                        <a:rPr sz="1575" b="1" i="0">
                          <a:solidFill>
                            <a:srgbClr val="00B3FF"/>
                          </a:solidFill>
                          <a:latin typeface="Salesforce Sans"/>
                        </a:rPr>
                        <a:t>R$ 5.000.000</a:t>
                      </a:r>
                    </a:p>
                  </a:txBody>
                  <a:tcPr marL="76200" marR="76200" marT="38100" marB="38100" anchor="ctr">
                    <a:solidFill>
                      <a:srgbClr val="022AC0"/>
                    </a:solidFill>
                  </a:tcPr>
                </a:tc>
                <a:tc>
                  <a:txBody>
                    <a:bodyPr wrap="square"/>
                    <a:lstStyle/>
                    <a:p>
                      <a:pPr algn="ctr"/>
                      <a:r>
                        <a:rPr sz="1575" b="1" i="0">
                          <a:solidFill>
                            <a:srgbClr val="FFFFFF"/>
                          </a:solidFill>
                          <a:latin typeface="Salesforce Sans"/>
                        </a:rPr>
                        <a:t>57</a:t>
                      </a:r>
                    </a:p>
                  </a:txBody>
                  <a:tcPr marL="76200" marR="76200" marT="38100" marB="38100" anchor="ctr">
                    <a:solidFill>
                      <a:srgbClr val="022AC0"/>
                    </a:solidFill>
                  </a:tcPr>
                </a:tc>
              </a:tr>
            </a:tbl>
          </a:graphicData>
        </a:graphic>
      </p:graphicFrame>
      <p:sp>
        <p:nvSpPr>
          <p:cNvPr id="7" name="Rectangle 6"/>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9" name="TextBox 8"/>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ESTIMATIVA &amp; ROM</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Ondas de entrega — Ago a Dez 2026</a:t>
            </a:r>
          </a:p>
        </p:txBody>
      </p:sp>
      <p:sp>
        <p:nvSpPr>
          <p:cNvPr id="5" name="Rectangle 4"/>
          <p:cNvSpPr/>
          <p:nvPr/>
        </p:nvSpPr>
        <p:spPr>
          <a:xfrm>
            <a:off x="781812" y="1810512"/>
            <a:ext cx="2194560" cy="75438"/>
          </a:xfrm>
          <a:prstGeom prst="rect">
            <a:avLst/>
          </a:prstGeom>
          <a:solidFill>
            <a:srgbClr val="0D9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194560"/>
            <a:ext cx="16774667" cy="1234440"/>
          </a:xfrm>
          <a:prstGeom prst="rect">
            <a:avLst/>
          </a:prstGeom>
          <a:solidFill>
            <a:srgbClr val="FDF0E6"/>
          </a:solidFill>
          <a:ln w="19050">
            <a:solidFill>
              <a:srgbClr val="D83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8700" y="2331720"/>
            <a:ext cx="8229600" cy="480059"/>
          </a:xfrm>
          <a:prstGeom prst="rect">
            <a:avLst/>
          </a:prstGeom>
          <a:noFill/>
        </p:spPr>
        <p:txBody>
          <a:bodyPr wrap="square" lIns="25400" rIns="25400" tIns="12700" bIns="12700">
            <a:spAutoFit/>
          </a:bodyPr>
          <a:lstStyle/>
          <a:p>
            <a:pPr algn="l"/>
            <a:r>
              <a:rPr sz="1800" b="1" i="0">
                <a:solidFill>
                  <a:srgbClr val="D83A00"/>
                </a:solidFill>
                <a:latin typeface="Salesforce Sans"/>
              </a:rPr>
              <a:t>Fase 0 (Agosto · obrigatória)</a:t>
            </a:r>
          </a:p>
        </p:txBody>
      </p:sp>
      <p:sp>
        <p:nvSpPr>
          <p:cNvPr id="8" name="TextBox 7"/>
          <p:cNvSpPr txBox="1"/>
          <p:nvPr/>
        </p:nvSpPr>
        <p:spPr>
          <a:xfrm>
            <a:off x="1028700" y="2811779"/>
            <a:ext cx="16184880" cy="548640"/>
          </a:xfrm>
          <a:prstGeom prst="rect">
            <a:avLst/>
          </a:prstGeom>
          <a:noFill/>
        </p:spPr>
        <p:txBody>
          <a:bodyPr wrap="square" lIns="25400" rIns="25400" tIns="12700" bIns="12700">
            <a:spAutoFit/>
          </a:bodyPr>
          <a:lstStyle/>
          <a:p>
            <a:pPr algn="l"/>
            <a:r>
              <a:rPr sz="1650" b="0" i="0">
                <a:solidFill>
                  <a:srgbClr val="16325C"/>
                </a:solidFill>
                <a:latin typeface="Salesforce Sans"/>
              </a:rPr>
              <a:t>Destrava o bloqueador de governança G1002 (perfis Protheus/SEI, workspace externo, LGPD Art. 48 / TCU). Gate da escrita SEI.</a:t>
            </a:r>
          </a:p>
        </p:txBody>
      </p:sp>
      <p:sp>
        <p:nvSpPr>
          <p:cNvPr id="9" name="Rectangle 8"/>
          <p:cNvSpPr/>
          <p:nvPr/>
        </p:nvSpPr>
        <p:spPr>
          <a:xfrm>
            <a:off x="754380" y="3703320"/>
            <a:ext cx="16774667" cy="150876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4380" y="3703320"/>
            <a:ext cx="123444" cy="150876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81628"/>
            <a:ext cx="6858000" cy="548640"/>
          </a:xfrm>
          <a:prstGeom prst="rect">
            <a:avLst/>
          </a:prstGeom>
          <a:noFill/>
        </p:spPr>
        <p:txBody>
          <a:bodyPr wrap="square" lIns="25400" rIns="25400" tIns="12700" bIns="12700">
            <a:spAutoFit/>
          </a:bodyPr>
          <a:lstStyle/>
          <a:p>
            <a:pPr algn="l"/>
            <a:r>
              <a:rPr sz="1950" b="1" i="0">
                <a:solidFill>
                  <a:srgbClr val="2E844A"/>
                </a:solidFill>
                <a:latin typeface="Salesforce Sans"/>
              </a:rPr>
              <a:t>Onda 1 · Quick Wins</a:t>
            </a:r>
          </a:p>
        </p:txBody>
      </p:sp>
      <p:sp>
        <p:nvSpPr>
          <p:cNvPr id="12" name="TextBox 11"/>
          <p:cNvSpPr txBox="1"/>
          <p:nvPr/>
        </p:nvSpPr>
        <p:spPr>
          <a:xfrm>
            <a:off x="12070080" y="3909060"/>
            <a:ext cx="5212079" cy="480059"/>
          </a:xfrm>
          <a:prstGeom prst="rect">
            <a:avLst/>
          </a:prstGeom>
          <a:noFill/>
        </p:spPr>
        <p:txBody>
          <a:bodyPr wrap="square" lIns="25400" rIns="25400" tIns="12700" bIns="12700">
            <a:spAutoFit/>
          </a:bodyPr>
          <a:lstStyle/>
          <a:p>
            <a:pPr algn="r"/>
            <a:r>
              <a:rPr sz="1650" b="1" i="0">
                <a:solidFill>
                  <a:srgbClr val="54698D"/>
                </a:solidFill>
                <a:latin typeface="Salesforce Sans"/>
              </a:rPr>
              <a:t>Ago–Set · go-live fim Set</a:t>
            </a:r>
          </a:p>
        </p:txBody>
      </p:sp>
      <p:sp>
        <p:nvSpPr>
          <p:cNvPr id="13" name="TextBox 12"/>
          <p:cNvSpPr txBox="1"/>
          <p:nvPr/>
        </p:nvSpPr>
        <p:spPr>
          <a:xfrm>
            <a:off x="1097280" y="4471416"/>
            <a:ext cx="16047719" cy="617220"/>
          </a:xfrm>
          <a:prstGeom prst="rect">
            <a:avLst/>
          </a:prstGeom>
          <a:noFill/>
        </p:spPr>
        <p:txBody>
          <a:bodyPr wrap="square" lIns="25400" rIns="25400" tIns="12700" bIns="12700">
            <a:spAutoFit/>
          </a:bodyPr>
          <a:lstStyle/>
          <a:p>
            <a:pPr algn="l"/>
            <a:r>
              <a:rPr sz="1725" b="0" i="0">
                <a:solidFill>
                  <a:srgbClr val="16325C"/>
                </a:solidFill>
                <a:latin typeface="Salesforce Sans"/>
              </a:rPr>
              <a:t>J1, J2, SEI-J1, SEI-J2, SEI-J3 (5) — leitura, alto valor/baixo esforço</a:t>
            </a:r>
          </a:p>
        </p:txBody>
      </p:sp>
      <p:sp>
        <p:nvSpPr>
          <p:cNvPr id="14" name="Rectangle 13"/>
          <p:cNvSpPr/>
          <p:nvPr/>
        </p:nvSpPr>
        <p:spPr>
          <a:xfrm>
            <a:off x="754380" y="5417820"/>
            <a:ext cx="16774667" cy="150876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 y="5417820"/>
            <a:ext cx="123444" cy="150876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596128"/>
            <a:ext cx="6858000" cy="548640"/>
          </a:xfrm>
          <a:prstGeom prst="rect">
            <a:avLst/>
          </a:prstGeom>
          <a:noFill/>
        </p:spPr>
        <p:txBody>
          <a:bodyPr wrap="square" lIns="25400" rIns="25400" tIns="12700" bIns="12700">
            <a:spAutoFit/>
          </a:bodyPr>
          <a:lstStyle/>
          <a:p>
            <a:pPr algn="l"/>
            <a:r>
              <a:rPr sz="1950" b="1" i="0">
                <a:solidFill>
                  <a:srgbClr val="022AC0"/>
                </a:solidFill>
                <a:latin typeface="Salesforce Sans"/>
              </a:rPr>
              <a:t>Onda 2 · Expansão</a:t>
            </a:r>
          </a:p>
        </p:txBody>
      </p:sp>
      <p:sp>
        <p:nvSpPr>
          <p:cNvPr id="17" name="TextBox 16"/>
          <p:cNvSpPr txBox="1"/>
          <p:nvPr/>
        </p:nvSpPr>
        <p:spPr>
          <a:xfrm>
            <a:off x="12070080" y="5623560"/>
            <a:ext cx="5212079" cy="480059"/>
          </a:xfrm>
          <a:prstGeom prst="rect">
            <a:avLst/>
          </a:prstGeom>
          <a:noFill/>
        </p:spPr>
        <p:txBody>
          <a:bodyPr wrap="square" lIns="25400" rIns="25400" tIns="12700" bIns="12700">
            <a:spAutoFit/>
          </a:bodyPr>
          <a:lstStyle/>
          <a:p>
            <a:pPr algn="r"/>
            <a:r>
              <a:rPr sz="1650" b="1" i="0">
                <a:solidFill>
                  <a:srgbClr val="54698D"/>
                </a:solidFill>
                <a:latin typeface="Salesforce Sans"/>
              </a:rPr>
              <a:t>Out–Nov</a:t>
            </a:r>
          </a:p>
        </p:txBody>
      </p:sp>
      <p:sp>
        <p:nvSpPr>
          <p:cNvPr id="18" name="TextBox 17"/>
          <p:cNvSpPr txBox="1"/>
          <p:nvPr/>
        </p:nvSpPr>
        <p:spPr>
          <a:xfrm>
            <a:off x="1097280" y="6185916"/>
            <a:ext cx="16047719" cy="617220"/>
          </a:xfrm>
          <a:prstGeom prst="rect">
            <a:avLst/>
          </a:prstGeom>
          <a:noFill/>
        </p:spPr>
        <p:txBody>
          <a:bodyPr wrap="square" lIns="25400" rIns="25400" tIns="12700" bIns="12700">
            <a:spAutoFit/>
          </a:bodyPr>
          <a:lstStyle/>
          <a:p>
            <a:pPr algn="l"/>
            <a:r>
              <a:rPr sz="1725" b="0" i="0">
                <a:solidFill>
                  <a:srgbClr val="16325C"/>
                </a:solidFill>
                <a:latin typeface="Salesforce Sans"/>
              </a:rPr>
              <a:t>J3, J7, SEI-J4, SEI-J5, SEI-J6, SEI-J7 (6) — leitura + RAG + painéis</a:t>
            </a:r>
          </a:p>
        </p:txBody>
      </p:sp>
      <p:sp>
        <p:nvSpPr>
          <p:cNvPr id="19" name="Rectangle 18"/>
          <p:cNvSpPr/>
          <p:nvPr/>
        </p:nvSpPr>
        <p:spPr>
          <a:xfrm>
            <a:off x="754380" y="7132320"/>
            <a:ext cx="16774667" cy="150876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4380" y="7132320"/>
            <a:ext cx="123444" cy="1508760"/>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7310628"/>
            <a:ext cx="6858000" cy="548640"/>
          </a:xfrm>
          <a:prstGeom prst="rect">
            <a:avLst/>
          </a:prstGeom>
          <a:noFill/>
        </p:spPr>
        <p:txBody>
          <a:bodyPr wrap="square" lIns="25400" rIns="25400" tIns="12700" bIns="12700">
            <a:spAutoFit/>
          </a:bodyPr>
          <a:lstStyle/>
          <a:p>
            <a:pPr algn="l"/>
            <a:r>
              <a:rPr sz="1950" b="1" i="0">
                <a:solidFill>
                  <a:srgbClr val="9050E9"/>
                </a:solidFill>
                <a:latin typeface="Salesforce Sans"/>
              </a:rPr>
              <a:t>Onda 3 · Escrita/Transação</a:t>
            </a:r>
          </a:p>
        </p:txBody>
      </p:sp>
      <p:sp>
        <p:nvSpPr>
          <p:cNvPr id="22" name="TextBox 21"/>
          <p:cNvSpPr txBox="1"/>
          <p:nvPr/>
        </p:nvSpPr>
        <p:spPr>
          <a:xfrm>
            <a:off x="12070080" y="7338060"/>
            <a:ext cx="5212079" cy="480059"/>
          </a:xfrm>
          <a:prstGeom prst="rect">
            <a:avLst/>
          </a:prstGeom>
          <a:noFill/>
        </p:spPr>
        <p:txBody>
          <a:bodyPr wrap="square" lIns="25400" rIns="25400" tIns="12700" bIns="12700">
            <a:spAutoFit/>
          </a:bodyPr>
          <a:lstStyle/>
          <a:p>
            <a:pPr algn="r"/>
            <a:r>
              <a:rPr sz="1650" b="1" i="0">
                <a:solidFill>
                  <a:srgbClr val="54698D"/>
                </a:solidFill>
                <a:latin typeface="Salesforce Sans"/>
              </a:rPr>
              <a:t>Nov–Dez + hypercare</a:t>
            </a:r>
          </a:p>
        </p:txBody>
      </p:sp>
      <p:sp>
        <p:nvSpPr>
          <p:cNvPr id="23" name="TextBox 22"/>
          <p:cNvSpPr txBox="1"/>
          <p:nvPr/>
        </p:nvSpPr>
        <p:spPr>
          <a:xfrm>
            <a:off x="1097280" y="7900416"/>
            <a:ext cx="16047719" cy="617220"/>
          </a:xfrm>
          <a:prstGeom prst="rect">
            <a:avLst/>
          </a:prstGeom>
          <a:noFill/>
        </p:spPr>
        <p:txBody>
          <a:bodyPr wrap="square" lIns="25400" rIns="25400" tIns="12700" bIns="12700">
            <a:spAutoFit/>
          </a:bodyPr>
          <a:lstStyle/>
          <a:p>
            <a:pPr algn="l"/>
            <a:r>
              <a:rPr sz="1725" b="0" i="0">
                <a:solidFill>
                  <a:srgbClr val="16325C"/>
                </a:solidFill>
                <a:latin typeface="Salesforce Sans"/>
              </a:rPr>
              <a:t>J4, SEI-J8, SEI-J9, SEI-J10 (4) — escrita, voz, governança</a:t>
            </a:r>
          </a:p>
        </p:txBody>
      </p:sp>
      <p:sp>
        <p:nvSpPr>
          <p:cNvPr id="24" name="TextBox 23"/>
          <p:cNvSpPr txBox="1"/>
          <p:nvPr/>
        </p:nvSpPr>
        <p:spPr>
          <a:xfrm>
            <a:off x="754380" y="9052559"/>
            <a:ext cx="16459200" cy="480059"/>
          </a:xfrm>
          <a:prstGeom prst="rect">
            <a:avLst/>
          </a:prstGeom>
          <a:noFill/>
        </p:spPr>
        <p:txBody>
          <a:bodyPr wrap="square" lIns="25400" rIns="25400" tIns="12700" bIns="12700">
            <a:spAutoFit/>
          </a:bodyPr>
          <a:lstStyle/>
          <a:p>
            <a:pPr algn="l"/>
            <a:r>
              <a:rPr sz="1575" b="0" i="1">
                <a:solidFill>
                  <a:srgbClr val="54698D"/>
                </a:solidFill>
                <a:latin typeface="Salesforce Sans"/>
              </a:rPr>
              <a:t>Prioridade = valor ÷ esforço. Leitura primeiro; escrita e governança por último, após a Fase 0.</a:t>
            </a:r>
          </a:p>
        </p:txBody>
      </p:sp>
      <p:sp>
        <p:nvSpPr>
          <p:cNvPr id="25" name="Rectangle 24"/>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27" name="TextBox 26"/>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ESTIMATIVA &amp; ROM</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Cronograma por jornada — do build ao go-live</a:t>
            </a:r>
          </a:p>
        </p:txBody>
      </p:sp>
      <p:sp>
        <p:nvSpPr>
          <p:cNvPr id="5" name="Rectangle 4"/>
          <p:cNvSpPr/>
          <p:nvPr/>
        </p:nvSpPr>
        <p:spPr>
          <a:xfrm>
            <a:off x="781812" y="1810512"/>
            <a:ext cx="2194560" cy="75438"/>
          </a:xfrm>
          <a:prstGeom prst="rect">
            <a:avLst/>
          </a:prstGeom>
          <a:solidFill>
            <a:srgbClr val="0D9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6279" y="2057400"/>
            <a:ext cx="2381596" cy="356616"/>
          </a:xfrm>
          <a:prstGeom prst="rect">
            <a:avLst/>
          </a:prstGeom>
          <a:solidFill>
            <a:srgbClr val="F3F6FB"/>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79" y="2084832"/>
            <a:ext cx="2381596" cy="301752"/>
          </a:xfrm>
          <a:prstGeom prst="rect">
            <a:avLst/>
          </a:prstGeom>
          <a:noFill/>
        </p:spPr>
        <p:txBody>
          <a:bodyPr wrap="square" lIns="25400" rIns="25400" tIns="12700" bIns="12700">
            <a:spAutoFit/>
          </a:bodyPr>
          <a:lstStyle/>
          <a:p>
            <a:pPr algn="ctr"/>
            <a:r>
              <a:rPr sz="1350" b="1" i="0">
                <a:solidFill>
                  <a:srgbClr val="001E5B"/>
                </a:solidFill>
                <a:latin typeface="Salesforce Sans"/>
              </a:rPr>
              <a:t>AGO</a:t>
            </a:r>
          </a:p>
        </p:txBody>
      </p:sp>
      <p:sp>
        <p:nvSpPr>
          <p:cNvPr id="8" name="Rectangle 7"/>
          <p:cNvSpPr/>
          <p:nvPr/>
        </p:nvSpPr>
        <p:spPr>
          <a:xfrm>
            <a:off x="6907876" y="2057400"/>
            <a:ext cx="2381596" cy="356616"/>
          </a:xfrm>
          <a:prstGeom prst="rect">
            <a:avLst/>
          </a:prstGeom>
          <a:solidFill>
            <a:srgbClr val="F3F6FB"/>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07876" y="2084832"/>
            <a:ext cx="2381596" cy="301752"/>
          </a:xfrm>
          <a:prstGeom prst="rect">
            <a:avLst/>
          </a:prstGeom>
          <a:noFill/>
        </p:spPr>
        <p:txBody>
          <a:bodyPr wrap="square" lIns="25400" rIns="25400" tIns="12700" bIns="12700">
            <a:spAutoFit/>
          </a:bodyPr>
          <a:lstStyle/>
          <a:p>
            <a:pPr algn="ctr"/>
            <a:r>
              <a:rPr sz="1350" b="1" i="0">
                <a:solidFill>
                  <a:srgbClr val="001E5B"/>
                </a:solidFill>
                <a:latin typeface="Salesforce Sans"/>
              </a:rPr>
              <a:t>SET</a:t>
            </a:r>
          </a:p>
        </p:txBody>
      </p:sp>
      <p:sp>
        <p:nvSpPr>
          <p:cNvPr id="10" name="Rectangle 9"/>
          <p:cNvSpPr/>
          <p:nvPr/>
        </p:nvSpPr>
        <p:spPr>
          <a:xfrm>
            <a:off x="9289472" y="2057400"/>
            <a:ext cx="2976995" cy="356616"/>
          </a:xfrm>
          <a:prstGeom prst="rect">
            <a:avLst/>
          </a:prstGeom>
          <a:solidFill>
            <a:srgbClr val="F3F6FB"/>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89472" y="2084832"/>
            <a:ext cx="2976995" cy="301752"/>
          </a:xfrm>
          <a:prstGeom prst="rect">
            <a:avLst/>
          </a:prstGeom>
          <a:noFill/>
        </p:spPr>
        <p:txBody>
          <a:bodyPr wrap="square" lIns="25400" rIns="25400" tIns="12700" bIns="12700">
            <a:spAutoFit/>
          </a:bodyPr>
          <a:lstStyle/>
          <a:p>
            <a:pPr algn="ctr"/>
            <a:r>
              <a:rPr sz="1350" b="1" i="0">
                <a:solidFill>
                  <a:srgbClr val="001E5B"/>
                </a:solidFill>
                <a:latin typeface="Salesforce Sans"/>
              </a:rPr>
              <a:t>OUT</a:t>
            </a:r>
          </a:p>
        </p:txBody>
      </p:sp>
      <p:sp>
        <p:nvSpPr>
          <p:cNvPr id="12" name="Rectangle 11"/>
          <p:cNvSpPr/>
          <p:nvPr/>
        </p:nvSpPr>
        <p:spPr>
          <a:xfrm>
            <a:off x="12266468" y="2057400"/>
            <a:ext cx="2381596" cy="356616"/>
          </a:xfrm>
          <a:prstGeom prst="rect">
            <a:avLst/>
          </a:prstGeom>
          <a:solidFill>
            <a:srgbClr val="F3F6FB"/>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266468" y="2084832"/>
            <a:ext cx="2381596" cy="301752"/>
          </a:xfrm>
          <a:prstGeom prst="rect">
            <a:avLst/>
          </a:prstGeom>
          <a:noFill/>
        </p:spPr>
        <p:txBody>
          <a:bodyPr wrap="square" lIns="25400" rIns="25400" tIns="12700" bIns="12700">
            <a:spAutoFit/>
          </a:bodyPr>
          <a:lstStyle/>
          <a:p>
            <a:pPr algn="ctr"/>
            <a:r>
              <a:rPr sz="1350" b="1" i="0">
                <a:solidFill>
                  <a:srgbClr val="001E5B"/>
                </a:solidFill>
                <a:latin typeface="Salesforce Sans"/>
              </a:rPr>
              <a:t>NOV</a:t>
            </a:r>
          </a:p>
        </p:txBody>
      </p:sp>
      <p:sp>
        <p:nvSpPr>
          <p:cNvPr id="14" name="Rectangle 13"/>
          <p:cNvSpPr/>
          <p:nvPr/>
        </p:nvSpPr>
        <p:spPr>
          <a:xfrm>
            <a:off x="14648064" y="2057400"/>
            <a:ext cx="2976995" cy="356616"/>
          </a:xfrm>
          <a:prstGeom prst="rect">
            <a:avLst/>
          </a:prstGeom>
          <a:solidFill>
            <a:srgbClr val="F3F6FB"/>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48064" y="2084832"/>
            <a:ext cx="2976995" cy="301752"/>
          </a:xfrm>
          <a:prstGeom prst="rect">
            <a:avLst/>
          </a:prstGeom>
          <a:noFill/>
        </p:spPr>
        <p:txBody>
          <a:bodyPr wrap="square" lIns="25400" rIns="25400" tIns="12700" bIns="12700">
            <a:spAutoFit/>
          </a:bodyPr>
          <a:lstStyle/>
          <a:p>
            <a:pPr algn="ctr"/>
            <a:r>
              <a:rPr sz="1350" b="1" i="0">
                <a:solidFill>
                  <a:srgbClr val="001E5B"/>
                </a:solidFill>
                <a:latin typeface="Salesforce Sans"/>
              </a:rPr>
              <a:t>DEZ</a:t>
            </a:r>
          </a:p>
        </p:txBody>
      </p:sp>
      <p:sp>
        <p:nvSpPr>
          <p:cNvPr id="16" name="TextBox 15"/>
          <p:cNvSpPr txBox="1"/>
          <p:nvPr/>
        </p:nvSpPr>
        <p:spPr>
          <a:xfrm>
            <a:off x="4526279"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S1</a:t>
            </a:r>
          </a:p>
        </p:txBody>
      </p:sp>
      <p:sp>
        <p:nvSpPr>
          <p:cNvPr id="17" name="TextBox 16"/>
          <p:cNvSpPr txBox="1"/>
          <p:nvPr/>
        </p:nvSpPr>
        <p:spPr>
          <a:xfrm>
            <a:off x="5717078"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S3</a:t>
            </a:r>
          </a:p>
        </p:txBody>
      </p:sp>
      <p:sp>
        <p:nvSpPr>
          <p:cNvPr id="18" name="TextBox 17"/>
          <p:cNvSpPr txBox="1"/>
          <p:nvPr/>
        </p:nvSpPr>
        <p:spPr>
          <a:xfrm>
            <a:off x="6907876"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S5</a:t>
            </a:r>
          </a:p>
        </p:txBody>
      </p:sp>
      <p:sp>
        <p:nvSpPr>
          <p:cNvPr id="19" name="TextBox 18"/>
          <p:cNvSpPr txBox="1"/>
          <p:nvPr/>
        </p:nvSpPr>
        <p:spPr>
          <a:xfrm>
            <a:off x="8098674"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S7</a:t>
            </a:r>
          </a:p>
        </p:txBody>
      </p:sp>
      <p:sp>
        <p:nvSpPr>
          <p:cNvPr id="20" name="TextBox 19"/>
          <p:cNvSpPr txBox="1"/>
          <p:nvPr/>
        </p:nvSpPr>
        <p:spPr>
          <a:xfrm>
            <a:off x="9289472"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S9</a:t>
            </a:r>
          </a:p>
        </p:txBody>
      </p:sp>
      <p:sp>
        <p:nvSpPr>
          <p:cNvPr id="21" name="TextBox 20"/>
          <p:cNvSpPr txBox="1"/>
          <p:nvPr/>
        </p:nvSpPr>
        <p:spPr>
          <a:xfrm>
            <a:off x="10480270"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S11</a:t>
            </a:r>
          </a:p>
        </p:txBody>
      </p:sp>
      <p:sp>
        <p:nvSpPr>
          <p:cNvPr id="22" name="TextBox 21"/>
          <p:cNvSpPr txBox="1"/>
          <p:nvPr/>
        </p:nvSpPr>
        <p:spPr>
          <a:xfrm>
            <a:off x="11671069"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S13</a:t>
            </a:r>
          </a:p>
        </p:txBody>
      </p:sp>
      <p:sp>
        <p:nvSpPr>
          <p:cNvPr id="23" name="TextBox 22"/>
          <p:cNvSpPr txBox="1"/>
          <p:nvPr/>
        </p:nvSpPr>
        <p:spPr>
          <a:xfrm>
            <a:off x="12861867"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S15</a:t>
            </a:r>
          </a:p>
        </p:txBody>
      </p:sp>
      <p:sp>
        <p:nvSpPr>
          <p:cNvPr id="24" name="TextBox 23"/>
          <p:cNvSpPr txBox="1"/>
          <p:nvPr/>
        </p:nvSpPr>
        <p:spPr>
          <a:xfrm>
            <a:off x="14052665"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S17</a:t>
            </a:r>
          </a:p>
        </p:txBody>
      </p:sp>
      <p:sp>
        <p:nvSpPr>
          <p:cNvPr id="25" name="TextBox 24"/>
          <p:cNvSpPr txBox="1"/>
          <p:nvPr/>
        </p:nvSpPr>
        <p:spPr>
          <a:xfrm>
            <a:off x="15243463"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S19</a:t>
            </a:r>
          </a:p>
        </p:txBody>
      </p:sp>
      <p:sp>
        <p:nvSpPr>
          <p:cNvPr id="26" name="TextBox 25"/>
          <p:cNvSpPr txBox="1"/>
          <p:nvPr/>
        </p:nvSpPr>
        <p:spPr>
          <a:xfrm>
            <a:off x="16434261" y="2441448"/>
            <a:ext cx="1190798" cy="274320"/>
          </a:xfrm>
          <a:prstGeom prst="rect">
            <a:avLst/>
          </a:prstGeom>
          <a:noFill/>
        </p:spPr>
        <p:txBody>
          <a:bodyPr wrap="square" lIns="25400" rIns="25400" tIns="12700" bIns="12700">
            <a:spAutoFit/>
          </a:bodyPr>
          <a:lstStyle/>
          <a:p>
            <a:pPr algn="ctr"/>
            <a:r>
              <a:rPr sz="975" b="0" i="0">
                <a:solidFill>
                  <a:srgbClr val="54698D"/>
                </a:solidFill>
                <a:latin typeface="Salesforce Sans"/>
              </a:rPr>
              <a:t>S21</a:t>
            </a:r>
          </a:p>
        </p:txBody>
      </p:sp>
      <p:sp>
        <p:nvSpPr>
          <p:cNvPr id="27" name="TextBox 26"/>
          <p:cNvSpPr txBox="1"/>
          <p:nvPr/>
        </p:nvSpPr>
        <p:spPr>
          <a:xfrm>
            <a:off x="754380" y="2852928"/>
            <a:ext cx="3703320" cy="301752"/>
          </a:xfrm>
          <a:prstGeom prst="rect">
            <a:avLst/>
          </a:prstGeom>
          <a:noFill/>
        </p:spPr>
        <p:txBody>
          <a:bodyPr wrap="square" lIns="25400" rIns="25400" tIns="12700" bIns="12700">
            <a:spAutoFit/>
          </a:bodyPr>
          <a:lstStyle/>
          <a:p>
            <a:pPr algn="l"/>
            <a:r>
              <a:rPr sz="1200" b="1" i="0">
                <a:solidFill>
                  <a:srgbClr val="D83A00"/>
                </a:solidFill>
                <a:latin typeface="Salesforce Sans"/>
              </a:rPr>
              <a:t>Fase 0 · Governança G1002</a:t>
            </a:r>
          </a:p>
        </p:txBody>
      </p:sp>
      <p:sp>
        <p:nvSpPr>
          <p:cNvPr id="28" name="Rectangle 27"/>
          <p:cNvSpPr/>
          <p:nvPr/>
        </p:nvSpPr>
        <p:spPr>
          <a:xfrm>
            <a:off x="4526279" y="2866644"/>
            <a:ext cx="2381596" cy="205739"/>
          </a:xfrm>
          <a:prstGeom prst="rect">
            <a:avLst/>
          </a:prstGeom>
          <a:solidFill>
            <a:srgbClr val="D83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4380" y="3161538"/>
            <a:ext cx="16774667" cy="301752"/>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3168396"/>
            <a:ext cx="16459200" cy="288036"/>
          </a:xfrm>
          <a:prstGeom prst="rect">
            <a:avLst/>
          </a:prstGeom>
          <a:noFill/>
        </p:spPr>
        <p:txBody>
          <a:bodyPr wrap="square" lIns="25400" rIns="25400" tIns="12700" bIns="12700">
            <a:spAutoFit/>
          </a:bodyPr>
          <a:lstStyle/>
          <a:p>
            <a:pPr algn="l"/>
            <a:r>
              <a:rPr sz="1275" b="1" i="0">
                <a:solidFill>
                  <a:srgbClr val="FFFFFF"/>
                </a:solidFill>
                <a:latin typeface="Salesforce Sans"/>
              </a:rPr>
              <a:t>Onda 1 · Quick Wins · leitura (go-live S8)</a:t>
            </a:r>
          </a:p>
        </p:txBody>
      </p:sp>
      <p:sp>
        <p:nvSpPr>
          <p:cNvPr id="31" name="TextBox 30"/>
          <p:cNvSpPr txBox="1"/>
          <p:nvPr/>
        </p:nvSpPr>
        <p:spPr>
          <a:xfrm>
            <a:off x="754380" y="3518154"/>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J1 · Consulta Financeira</a:t>
            </a:r>
          </a:p>
        </p:txBody>
      </p:sp>
      <p:sp>
        <p:nvSpPr>
          <p:cNvPr id="32" name="Rectangle 31"/>
          <p:cNvSpPr/>
          <p:nvPr/>
        </p:nvSpPr>
        <p:spPr>
          <a:xfrm>
            <a:off x="5717078" y="3538728"/>
            <a:ext cx="1786197" cy="205739"/>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03275" y="3538728"/>
            <a:ext cx="1190798" cy="205739"/>
          </a:xfrm>
          <a:prstGeom prst="rect">
            <a:avLst/>
          </a:prstGeom>
          <a:solidFill>
            <a:srgbClr val="DDEEE3"/>
          </a:solidFill>
          <a:ln w="14287">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rot="2700000">
            <a:off x="8895761" y="3538728"/>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89472" y="3573018"/>
            <a:ext cx="1190798" cy="137160"/>
          </a:xfrm>
          <a:prstGeom prst="rect">
            <a:avLst/>
          </a:prstGeom>
          <a:solidFill>
            <a:srgbClr val="DDEEE3"/>
          </a:solidFill>
          <a:ln w="9525">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4380" y="3854196"/>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J2 · Status de Chamado</a:t>
            </a:r>
          </a:p>
        </p:txBody>
      </p:sp>
      <p:sp>
        <p:nvSpPr>
          <p:cNvPr id="37" name="Rectangle 36"/>
          <p:cNvSpPr/>
          <p:nvPr/>
        </p:nvSpPr>
        <p:spPr>
          <a:xfrm>
            <a:off x="5717078" y="3874770"/>
            <a:ext cx="1786197" cy="205739"/>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503275" y="3874770"/>
            <a:ext cx="1190798" cy="205739"/>
          </a:xfrm>
          <a:prstGeom prst="rect">
            <a:avLst/>
          </a:prstGeom>
          <a:solidFill>
            <a:srgbClr val="DDEEE3"/>
          </a:solidFill>
          <a:ln w="14287">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rot="2700000">
            <a:off x="8895761" y="3874770"/>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289472" y="3909060"/>
            <a:ext cx="1190798" cy="137160"/>
          </a:xfrm>
          <a:prstGeom prst="rect">
            <a:avLst/>
          </a:prstGeom>
          <a:solidFill>
            <a:srgbClr val="DDEEE3"/>
          </a:solidFill>
          <a:ln w="9525">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4380" y="4190238"/>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SEI-J1 · Alerta de Prazo/tácito</a:t>
            </a:r>
          </a:p>
        </p:txBody>
      </p:sp>
      <p:sp>
        <p:nvSpPr>
          <p:cNvPr id="42" name="Rectangle 41"/>
          <p:cNvSpPr/>
          <p:nvPr/>
        </p:nvSpPr>
        <p:spPr>
          <a:xfrm>
            <a:off x="6312477" y="4210812"/>
            <a:ext cx="1190798" cy="205739"/>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503275" y="4210812"/>
            <a:ext cx="1190798" cy="205739"/>
          </a:xfrm>
          <a:prstGeom prst="rect">
            <a:avLst/>
          </a:prstGeom>
          <a:solidFill>
            <a:srgbClr val="DDEEE3"/>
          </a:solidFill>
          <a:ln w="14287">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rot="2700000">
            <a:off x="8895761" y="4210812"/>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289472" y="4245102"/>
            <a:ext cx="1190798" cy="137160"/>
          </a:xfrm>
          <a:prstGeom prst="rect">
            <a:avLst/>
          </a:prstGeom>
          <a:solidFill>
            <a:srgbClr val="DDEEE3"/>
          </a:solidFill>
          <a:ln w="9525">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4380" y="4526280"/>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SEI-J2 · Consulta linguagem natural</a:t>
            </a:r>
          </a:p>
        </p:txBody>
      </p:sp>
      <p:sp>
        <p:nvSpPr>
          <p:cNvPr id="47" name="Rectangle 46"/>
          <p:cNvSpPr/>
          <p:nvPr/>
        </p:nvSpPr>
        <p:spPr>
          <a:xfrm>
            <a:off x="6312477" y="4546854"/>
            <a:ext cx="1786197" cy="205739"/>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98674" y="4546854"/>
            <a:ext cx="595399" cy="205739"/>
          </a:xfrm>
          <a:prstGeom prst="rect">
            <a:avLst/>
          </a:prstGeom>
          <a:solidFill>
            <a:srgbClr val="DDEEE3"/>
          </a:solidFill>
          <a:ln w="14287">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rot="2700000">
            <a:off x="8895761" y="4546854"/>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289472" y="4581144"/>
            <a:ext cx="1190798" cy="137160"/>
          </a:xfrm>
          <a:prstGeom prst="rect">
            <a:avLst/>
          </a:prstGeom>
          <a:solidFill>
            <a:srgbClr val="DDEEE3"/>
          </a:solidFill>
          <a:ln w="9525">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4380" y="4862322"/>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SEI-J3 · Notif. recebido/tramitado</a:t>
            </a:r>
          </a:p>
        </p:txBody>
      </p:sp>
      <p:sp>
        <p:nvSpPr>
          <p:cNvPr id="52" name="Rectangle 51"/>
          <p:cNvSpPr/>
          <p:nvPr/>
        </p:nvSpPr>
        <p:spPr>
          <a:xfrm>
            <a:off x="6312477" y="4882896"/>
            <a:ext cx="1786197" cy="205739"/>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098674" y="4882896"/>
            <a:ext cx="595399" cy="205739"/>
          </a:xfrm>
          <a:prstGeom prst="rect">
            <a:avLst/>
          </a:prstGeom>
          <a:solidFill>
            <a:srgbClr val="DDEEE3"/>
          </a:solidFill>
          <a:ln w="14287">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rot="2700000">
            <a:off x="8895761" y="4882896"/>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289472" y="4917186"/>
            <a:ext cx="1190798" cy="137160"/>
          </a:xfrm>
          <a:prstGeom prst="rect">
            <a:avLst/>
          </a:prstGeom>
          <a:solidFill>
            <a:srgbClr val="DDEEE3"/>
          </a:solidFill>
          <a:ln w="9525">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54380" y="5177790"/>
            <a:ext cx="16774667" cy="301752"/>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2688" y="5184648"/>
            <a:ext cx="16459200" cy="288036"/>
          </a:xfrm>
          <a:prstGeom prst="rect">
            <a:avLst/>
          </a:prstGeom>
          <a:noFill/>
        </p:spPr>
        <p:txBody>
          <a:bodyPr wrap="square" lIns="25400" rIns="25400" tIns="12700" bIns="12700">
            <a:spAutoFit/>
          </a:bodyPr>
          <a:lstStyle/>
          <a:p>
            <a:pPr algn="l"/>
            <a:r>
              <a:rPr sz="1275" b="1" i="0">
                <a:solidFill>
                  <a:srgbClr val="FFFFFF"/>
                </a:solidFill>
                <a:latin typeface="Salesforce Sans"/>
              </a:rPr>
              <a:t>Onda 2 · Expansão · leitura + RAG + painéis (go-live S13/S15)</a:t>
            </a:r>
          </a:p>
        </p:txBody>
      </p:sp>
      <p:sp>
        <p:nvSpPr>
          <p:cNvPr id="58" name="TextBox 57"/>
          <p:cNvSpPr txBox="1"/>
          <p:nvPr/>
        </p:nvSpPr>
        <p:spPr>
          <a:xfrm>
            <a:off x="754380" y="5534406"/>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J3 · Briefing de Projeto</a:t>
            </a:r>
          </a:p>
        </p:txBody>
      </p:sp>
      <p:sp>
        <p:nvSpPr>
          <p:cNvPr id="59" name="Rectangle 58"/>
          <p:cNvSpPr/>
          <p:nvPr/>
        </p:nvSpPr>
        <p:spPr>
          <a:xfrm>
            <a:off x="9289472" y="5554980"/>
            <a:ext cx="1786197" cy="205739"/>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1075669" y="5554980"/>
            <a:ext cx="595399" cy="205739"/>
          </a:xfrm>
          <a:prstGeom prst="rect">
            <a:avLst/>
          </a:prstGeom>
          <a:solidFill>
            <a:srgbClr val="EAF5FE"/>
          </a:solidFill>
          <a:ln w="14287">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rot="2700000">
            <a:off x="11872756" y="5554980"/>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2266468" y="5589270"/>
            <a:ext cx="1190798" cy="137160"/>
          </a:xfrm>
          <a:prstGeom prst="rect">
            <a:avLst/>
          </a:prstGeom>
          <a:solidFill>
            <a:srgbClr val="EAF5FE"/>
          </a:solidFill>
          <a:ln w="9525">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54380" y="5870448"/>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J7 · FAQ Interno via Conexão</a:t>
            </a:r>
          </a:p>
        </p:txBody>
      </p:sp>
      <p:sp>
        <p:nvSpPr>
          <p:cNvPr id="64" name="Rectangle 63"/>
          <p:cNvSpPr/>
          <p:nvPr/>
        </p:nvSpPr>
        <p:spPr>
          <a:xfrm>
            <a:off x="9289472" y="5891022"/>
            <a:ext cx="1786197" cy="205739"/>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1075669" y="5891022"/>
            <a:ext cx="595399" cy="205739"/>
          </a:xfrm>
          <a:prstGeom prst="rect">
            <a:avLst/>
          </a:prstGeom>
          <a:solidFill>
            <a:srgbClr val="EAF5FE"/>
          </a:solidFill>
          <a:ln w="14287">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rot="2700000">
            <a:off x="11872756" y="5891022"/>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2266468" y="5925312"/>
            <a:ext cx="1190798" cy="137160"/>
          </a:xfrm>
          <a:prstGeom prst="rect">
            <a:avLst/>
          </a:prstGeom>
          <a:solidFill>
            <a:srgbClr val="EAF5FE"/>
          </a:solidFill>
          <a:ln w="9525">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54380" y="6206490"/>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SEI-J4 · Meu painel de processos</a:t>
            </a:r>
          </a:p>
        </p:txBody>
      </p:sp>
      <p:sp>
        <p:nvSpPr>
          <p:cNvPr id="69" name="Rectangle 68"/>
          <p:cNvSpPr/>
          <p:nvPr/>
        </p:nvSpPr>
        <p:spPr>
          <a:xfrm>
            <a:off x="9289472" y="6227064"/>
            <a:ext cx="1786197" cy="205739"/>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1075669" y="6227064"/>
            <a:ext cx="595399" cy="205739"/>
          </a:xfrm>
          <a:prstGeom prst="rect">
            <a:avLst/>
          </a:prstGeom>
          <a:solidFill>
            <a:srgbClr val="EAF5FE"/>
          </a:solidFill>
          <a:ln w="14287">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rot="2700000">
            <a:off x="11872756" y="6227064"/>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2266468" y="6261354"/>
            <a:ext cx="1190798" cy="137160"/>
          </a:xfrm>
          <a:prstGeom prst="rect">
            <a:avLst/>
          </a:prstGeom>
          <a:solidFill>
            <a:srgbClr val="EAF5FE"/>
          </a:solidFill>
          <a:ln w="9525">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4380" y="6542532"/>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SEI-J5 · Digest de unidade</a:t>
            </a:r>
          </a:p>
        </p:txBody>
      </p:sp>
      <p:sp>
        <p:nvSpPr>
          <p:cNvPr id="74" name="Rectangle 73"/>
          <p:cNvSpPr/>
          <p:nvPr/>
        </p:nvSpPr>
        <p:spPr>
          <a:xfrm>
            <a:off x="9884871" y="6563106"/>
            <a:ext cx="1786197" cy="205739"/>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1671069" y="6563106"/>
            <a:ext cx="1190798" cy="205739"/>
          </a:xfrm>
          <a:prstGeom prst="rect">
            <a:avLst/>
          </a:prstGeom>
          <a:solidFill>
            <a:srgbClr val="EAF5FE"/>
          </a:solidFill>
          <a:ln w="14287">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rot="2700000">
            <a:off x="13063554" y="6563106"/>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3457266" y="6597396"/>
            <a:ext cx="1190798" cy="137160"/>
          </a:xfrm>
          <a:prstGeom prst="rect">
            <a:avLst/>
          </a:prstGeom>
          <a:solidFill>
            <a:srgbClr val="EAF5FE"/>
          </a:solidFill>
          <a:ln w="9525">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54380" y="6878574"/>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SEI-J6 · 'Qual tipo uso?' + RAG</a:t>
            </a:r>
          </a:p>
        </p:txBody>
      </p:sp>
      <p:sp>
        <p:nvSpPr>
          <p:cNvPr id="79" name="Rectangle 78"/>
          <p:cNvSpPr/>
          <p:nvPr/>
        </p:nvSpPr>
        <p:spPr>
          <a:xfrm>
            <a:off x="9884871" y="6899148"/>
            <a:ext cx="2381596" cy="205739"/>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2266468" y="6899148"/>
            <a:ext cx="595399" cy="205739"/>
          </a:xfrm>
          <a:prstGeom prst="rect">
            <a:avLst/>
          </a:prstGeom>
          <a:solidFill>
            <a:srgbClr val="EAF5FE"/>
          </a:solidFill>
          <a:ln w="14287">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rot="2700000">
            <a:off x="13063554" y="6899148"/>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3457266" y="6933438"/>
            <a:ext cx="1190798" cy="137160"/>
          </a:xfrm>
          <a:prstGeom prst="rect">
            <a:avLst/>
          </a:prstGeom>
          <a:solidFill>
            <a:srgbClr val="EAF5FE"/>
          </a:solidFill>
          <a:ln w="9525">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54380" y="7214616"/>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SEI-J7 · Status assinatura + deep-link</a:t>
            </a:r>
          </a:p>
        </p:txBody>
      </p:sp>
      <p:sp>
        <p:nvSpPr>
          <p:cNvPr id="84" name="Rectangle 83"/>
          <p:cNvSpPr/>
          <p:nvPr/>
        </p:nvSpPr>
        <p:spPr>
          <a:xfrm>
            <a:off x="9884871" y="7235190"/>
            <a:ext cx="2381596" cy="205739"/>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2266468" y="7235190"/>
            <a:ext cx="595399" cy="205739"/>
          </a:xfrm>
          <a:prstGeom prst="rect">
            <a:avLst/>
          </a:prstGeom>
          <a:solidFill>
            <a:srgbClr val="EAF5FE"/>
          </a:solidFill>
          <a:ln w="14287">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rot="2700000">
            <a:off x="13063554" y="7235190"/>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3457266" y="7269480"/>
            <a:ext cx="1190798" cy="137160"/>
          </a:xfrm>
          <a:prstGeom prst="rect">
            <a:avLst/>
          </a:prstGeom>
          <a:solidFill>
            <a:srgbClr val="EAF5FE"/>
          </a:solidFill>
          <a:ln w="9525">
            <a:solidFill>
              <a:srgbClr val="022A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754380" y="7530084"/>
            <a:ext cx="16774667" cy="301752"/>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32688" y="7536942"/>
            <a:ext cx="16459200" cy="288036"/>
          </a:xfrm>
          <a:prstGeom prst="rect">
            <a:avLst/>
          </a:prstGeom>
          <a:noFill/>
        </p:spPr>
        <p:txBody>
          <a:bodyPr wrap="square" lIns="25400" rIns="25400" tIns="12700" bIns="12700">
            <a:spAutoFit/>
          </a:bodyPr>
          <a:lstStyle/>
          <a:p>
            <a:pPr algn="l"/>
            <a:r>
              <a:rPr sz="1275" b="1" i="0">
                <a:solidFill>
                  <a:srgbClr val="FFFFFF"/>
                </a:solidFill>
                <a:latin typeface="Salesforce Sans"/>
              </a:rPr>
              <a:t>Onda 3 · Escrita, voz e governança · após Fase 0 (go-live S19/S20)</a:t>
            </a:r>
          </a:p>
        </p:txBody>
      </p:sp>
      <p:sp>
        <p:nvSpPr>
          <p:cNvPr id="90" name="TextBox 89"/>
          <p:cNvSpPr txBox="1"/>
          <p:nvPr/>
        </p:nvSpPr>
        <p:spPr>
          <a:xfrm>
            <a:off x="754380" y="7886700"/>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J4 · Agendamento por Voz</a:t>
            </a:r>
          </a:p>
        </p:txBody>
      </p:sp>
      <p:sp>
        <p:nvSpPr>
          <p:cNvPr id="91" name="Rectangle 90"/>
          <p:cNvSpPr/>
          <p:nvPr/>
        </p:nvSpPr>
        <p:spPr>
          <a:xfrm>
            <a:off x="12266468" y="7907274"/>
            <a:ext cx="2381596" cy="205739"/>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4648064" y="7907274"/>
            <a:ext cx="595399" cy="205739"/>
          </a:xfrm>
          <a:prstGeom prst="rect">
            <a:avLst/>
          </a:prstGeom>
          <a:solidFill>
            <a:srgbClr val="EEE6FB"/>
          </a:solidFill>
          <a:ln w="14287">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rot="2700000">
            <a:off x="15445151" y="7907274"/>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5838862" y="7941564"/>
            <a:ext cx="1190798" cy="137160"/>
          </a:xfrm>
          <a:prstGeom prst="rect">
            <a:avLst/>
          </a:prstGeom>
          <a:solidFill>
            <a:srgbClr val="EEE6FB"/>
          </a:solidFill>
          <a:ln w="9525">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54380" y="8222742"/>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SEI-J8 · Ciência de documento</a:t>
            </a:r>
          </a:p>
        </p:txBody>
      </p:sp>
      <p:sp>
        <p:nvSpPr>
          <p:cNvPr id="96" name="Rectangle 95"/>
          <p:cNvSpPr/>
          <p:nvPr/>
        </p:nvSpPr>
        <p:spPr>
          <a:xfrm>
            <a:off x="12861867" y="8243316"/>
            <a:ext cx="1786197" cy="205739"/>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4648064" y="8243316"/>
            <a:ext cx="595399" cy="205739"/>
          </a:xfrm>
          <a:prstGeom prst="rect">
            <a:avLst/>
          </a:prstGeom>
          <a:solidFill>
            <a:srgbClr val="EEE6FB"/>
          </a:solidFill>
          <a:ln w="14287">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rot="2700000">
            <a:off x="15445151" y="8243316"/>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5838862" y="8277606"/>
            <a:ext cx="1190798" cy="137160"/>
          </a:xfrm>
          <a:prstGeom prst="rect">
            <a:avLst/>
          </a:prstGeom>
          <a:solidFill>
            <a:srgbClr val="EEE6FB"/>
          </a:solidFill>
          <a:ln w="9525">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54380" y="8558784"/>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SEI-J9 · Tramitar via aprovação</a:t>
            </a:r>
          </a:p>
        </p:txBody>
      </p:sp>
      <p:sp>
        <p:nvSpPr>
          <p:cNvPr id="101" name="Rectangle 100"/>
          <p:cNvSpPr/>
          <p:nvPr/>
        </p:nvSpPr>
        <p:spPr>
          <a:xfrm>
            <a:off x="13457266" y="8579358"/>
            <a:ext cx="1786197" cy="205739"/>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5243463" y="8579358"/>
            <a:ext cx="595399" cy="205739"/>
          </a:xfrm>
          <a:prstGeom prst="rect">
            <a:avLst/>
          </a:prstGeom>
          <a:solidFill>
            <a:srgbClr val="EEE6FB"/>
          </a:solidFill>
          <a:ln w="14287">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rot="2700000">
            <a:off x="16040550" y="8579358"/>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6434261" y="8613648"/>
            <a:ext cx="1190798" cy="137160"/>
          </a:xfrm>
          <a:prstGeom prst="rect">
            <a:avLst/>
          </a:prstGeom>
          <a:solidFill>
            <a:srgbClr val="EEE6FB"/>
          </a:solidFill>
          <a:ln w="9525">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54380" y="8894826"/>
            <a:ext cx="3703320" cy="301752"/>
          </a:xfrm>
          <a:prstGeom prst="rect">
            <a:avLst/>
          </a:prstGeom>
          <a:noFill/>
        </p:spPr>
        <p:txBody>
          <a:bodyPr wrap="square" lIns="25400" rIns="25400" tIns="12700" bIns="12700">
            <a:spAutoFit/>
          </a:bodyPr>
          <a:lstStyle/>
          <a:p>
            <a:pPr algn="l"/>
            <a:r>
              <a:rPr sz="1125" b="1" i="0">
                <a:solidFill>
                  <a:srgbClr val="001E5B"/>
                </a:solidFill>
                <a:latin typeface="Salesforce Sans"/>
              </a:rPr>
              <a:t>SEI-J10 · Abrir processo</a:t>
            </a:r>
          </a:p>
        </p:txBody>
      </p:sp>
      <p:sp>
        <p:nvSpPr>
          <p:cNvPr id="106" name="Rectangle 105"/>
          <p:cNvSpPr/>
          <p:nvPr/>
        </p:nvSpPr>
        <p:spPr>
          <a:xfrm>
            <a:off x="13457266" y="8915400"/>
            <a:ext cx="1786197" cy="205739"/>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5243463" y="8915400"/>
            <a:ext cx="595399" cy="205739"/>
          </a:xfrm>
          <a:prstGeom prst="rect">
            <a:avLst/>
          </a:prstGeom>
          <a:solidFill>
            <a:srgbClr val="EEE6FB"/>
          </a:solidFill>
          <a:ln w="14287">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rot="2700000">
            <a:off x="16040550" y="8915400"/>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6434261" y="8949690"/>
            <a:ext cx="1190798" cy="137160"/>
          </a:xfrm>
          <a:prstGeom prst="rect">
            <a:avLst/>
          </a:prstGeom>
          <a:solidFill>
            <a:srgbClr val="EEE6FB"/>
          </a:solidFill>
          <a:ln w="9525">
            <a:solidFill>
              <a:srgbClr val="9050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54380" y="9278874"/>
            <a:ext cx="548640" cy="178308"/>
          </a:xfrm>
          <a:prstGeom prst="rect">
            <a:avLst/>
          </a:prstGeom>
          <a:solidFill>
            <a:srgbClr val="0D9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371600" y="9251442"/>
            <a:ext cx="1645919" cy="274320"/>
          </a:xfrm>
          <a:prstGeom prst="rect">
            <a:avLst/>
          </a:prstGeom>
          <a:noFill/>
        </p:spPr>
        <p:txBody>
          <a:bodyPr wrap="square" lIns="25400" rIns="25400" tIns="12700" bIns="12700">
            <a:spAutoFit/>
          </a:bodyPr>
          <a:lstStyle/>
          <a:p>
            <a:pPr algn="l"/>
            <a:r>
              <a:rPr sz="1200" b="0" i="0">
                <a:solidFill>
                  <a:srgbClr val="16325C"/>
                </a:solidFill>
                <a:latin typeface="Salesforce Sans"/>
              </a:rPr>
              <a:t>Build</a:t>
            </a:r>
          </a:p>
        </p:txBody>
      </p:sp>
      <p:sp>
        <p:nvSpPr>
          <p:cNvPr id="112" name="Rectangle 111"/>
          <p:cNvSpPr/>
          <p:nvPr/>
        </p:nvSpPr>
        <p:spPr>
          <a:xfrm>
            <a:off x="3017520" y="9278874"/>
            <a:ext cx="548640" cy="178308"/>
          </a:xfrm>
          <a:prstGeom prst="rect">
            <a:avLst/>
          </a:prstGeom>
          <a:solidFill>
            <a:srgbClr val="EAF5FE"/>
          </a:solidFill>
          <a:ln w="19050">
            <a:solidFill>
              <a:srgbClr val="0D9D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634739" y="9251442"/>
            <a:ext cx="2468880" cy="274320"/>
          </a:xfrm>
          <a:prstGeom prst="rect">
            <a:avLst/>
          </a:prstGeom>
          <a:noFill/>
        </p:spPr>
        <p:txBody>
          <a:bodyPr wrap="square" lIns="25400" rIns="25400" tIns="12700" bIns="12700">
            <a:spAutoFit/>
          </a:bodyPr>
          <a:lstStyle/>
          <a:p>
            <a:pPr algn="l"/>
            <a:r>
              <a:rPr sz="1200" b="0" i="0">
                <a:solidFill>
                  <a:srgbClr val="16325C"/>
                </a:solidFill>
                <a:latin typeface="Salesforce Sans"/>
              </a:rPr>
              <a:t>Entrega p/ UAT</a:t>
            </a:r>
          </a:p>
        </p:txBody>
      </p:sp>
      <p:sp>
        <p:nvSpPr>
          <p:cNvPr id="114" name="Rectangle 113"/>
          <p:cNvSpPr/>
          <p:nvPr/>
        </p:nvSpPr>
        <p:spPr>
          <a:xfrm rot="2700000">
            <a:off x="6309359" y="9265158"/>
            <a:ext cx="192024" cy="192024"/>
          </a:xfrm>
          <a:prstGeom prst="rect">
            <a:avLst/>
          </a:prstGeom>
          <a:solidFill>
            <a:srgbClr val="A8640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652259" y="9251442"/>
            <a:ext cx="2743200" cy="274320"/>
          </a:xfrm>
          <a:prstGeom prst="rect">
            <a:avLst/>
          </a:prstGeom>
          <a:noFill/>
        </p:spPr>
        <p:txBody>
          <a:bodyPr wrap="square" lIns="25400" rIns="25400" tIns="12700" bIns="12700">
            <a:spAutoFit/>
          </a:bodyPr>
          <a:lstStyle/>
          <a:p>
            <a:pPr algn="l"/>
            <a:r>
              <a:rPr sz="1200" b="0" i="0">
                <a:solidFill>
                  <a:srgbClr val="16325C"/>
                </a:solidFill>
                <a:latin typeface="Salesforce Sans"/>
              </a:rPr>
              <a:t>Go-live Produção</a:t>
            </a:r>
          </a:p>
        </p:txBody>
      </p:sp>
      <p:sp>
        <p:nvSpPr>
          <p:cNvPr id="116" name="Rectangle 115"/>
          <p:cNvSpPr/>
          <p:nvPr/>
        </p:nvSpPr>
        <p:spPr>
          <a:xfrm>
            <a:off x="9601200" y="9306306"/>
            <a:ext cx="548640" cy="123444"/>
          </a:xfrm>
          <a:prstGeom prst="rect">
            <a:avLst/>
          </a:prstGeom>
          <a:solidFill>
            <a:srgbClr val="EAF5FE"/>
          </a:solidFill>
          <a:ln w="9525">
            <a:solidFill>
              <a:srgbClr val="0D9D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0218420" y="9251442"/>
            <a:ext cx="4114800" cy="274320"/>
          </a:xfrm>
          <a:prstGeom prst="rect">
            <a:avLst/>
          </a:prstGeom>
          <a:noFill/>
        </p:spPr>
        <p:txBody>
          <a:bodyPr wrap="square" lIns="25400" rIns="25400" tIns="12700" bIns="12700">
            <a:spAutoFit/>
          </a:bodyPr>
          <a:lstStyle/>
          <a:p>
            <a:pPr algn="l"/>
            <a:r>
              <a:rPr sz="1200" b="0" i="0">
                <a:solidFill>
                  <a:srgbClr val="16325C"/>
                </a:solidFill>
                <a:latin typeface="Salesforce Sans"/>
              </a:rPr>
              <a:t>Fine-tuning / Hypercare</a:t>
            </a:r>
          </a:p>
        </p:txBody>
      </p:sp>
      <p:sp>
        <p:nvSpPr>
          <p:cNvPr id="118" name="Rectangle 117"/>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120" name="TextBox 119"/>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ESTIMATIVA &amp; ROM</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Perfis &amp; horas — roster Ago–Dez</a:t>
            </a:r>
          </a:p>
        </p:txBody>
      </p:sp>
      <p:sp>
        <p:nvSpPr>
          <p:cNvPr id="5" name="Rectangle 4"/>
          <p:cNvSpPr/>
          <p:nvPr/>
        </p:nvSpPr>
        <p:spPr>
          <a:xfrm>
            <a:off x="781812" y="1810512"/>
            <a:ext cx="2194560" cy="75438"/>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54380" y="2194560"/>
          <a:ext cx="12344398" cy="6309359"/>
        </p:xfrm>
        <a:graphic>
          <a:graphicData uri="http://schemas.openxmlformats.org/drawingml/2006/table">
            <a:tbl>
              <a:tblPr firstRow="1" bandRow="1">
                <a:tableStyleId>{5C22544A-7EE6-4342-B048-85BDC9FD1C3A}</a:tableStyleId>
              </a:tblPr>
              <a:tblGrid>
                <a:gridCol w="6309359"/>
                <a:gridCol w="1645919"/>
                <a:gridCol w="2194560"/>
                <a:gridCol w="2194560"/>
              </a:tblGrid>
              <a:tr h="630935">
                <a:tc>
                  <a:txBody>
                    <a:bodyPr wrap="square"/>
                    <a:lstStyle/>
                    <a:p>
                      <a:pPr algn="l"/>
                      <a:r>
                        <a:rPr sz="1575" b="1" i="0">
                          <a:solidFill>
                            <a:srgbClr val="FFFFFF"/>
                          </a:solidFill>
                          <a:latin typeface="Salesforce Sans"/>
                        </a:rPr>
                        <a:t>Perfil</a:t>
                      </a:r>
                    </a:p>
                  </a:txBody>
                  <a:tcPr marL="76200" marR="76200" marT="38100" marB="38100" anchor="ctr">
                    <a:solidFill>
                      <a:srgbClr val="001E5B"/>
                    </a:solidFill>
                  </a:tcPr>
                </a:tc>
                <a:tc>
                  <a:txBody>
                    <a:bodyPr wrap="square"/>
                    <a:lstStyle/>
                    <a:p>
                      <a:pPr algn="l"/>
                      <a:r>
                        <a:rPr sz="1575" b="1" i="0">
                          <a:solidFill>
                            <a:srgbClr val="FFFFFF"/>
                          </a:solidFill>
                          <a:latin typeface="Salesforce Sans"/>
                        </a:rPr>
                        <a:t>Pilar</a:t>
                      </a:r>
                    </a:p>
                  </a:txBody>
                  <a:tcPr marL="76200" marR="76200" marT="38100" marB="38100" anchor="ctr">
                    <a:solidFill>
                      <a:srgbClr val="001E5B"/>
                    </a:solidFill>
                  </a:tcPr>
                </a:tc>
                <a:tc>
                  <a:txBody>
                    <a:bodyPr wrap="square"/>
                    <a:lstStyle/>
                    <a:p>
                      <a:pPr algn="l"/>
                      <a:r>
                        <a:rPr sz="1575" b="1" i="0">
                          <a:solidFill>
                            <a:srgbClr val="FFFFFF"/>
                          </a:solidFill>
                          <a:latin typeface="Salesforce Sans"/>
                        </a:rPr>
                        <a:t>Horas</a:t>
                      </a:r>
                    </a:p>
                  </a:txBody>
                  <a:tcPr marL="76200" marR="76200" marT="38100" marB="38100" anchor="ctr">
                    <a:solidFill>
                      <a:srgbClr val="001E5B"/>
                    </a:solidFill>
                  </a:tcPr>
                </a:tc>
                <a:tc>
                  <a:txBody>
                    <a:bodyPr wrap="square"/>
                    <a:lstStyle/>
                    <a:p>
                      <a:pPr algn="l"/>
                      <a:r>
                        <a:rPr sz="1575" b="1" i="0">
                          <a:solidFill>
                            <a:srgbClr val="FFFFFF"/>
                          </a:solidFill>
                          <a:latin typeface="Salesforce Sans"/>
                        </a:rPr>
                        <a:t>Custo c/imp</a:t>
                      </a:r>
                    </a:p>
                  </a:txBody>
                  <a:tcPr marL="76200" marR="76200" marT="38100" marB="38100" anchor="ctr">
                    <a:solidFill>
                      <a:srgbClr val="001E5B"/>
                    </a:solidFill>
                  </a:tcPr>
                </a:tc>
              </a:tr>
              <a:tr h="630935">
                <a:tc>
                  <a:txBody>
                    <a:bodyPr wrap="square"/>
                    <a:lstStyle/>
                    <a:p>
                      <a:pPr algn="l"/>
                      <a:r>
                        <a:rPr sz="1425" b="0" i="0">
                          <a:solidFill>
                            <a:srgbClr val="16325C"/>
                          </a:solidFill>
                          <a:latin typeface="Salesforce Sans"/>
                        </a:rPr>
                        <a:t>MuleSoft Technical Architect (Sr)</a:t>
                      </a:r>
                    </a:p>
                  </a:txBody>
                  <a:tcPr marL="76200" marR="76200" marT="38100" marB="38100" anchor="ctr">
                    <a:solidFill>
                      <a:srgbClr val="FFFFFF"/>
                    </a:solidFill>
                  </a:tcPr>
                </a:tc>
                <a:tc>
                  <a:txBody>
                    <a:bodyPr wrap="square"/>
                    <a:lstStyle/>
                    <a:p>
                      <a:pPr algn="ctr"/>
                      <a:r>
                        <a:rPr sz="1425" b="0" i="0">
                          <a:solidFill>
                            <a:srgbClr val="16325C"/>
                          </a:solidFill>
                          <a:latin typeface="Salesforce Sans"/>
                        </a:rPr>
                        <a:t>1</a:t>
                      </a:r>
                    </a:p>
                  </a:txBody>
                  <a:tcPr marL="76200" marR="76200" marT="38100" marB="38100" anchor="ctr">
                    <a:solidFill>
                      <a:srgbClr val="FFFFFF"/>
                    </a:solidFill>
                  </a:tcPr>
                </a:tc>
                <a:tc>
                  <a:txBody>
                    <a:bodyPr wrap="square"/>
                    <a:lstStyle/>
                    <a:p>
                      <a:pPr algn="r"/>
                      <a:r>
                        <a:rPr sz="1425" b="0" i="0">
                          <a:solidFill>
                            <a:srgbClr val="16325C"/>
                          </a:solidFill>
                          <a:latin typeface="Salesforce Sans"/>
                        </a:rPr>
                        <a:t>800</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R$ 614.144</a:t>
                      </a:r>
                    </a:p>
                  </a:txBody>
                  <a:tcPr marL="76200" marR="76200" marT="38100" marB="38100" anchor="ctr">
                    <a:solidFill>
                      <a:srgbClr val="FFFFFF"/>
                    </a:solidFill>
                  </a:tcPr>
                </a:tc>
              </a:tr>
              <a:tr h="630935">
                <a:tc>
                  <a:txBody>
                    <a:bodyPr wrap="square"/>
                    <a:lstStyle/>
                    <a:p>
                      <a:pPr algn="l"/>
                      <a:r>
                        <a:rPr sz="1425" b="0" i="0">
                          <a:solidFill>
                            <a:srgbClr val="16325C"/>
                          </a:solidFill>
                          <a:latin typeface="Salesforce Sans"/>
                        </a:rPr>
                        <a:t>MuleSoft Technical Consultant ×2</a:t>
                      </a:r>
                    </a:p>
                  </a:txBody>
                  <a:tcPr marL="76200" marR="76200" marT="38100" marB="38100" anchor="ctr">
                    <a:solidFill>
                      <a:srgbClr val="F3F6FB"/>
                    </a:solidFill>
                  </a:tcPr>
                </a:tc>
                <a:tc>
                  <a:txBody>
                    <a:bodyPr wrap="square"/>
                    <a:lstStyle/>
                    <a:p>
                      <a:pPr algn="ctr"/>
                      <a:r>
                        <a:rPr sz="1425" b="0" i="0">
                          <a:solidFill>
                            <a:srgbClr val="16325C"/>
                          </a:solidFill>
                          <a:latin typeface="Salesforce Sans"/>
                        </a:rPr>
                        <a:t>1</a:t>
                      </a:r>
                    </a:p>
                  </a:txBody>
                  <a:tcPr marL="76200" marR="76200" marT="38100" marB="38100" anchor="ctr">
                    <a:solidFill>
                      <a:srgbClr val="F3F6FB"/>
                    </a:solidFill>
                  </a:tcPr>
                </a:tc>
                <a:tc>
                  <a:txBody>
                    <a:bodyPr wrap="square"/>
                    <a:lstStyle/>
                    <a:p>
                      <a:pPr algn="r"/>
                      <a:r>
                        <a:rPr sz="1425" b="0" i="0">
                          <a:solidFill>
                            <a:srgbClr val="16325C"/>
                          </a:solidFill>
                          <a:latin typeface="Salesforce Sans"/>
                        </a:rPr>
                        <a:t>1.560</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R$ 974.953</a:t>
                      </a:r>
                    </a:p>
                  </a:txBody>
                  <a:tcPr marL="76200" marR="76200" marT="38100" marB="38100" anchor="ctr">
                    <a:solidFill>
                      <a:srgbClr val="F3F6FB"/>
                    </a:solidFill>
                  </a:tcPr>
                </a:tc>
              </a:tr>
              <a:tr h="630935">
                <a:tc>
                  <a:txBody>
                    <a:bodyPr wrap="square"/>
                    <a:lstStyle/>
                    <a:p>
                      <a:pPr algn="l"/>
                      <a:r>
                        <a:rPr sz="1425" b="0" i="0">
                          <a:solidFill>
                            <a:srgbClr val="16325C"/>
                          </a:solidFill>
                          <a:latin typeface="Salesforce Sans"/>
                        </a:rPr>
                        <a:t>Agentforce Specialist / TC ×2</a:t>
                      </a:r>
                    </a:p>
                  </a:txBody>
                  <a:tcPr marL="76200" marR="76200" marT="38100" marB="38100" anchor="ctr">
                    <a:solidFill>
                      <a:srgbClr val="FFFFFF"/>
                    </a:solidFill>
                  </a:tcPr>
                </a:tc>
                <a:tc>
                  <a:txBody>
                    <a:bodyPr wrap="square"/>
                    <a:lstStyle/>
                    <a:p>
                      <a:pPr algn="ctr"/>
                      <a:r>
                        <a:rPr sz="1425" b="0" i="0">
                          <a:solidFill>
                            <a:srgbClr val="16325C"/>
                          </a:solidFill>
                          <a:latin typeface="Salesforce Sans"/>
                        </a:rPr>
                        <a:t>2</a:t>
                      </a:r>
                    </a:p>
                  </a:txBody>
                  <a:tcPr marL="76200" marR="76200" marT="38100" marB="38100" anchor="ctr">
                    <a:solidFill>
                      <a:srgbClr val="FFFFFF"/>
                    </a:solidFill>
                  </a:tcPr>
                </a:tc>
                <a:tc>
                  <a:txBody>
                    <a:bodyPr wrap="square"/>
                    <a:lstStyle/>
                    <a:p>
                      <a:pPr algn="r"/>
                      <a:r>
                        <a:rPr sz="1425" b="0" i="0">
                          <a:solidFill>
                            <a:srgbClr val="16325C"/>
                          </a:solidFill>
                          <a:latin typeface="Salesforce Sans"/>
                        </a:rPr>
                        <a:t>1.560</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R$ 974.953</a:t>
                      </a:r>
                    </a:p>
                  </a:txBody>
                  <a:tcPr marL="76200" marR="76200" marT="38100" marB="38100" anchor="ctr">
                    <a:solidFill>
                      <a:srgbClr val="FFFFFF"/>
                    </a:solidFill>
                  </a:tcPr>
                </a:tc>
              </a:tr>
              <a:tr h="630935">
                <a:tc>
                  <a:txBody>
                    <a:bodyPr wrap="square"/>
                    <a:lstStyle/>
                    <a:p>
                      <a:pPr algn="l"/>
                      <a:r>
                        <a:rPr sz="1425" b="0" i="0">
                          <a:solidFill>
                            <a:srgbClr val="16325C"/>
                          </a:solidFill>
                          <a:latin typeface="Salesforce Sans"/>
                        </a:rPr>
                        <a:t>Solution Architect (Slack)</a:t>
                      </a:r>
                    </a:p>
                  </a:txBody>
                  <a:tcPr marL="76200" marR="76200" marT="38100" marB="38100" anchor="ctr">
                    <a:solidFill>
                      <a:srgbClr val="F3F6FB"/>
                    </a:solidFill>
                  </a:tcPr>
                </a:tc>
                <a:tc>
                  <a:txBody>
                    <a:bodyPr wrap="square"/>
                    <a:lstStyle/>
                    <a:p>
                      <a:pPr algn="ctr"/>
                      <a:r>
                        <a:rPr sz="1425" b="0" i="0">
                          <a:solidFill>
                            <a:srgbClr val="16325C"/>
                          </a:solidFill>
                          <a:latin typeface="Salesforce Sans"/>
                        </a:rPr>
                        <a:t>3</a:t>
                      </a:r>
                    </a:p>
                  </a:txBody>
                  <a:tcPr marL="76200" marR="76200" marT="38100" marB="38100" anchor="ctr">
                    <a:solidFill>
                      <a:srgbClr val="F3F6FB"/>
                    </a:solidFill>
                  </a:tcPr>
                </a:tc>
                <a:tc>
                  <a:txBody>
                    <a:bodyPr wrap="square"/>
                    <a:lstStyle/>
                    <a:p>
                      <a:pPr algn="r"/>
                      <a:r>
                        <a:rPr sz="1425" b="0" i="0">
                          <a:solidFill>
                            <a:srgbClr val="16325C"/>
                          </a:solidFill>
                          <a:latin typeface="Salesforce Sans"/>
                        </a:rPr>
                        <a:t>560</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R$ 413.358</a:t>
                      </a:r>
                    </a:p>
                  </a:txBody>
                  <a:tcPr marL="76200" marR="76200" marT="38100" marB="38100" anchor="ctr">
                    <a:solidFill>
                      <a:srgbClr val="F3F6FB"/>
                    </a:solidFill>
                  </a:tcPr>
                </a:tc>
              </a:tr>
              <a:tr h="630935">
                <a:tc>
                  <a:txBody>
                    <a:bodyPr wrap="square"/>
                    <a:lstStyle/>
                    <a:p>
                      <a:pPr algn="l"/>
                      <a:r>
                        <a:rPr sz="1425" b="0" i="0">
                          <a:solidFill>
                            <a:srgbClr val="16325C"/>
                          </a:solidFill>
                          <a:latin typeface="Salesforce Sans"/>
                        </a:rPr>
                        <a:t>UX Conversacional / Experience</a:t>
                      </a:r>
                    </a:p>
                  </a:txBody>
                  <a:tcPr marL="76200" marR="76200" marT="38100" marB="38100" anchor="ctr">
                    <a:solidFill>
                      <a:srgbClr val="FFFFFF"/>
                    </a:solidFill>
                  </a:tcPr>
                </a:tc>
                <a:tc>
                  <a:txBody>
                    <a:bodyPr wrap="square"/>
                    <a:lstStyle/>
                    <a:p>
                      <a:pPr algn="ctr"/>
                      <a:r>
                        <a:rPr sz="1425" b="0" i="0">
                          <a:solidFill>
                            <a:srgbClr val="16325C"/>
                          </a:solidFill>
                          <a:latin typeface="Salesforce Sans"/>
                        </a:rPr>
                        <a:t>3</a:t>
                      </a:r>
                    </a:p>
                  </a:txBody>
                  <a:tcPr marL="76200" marR="76200" marT="38100" marB="38100" anchor="ctr">
                    <a:solidFill>
                      <a:srgbClr val="FFFFFF"/>
                    </a:solidFill>
                  </a:tcPr>
                </a:tc>
                <a:tc>
                  <a:txBody>
                    <a:bodyPr wrap="square"/>
                    <a:lstStyle/>
                    <a:p>
                      <a:pPr algn="r"/>
                      <a:r>
                        <a:rPr sz="1425" b="0" i="0">
                          <a:solidFill>
                            <a:srgbClr val="16325C"/>
                          </a:solidFill>
                          <a:latin typeface="Salesforce Sans"/>
                        </a:rPr>
                        <a:t>520</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R$ 383.833</a:t>
                      </a:r>
                    </a:p>
                  </a:txBody>
                  <a:tcPr marL="76200" marR="76200" marT="38100" marB="38100" anchor="ctr">
                    <a:solidFill>
                      <a:srgbClr val="FFFFFF"/>
                    </a:solidFill>
                  </a:tcPr>
                </a:tc>
              </a:tr>
              <a:tr h="630935">
                <a:tc>
                  <a:txBody>
                    <a:bodyPr wrap="square"/>
                    <a:lstStyle/>
                    <a:p>
                      <a:pPr algn="l"/>
                      <a:r>
                        <a:rPr sz="1425" b="0" i="0">
                          <a:solidFill>
                            <a:srgbClr val="16325C"/>
                          </a:solidFill>
                          <a:latin typeface="Salesforce Sans"/>
                        </a:rPr>
                        <a:t>QA Consultant ×2</a:t>
                      </a:r>
                    </a:p>
                  </a:txBody>
                  <a:tcPr marL="76200" marR="76200" marT="38100" marB="38100" anchor="ctr">
                    <a:solidFill>
                      <a:srgbClr val="F3F6FB"/>
                    </a:solidFill>
                  </a:tcPr>
                </a:tc>
                <a:tc>
                  <a:txBody>
                    <a:bodyPr wrap="square"/>
                    <a:lstStyle/>
                    <a:p>
                      <a:pPr algn="ctr"/>
                      <a:r>
                        <a:rPr sz="1425" b="0" i="0">
                          <a:solidFill>
                            <a:srgbClr val="16325C"/>
                          </a:solidFill>
                          <a:latin typeface="Salesforce Sans"/>
                        </a:rPr>
                        <a:t>—</a:t>
                      </a:r>
                    </a:p>
                  </a:txBody>
                  <a:tcPr marL="76200" marR="76200" marT="38100" marB="38100" anchor="ctr">
                    <a:solidFill>
                      <a:srgbClr val="F3F6FB"/>
                    </a:solidFill>
                  </a:tcPr>
                </a:tc>
                <a:tc>
                  <a:txBody>
                    <a:bodyPr wrap="square"/>
                    <a:lstStyle/>
                    <a:p>
                      <a:pPr algn="r"/>
                      <a:r>
                        <a:rPr sz="1425" b="0" i="0">
                          <a:solidFill>
                            <a:srgbClr val="16325C"/>
                          </a:solidFill>
                          <a:latin typeface="Salesforce Sans"/>
                        </a:rPr>
                        <a:t>1.293</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R$ 693.552</a:t>
                      </a:r>
                    </a:p>
                  </a:txBody>
                  <a:tcPr marL="76200" marR="76200" marT="38100" marB="38100" anchor="ctr">
                    <a:solidFill>
                      <a:srgbClr val="F3F6FB"/>
                    </a:solidFill>
                  </a:tcPr>
                </a:tc>
              </a:tr>
              <a:tr h="630935">
                <a:tc>
                  <a:txBody>
                    <a:bodyPr wrap="square"/>
                    <a:lstStyle/>
                    <a:p>
                      <a:pPr algn="l"/>
                      <a:r>
                        <a:rPr sz="1425" b="0" i="0">
                          <a:solidFill>
                            <a:srgbClr val="16325C"/>
                          </a:solidFill>
                          <a:latin typeface="Salesforce Sans"/>
                        </a:rPr>
                        <a:t>Program Manager</a:t>
                      </a:r>
                    </a:p>
                  </a:txBody>
                  <a:tcPr marL="76200" marR="76200" marT="38100" marB="38100" anchor="ctr">
                    <a:solidFill>
                      <a:srgbClr val="FFFFFF"/>
                    </a:solidFill>
                  </a:tcPr>
                </a:tc>
                <a:tc>
                  <a:txBody>
                    <a:bodyPr wrap="square"/>
                    <a:lstStyle/>
                    <a:p>
                      <a:pPr algn="ctr"/>
                      <a:r>
                        <a:rPr sz="1425" b="0" i="0">
                          <a:solidFill>
                            <a:srgbClr val="16325C"/>
                          </a:solidFill>
                          <a:latin typeface="Salesforce Sans"/>
                        </a:rPr>
                        <a:t>—</a:t>
                      </a:r>
                    </a:p>
                  </a:txBody>
                  <a:tcPr marL="76200" marR="76200" marT="38100" marB="38100" anchor="ctr">
                    <a:solidFill>
                      <a:srgbClr val="FFFFFF"/>
                    </a:solidFill>
                  </a:tcPr>
                </a:tc>
                <a:tc>
                  <a:txBody>
                    <a:bodyPr wrap="square"/>
                    <a:lstStyle/>
                    <a:p>
                      <a:pPr algn="r"/>
                      <a:r>
                        <a:rPr sz="1425" b="0" i="0">
                          <a:solidFill>
                            <a:srgbClr val="16325C"/>
                          </a:solidFill>
                          <a:latin typeface="Salesforce Sans"/>
                        </a:rPr>
                        <a:t>528→997*</a:t>
                      </a:r>
                    </a:p>
                  </a:txBody>
                  <a:tcPr marL="76200" marR="76200" marT="38100" marB="38100" anchor="ctr">
                    <a:solidFill>
                      <a:srgbClr val="FFFFFF"/>
                    </a:solidFill>
                  </a:tcPr>
                </a:tc>
                <a:tc>
                  <a:txBody>
                    <a:bodyPr wrap="square"/>
                    <a:lstStyle/>
                    <a:p>
                      <a:pPr algn="r"/>
                      <a:r>
                        <a:rPr sz="1425" b="1" i="0">
                          <a:solidFill>
                            <a:srgbClr val="001E5B"/>
                          </a:solidFill>
                          <a:latin typeface="Salesforce Sans"/>
                        </a:rPr>
                        <a:t>R$ 735.926</a:t>
                      </a:r>
                    </a:p>
                  </a:txBody>
                  <a:tcPr marL="76200" marR="76200" marT="38100" marB="38100" anchor="ctr">
                    <a:solidFill>
                      <a:srgbClr val="FFFFFF"/>
                    </a:solidFill>
                  </a:tcPr>
                </a:tc>
              </a:tr>
              <a:tr h="630935">
                <a:tc>
                  <a:txBody>
                    <a:bodyPr wrap="square"/>
                    <a:lstStyle/>
                    <a:p>
                      <a:pPr algn="l"/>
                      <a:r>
                        <a:rPr sz="1425" b="0" i="0">
                          <a:solidFill>
                            <a:srgbClr val="16325C"/>
                          </a:solidFill>
                          <a:latin typeface="Salesforce Sans"/>
                        </a:rPr>
                        <a:t>Change &amp; Adoption Manager</a:t>
                      </a:r>
                    </a:p>
                  </a:txBody>
                  <a:tcPr marL="76200" marR="76200" marT="38100" marB="38100" anchor="ctr">
                    <a:solidFill>
                      <a:srgbClr val="F3F6FB"/>
                    </a:solidFill>
                  </a:tcPr>
                </a:tc>
                <a:tc>
                  <a:txBody>
                    <a:bodyPr wrap="square"/>
                    <a:lstStyle/>
                    <a:p>
                      <a:pPr algn="ctr"/>
                      <a:r>
                        <a:rPr sz="1425" b="0" i="0">
                          <a:solidFill>
                            <a:srgbClr val="16325C"/>
                          </a:solidFill>
                          <a:latin typeface="Salesforce Sans"/>
                        </a:rPr>
                        <a:t>—</a:t>
                      </a:r>
                    </a:p>
                  </a:txBody>
                  <a:tcPr marL="76200" marR="76200" marT="38100" marB="38100" anchor="ctr">
                    <a:solidFill>
                      <a:srgbClr val="F3F6FB"/>
                    </a:solidFill>
                  </a:tcPr>
                </a:tc>
                <a:tc>
                  <a:txBody>
                    <a:bodyPr wrap="square"/>
                    <a:lstStyle/>
                    <a:p>
                      <a:pPr algn="r"/>
                      <a:r>
                        <a:rPr sz="1425" b="0" i="0">
                          <a:solidFill>
                            <a:srgbClr val="16325C"/>
                          </a:solidFill>
                          <a:latin typeface="Salesforce Sans"/>
                        </a:rPr>
                        <a:t>400</a:t>
                      </a:r>
                    </a:p>
                  </a:txBody>
                  <a:tcPr marL="76200" marR="76200" marT="38100" marB="38100" anchor="ctr">
                    <a:solidFill>
                      <a:srgbClr val="F3F6FB"/>
                    </a:solidFill>
                  </a:tcPr>
                </a:tc>
                <a:tc>
                  <a:txBody>
                    <a:bodyPr wrap="square"/>
                    <a:lstStyle/>
                    <a:p>
                      <a:pPr algn="r"/>
                      <a:r>
                        <a:rPr sz="1425" b="1" i="0">
                          <a:solidFill>
                            <a:srgbClr val="001E5B"/>
                          </a:solidFill>
                          <a:latin typeface="Salesforce Sans"/>
                        </a:rPr>
                        <a:t>R$ 295.256</a:t>
                      </a:r>
                    </a:p>
                  </a:txBody>
                  <a:tcPr marL="76200" marR="76200" marT="38100" marB="38100" anchor="ctr">
                    <a:solidFill>
                      <a:srgbClr val="F3F6FB"/>
                    </a:solidFill>
                  </a:tcPr>
                </a:tc>
              </a:tr>
              <a:tr h="630944">
                <a:tc>
                  <a:txBody>
                    <a:bodyPr wrap="square"/>
                    <a:lstStyle/>
                    <a:p>
                      <a:pPr algn="l"/>
                      <a:r>
                        <a:rPr sz="1500" b="1" i="0">
                          <a:solidFill>
                            <a:srgbClr val="FFFFFF"/>
                          </a:solidFill>
                          <a:latin typeface="Salesforce Sans"/>
                        </a:rPr>
                        <a:t>TOTAL</a:t>
                      </a:r>
                    </a:p>
                  </a:txBody>
                  <a:tcPr marL="76200" marR="76200" marT="38100" marB="38100" anchor="ctr">
                    <a:solidFill>
                      <a:srgbClr val="022AC0"/>
                    </a:solidFill>
                  </a:tcPr>
                </a:tc>
                <a:tc>
                  <a:txBody>
                    <a:bodyPr wrap="square"/>
                    <a:lstStyle/>
                    <a:p>
                      <a:pPr algn="l"/>
                      <a:r>
                        <a:rPr sz="1500" b="0" i="0">
                          <a:solidFill>
                            <a:srgbClr val="16325C"/>
                          </a:solidFill>
                          <a:latin typeface="Salesforce Sans"/>
                        </a:rPr>
                        <a:t/>
                      </a:r>
                    </a:p>
                  </a:txBody>
                  <a:tcPr marL="76200" marR="76200" marT="38100" marB="38100" anchor="ctr">
                    <a:solidFill>
                      <a:srgbClr val="022AC0"/>
                    </a:solidFill>
                  </a:tcPr>
                </a:tc>
                <a:tc>
                  <a:txBody>
                    <a:bodyPr wrap="square"/>
                    <a:lstStyle/>
                    <a:p>
                      <a:pPr algn="r"/>
                      <a:r>
                        <a:rPr sz="1500" b="1" i="0">
                          <a:solidFill>
                            <a:srgbClr val="FFFFFF"/>
                          </a:solidFill>
                          <a:latin typeface="Salesforce Sans"/>
                        </a:rPr>
                        <a:t>~7.650h</a:t>
                      </a:r>
                    </a:p>
                  </a:txBody>
                  <a:tcPr marL="76200" marR="76200" marT="38100" marB="38100" anchor="ctr">
                    <a:solidFill>
                      <a:srgbClr val="022AC0"/>
                    </a:solidFill>
                  </a:tcPr>
                </a:tc>
                <a:tc>
                  <a:txBody>
                    <a:bodyPr wrap="square"/>
                    <a:lstStyle/>
                    <a:p>
                      <a:pPr algn="r"/>
                      <a:r>
                        <a:rPr sz="1500" b="1" i="0">
                          <a:solidFill>
                            <a:srgbClr val="00B3FF"/>
                          </a:solidFill>
                          <a:latin typeface="Salesforce Sans"/>
                        </a:rPr>
                        <a:t>~R$ 5,0 M</a:t>
                      </a:r>
                    </a:p>
                  </a:txBody>
                  <a:tcPr marL="76200" marR="76200" marT="38100" marB="38100" anchor="ctr">
                    <a:solidFill>
                      <a:srgbClr val="022AC0"/>
                    </a:solidFill>
                  </a:tcPr>
                </a:tc>
              </a:tr>
            </a:tbl>
          </a:graphicData>
        </a:graphic>
      </p:graphicFrame>
      <p:sp>
        <p:nvSpPr>
          <p:cNvPr id="7" name="Rectangle 6"/>
          <p:cNvSpPr/>
          <p:nvPr/>
        </p:nvSpPr>
        <p:spPr>
          <a:xfrm>
            <a:off x="13373100" y="2194560"/>
            <a:ext cx="4155948" cy="6309359"/>
          </a:xfrm>
          <a:prstGeom prst="rect">
            <a:avLst/>
          </a:prstGeom>
          <a:solidFill>
            <a:srgbClr val="EAF5FE"/>
          </a:solidFill>
          <a:ln w="19050">
            <a:solidFill>
              <a:srgbClr val="00B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647419" y="2400300"/>
            <a:ext cx="3703320" cy="548640"/>
          </a:xfrm>
          <a:prstGeom prst="rect">
            <a:avLst/>
          </a:prstGeom>
          <a:noFill/>
        </p:spPr>
        <p:txBody>
          <a:bodyPr wrap="square" lIns="25400" rIns="25400" tIns="12700" bIns="12700">
            <a:spAutoFit/>
          </a:bodyPr>
          <a:lstStyle/>
          <a:p>
            <a:pPr algn="l"/>
            <a:r>
              <a:rPr sz="1800" b="1" i="0">
                <a:solidFill>
                  <a:srgbClr val="001E5B"/>
                </a:solidFill>
                <a:latin typeface="Salesforce Sans"/>
              </a:rPr>
              <a:t>Regras Dataprev ✓</a:t>
            </a:r>
          </a:p>
        </p:txBody>
      </p:sp>
      <p:sp>
        <p:nvSpPr>
          <p:cNvPr id="9" name="TextBox 8"/>
          <p:cNvSpPr txBox="1"/>
          <p:nvPr/>
        </p:nvSpPr>
        <p:spPr>
          <a:xfrm>
            <a:off x="13647419" y="3086100"/>
            <a:ext cx="3703320" cy="4800600"/>
          </a:xfrm>
          <a:prstGeom prst="rect">
            <a:avLst/>
          </a:prstGeom>
          <a:noFill/>
        </p:spPr>
        <p:txBody>
          <a:bodyPr wrap="square">
            <a:spAutoFit/>
          </a:bodyPr>
          <a:lstStyle/>
          <a:p>
            <a:pPr>
              <a:spcAft>
                <a:spcPts val="1500"/>
              </a:spcAft>
            </a:pPr>
            <a:r>
              <a:rPr sz="1650" b="0" i="0">
                <a:solidFill>
                  <a:srgbClr val="16325C"/>
                </a:solidFill>
                <a:latin typeface="Salesforce Sans"/>
              </a:rPr>
              <a:t>•  Nenhum recurso &lt; 20h/sem</a:t>
            </a:r>
          </a:p>
          <a:p>
            <a:pPr>
              <a:spcAft>
                <a:spcPts val="1500"/>
              </a:spcAft>
            </a:pPr>
            <a:r>
              <a:rPr sz="1650" b="0" i="0">
                <a:solidFill>
                  <a:srgbClr val="16325C"/>
                </a:solidFill>
                <a:latin typeface="Salesforce Sans"/>
              </a:rPr>
              <a:t>•  Ratio QA 1:2 TC/Dev</a:t>
            </a:r>
          </a:p>
          <a:p>
            <a:pPr>
              <a:spcAft>
                <a:spcPts val="1500"/>
              </a:spcAft>
            </a:pPr>
            <a:r>
              <a:rPr sz="1650" b="0" i="0">
                <a:solidFill>
                  <a:srgbClr val="16325C"/>
                </a:solidFill>
                <a:latin typeface="Salesforce Sans"/>
              </a:rPr>
              <a:t>•  PM ≥ 15% do time (*997h)</a:t>
            </a:r>
          </a:p>
          <a:p>
            <a:pPr>
              <a:spcAft>
                <a:spcPts val="1500"/>
              </a:spcAft>
            </a:pPr>
            <a:r>
              <a:rPr sz="1650" b="0" i="0">
                <a:solidFill>
                  <a:srgbClr val="16325C"/>
                </a:solidFill>
                <a:latin typeface="Salesforce Sans"/>
              </a:rPr>
              <a:t>•  Ganho de IA ≥ 25%</a:t>
            </a:r>
          </a:p>
        </p:txBody>
      </p:sp>
      <p:sp>
        <p:nvSpPr>
          <p:cNvPr id="10" name="Rectangle 9"/>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12" name="TextBox 11"/>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ESTIMATIVA &amp; ROM</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Tradicional × IA-Native</a:t>
            </a:r>
          </a:p>
        </p:txBody>
      </p:sp>
      <p:sp>
        <p:nvSpPr>
          <p:cNvPr id="5" name="Rectangle 4"/>
          <p:cNvSpPr/>
          <p:nvPr/>
        </p:nvSpPr>
        <p:spPr>
          <a:xfrm>
            <a:off x="781812" y="1810512"/>
            <a:ext cx="2194560" cy="75438"/>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606039"/>
            <a:ext cx="8092440" cy="356616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 y="2606039"/>
            <a:ext cx="8092440" cy="685800"/>
          </a:xfrm>
          <a:prstGeom prst="rect">
            <a:avLst/>
          </a:prstGeom>
          <a:solidFill>
            <a:srgbClr val="546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8700" y="2715768"/>
            <a:ext cx="7543800" cy="480059"/>
          </a:xfrm>
          <a:prstGeom prst="rect">
            <a:avLst/>
          </a:prstGeom>
          <a:noFill/>
        </p:spPr>
        <p:txBody>
          <a:bodyPr wrap="square" lIns="25400" rIns="25400" tIns="12700" bIns="12700">
            <a:spAutoFit/>
          </a:bodyPr>
          <a:lstStyle/>
          <a:p>
            <a:pPr algn="l"/>
            <a:r>
              <a:rPr sz="1950" b="1" i="0">
                <a:solidFill>
                  <a:srgbClr val="FFFFFF"/>
                </a:solidFill>
                <a:latin typeface="Salesforce Sans"/>
              </a:rPr>
              <a:t>Sem ferramentas de IA</a:t>
            </a:r>
          </a:p>
        </p:txBody>
      </p:sp>
      <p:sp>
        <p:nvSpPr>
          <p:cNvPr id="9" name="TextBox 8"/>
          <p:cNvSpPr txBox="1"/>
          <p:nvPr/>
        </p:nvSpPr>
        <p:spPr>
          <a:xfrm>
            <a:off x="1028700" y="3566160"/>
            <a:ext cx="7543800" cy="1234440"/>
          </a:xfrm>
          <a:prstGeom prst="rect">
            <a:avLst/>
          </a:prstGeom>
          <a:noFill/>
        </p:spPr>
        <p:txBody>
          <a:bodyPr wrap="square" lIns="25400" rIns="25400" tIns="12700" bIns="12700">
            <a:spAutoFit/>
          </a:bodyPr>
          <a:lstStyle/>
          <a:p>
            <a:pPr algn="ctr"/>
            <a:r>
              <a:rPr sz="6600" b="1" i="0">
                <a:solidFill>
                  <a:srgbClr val="54698D"/>
                </a:solidFill>
                <a:latin typeface="Salesforce Sans"/>
              </a:rPr>
              <a:t>~30 sem</a:t>
            </a:r>
          </a:p>
        </p:txBody>
      </p:sp>
      <p:sp>
        <p:nvSpPr>
          <p:cNvPr id="10" name="TextBox 9"/>
          <p:cNvSpPr txBox="1"/>
          <p:nvPr/>
        </p:nvSpPr>
        <p:spPr>
          <a:xfrm>
            <a:off x="1028700" y="5212079"/>
            <a:ext cx="7543800" cy="548640"/>
          </a:xfrm>
          <a:prstGeom prst="rect">
            <a:avLst/>
          </a:prstGeom>
          <a:noFill/>
        </p:spPr>
        <p:txBody>
          <a:bodyPr wrap="square" lIns="25400" rIns="25400" tIns="12700" bIns="12700">
            <a:spAutoFit/>
          </a:bodyPr>
          <a:lstStyle/>
          <a:p>
            <a:pPr algn="ctr"/>
            <a:r>
              <a:rPr sz="1650" b="0" i="0">
                <a:solidFill>
                  <a:srgbClr val="54698D"/>
                </a:solidFill>
                <a:latin typeface="Salesforce Sans"/>
              </a:rPr>
              <a:t>baseline · 15 jornadas + 3 pilares</a:t>
            </a:r>
          </a:p>
        </p:txBody>
      </p:sp>
      <p:sp>
        <p:nvSpPr>
          <p:cNvPr id="11" name="Rectangle 10"/>
          <p:cNvSpPr/>
          <p:nvPr/>
        </p:nvSpPr>
        <p:spPr>
          <a:xfrm>
            <a:off x="9395459" y="2606039"/>
            <a:ext cx="8092440" cy="3566160"/>
          </a:xfrm>
          <a:prstGeom prst="rect">
            <a:avLst/>
          </a:prstGeom>
          <a:solidFill>
            <a:srgbClr val="FFFFFF"/>
          </a:solidFill>
          <a:ln w="38100">
            <a:solidFill>
              <a:srgbClr val="2E84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395459" y="2606039"/>
            <a:ext cx="8092440" cy="68580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69780" y="2715768"/>
            <a:ext cx="7543800" cy="480059"/>
          </a:xfrm>
          <a:prstGeom prst="rect">
            <a:avLst/>
          </a:prstGeom>
          <a:noFill/>
        </p:spPr>
        <p:txBody>
          <a:bodyPr wrap="square" lIns="25400" rIns="25400" tIns="12700" bIns="12700">
            <a:spAutoFit/>
          </a:bodyPr>
          <a:lstStyle/>
          <a:p>
            <a:pPr algn="l"/>
            <a:r>
              <a:rPr sz="1950" b="1" i="0">
                <a:solidFill>
                  <a:srgbClr val="FFFFFF"/>
                </a:solidFill>
                <a:latin typeface="Salesforce Sans"/>
              </a:rPr>
              <a:t>Com IA-Native</a:t>
            </a:r>
          </a:p>
        </p:txBody>
      </p:sp>
      <p:sp>
        <p:nvSpPr>
          <p:cNvPr id="14" name="TextBox 13"/>
          <p:cNvSpPr txBox="1"/>
          <p:nvPr/>
        </p:nvSpPr>
        <p:spPr>
          <a:xfrm>
            <a:off x="9669780" y="3566160"/>
            <a:ext cx="7543800" cy="1234440"/>
          </a:xfrm>
          <a:prstGeom prst="rect">
            <a:avLst/>
          </a:prstGeom>
          <a:noFill/>
        </p:spPr>
        <p:txBody>
          <a:bodyPr wrap="square" lIns="25400" rIns="25400" tIns="12700" bIns="12700">
            <a:spAutoFit/>
          </a:bodyPr>
          <a:lstStyle/>
          <a:p>
            <a:pPr algn="ctr"/>
            <a:r>
              <a:rPr sz="6600" b="1" i="0">
                <a:solidFill>
                  <a:srgbClr val="2E844A"/>
                </a:solidFill>
                <a:latin typeface="Salesforce Sans"/>
              </a:rPr>
              <a:t>~22 sem</a:t>
            </a:r>
          </a:p>
        </p:txBody>
      </p:sp>
      <p:sp>
        <p:nvSpPr>
          <p:cNvPr id="15" name="TextBox 14"/>
          <p:cNvSpPr txBox="1"/>
          <p:nvPr/>
        </p:nvSpPr>
        <p:spPr>
          <a:xfrm>
            <a:off x="9669780" y="5212079"/>
            <a:ext cx="7543800" cy="548640"/>
          </a:xfrm>
          <a:prstGeom prst="rect">
            <a:avLst/>
          </a:prstGeom>
          <a:noFill/>
        </p:spPr>
        <p:txBody>
          <a:bodyPr wrap="square" lIns="25400" rIns="25400" tIns="12700" bIns="12700">
            <a:spAutoFit/>
          </a:bodyPr>
          <a:lstStyle/>
          <a:p>
            <a:pPr algn="ctr"/>
            <a:r>
              <a:rPr sz="1800" b="1" i="0">
                <a:solidFill>
                  <a:srgbClr val="2E844A"/>
                </a:solidFill>
                <a:latin typeface="Salesforce Sans"/>
              </a:rPr>
              <a:t>cabe em Ago–Dez 2026  ·  −27%</a:t>
            </a:r>
          </a:p>
        </p:txBody>
      </p:sp>
      <p:sp>
        <p:nvSpPr>
          <p:cNvPr id="16" name="Rectangle 15"/>
          <p:cNvSpPr/>
          <p:nvPr/>
        </p:nvSpPr>
        <p:spPr>
          <a:xfrm>
            <a:off x="754380" y="6720840"/>
            <a:ext cx="16774667" cy="2194560"/>
          </a:xfrm>
          <a:prstGeom prst="rect">
            <a:avLst/>
          </a:prstGeom>
          <a:solidFill>
            <a:srgbClr val="EAF5FE"/>
          </a:solidFill>
          <a:ln w="19050">
            <a:solidFill>
              <a:srgbClr val="00B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8700" y="6885431"/>
            <a:ext cx="10972800" cy="548640"/>
          </a:xfrm>
          <a:prstGeom prst="rect">
            <a:avLst/>
          </a:prstGeom>
          <a:noFill/>
        </p:spPr>
        <p:txBody>
          <a:bodyPr wrap="square" lIns="25400" rIns="25400" tIns="12700" bIns="12700">
            <a:spAutoFit/>
          </a:bodyPr>
          <a:lstStyle/>
          <a:p>
            <a:pPr algn="l"/>
            <a:r>
              <a:rPr sz="1950" b="1" i="0">
                <a:solidFill>
                  <a:srgbClr val="001E5B"/>
                </a:solidFill>
                <a:latin typeface="Salesforce Sans"/>
              </a:rPr>
              <a:t>Atividades comprimidas pela IA</a:t>
            </a:r>
          </a:p>
        </p:txBody>
      </p:sp>
      <p:sp>
        <p:nvSpPr>
          <p:cNvPr id="18" name="TextBox 17"/>
          <p:cNvSpPr txBox="1"/>
          <p:nvPr/>
        </p:nvSpPr>
        <p:spPr>
          <a:xfrm>
            <a:off x="1028700" y="7543800"/>
            <a:ext cx="16184880" cy="1234440"/>
          </a:xfrm>
          <a:prstGeom prst="rect">
            <a:avLst/>
          </a:prstGeom>
          <a:noFill/>
        </p:spPr>
        <p:txBody>
          <a:bodyPr wrap="square" lIns="25400" rIns="25400" tIns="12700" bIns="12700">
            <a:spAutoFit/>
          </a:bodyPr>
          <a:lstStyle/>
          <a:p>
            <a:pPr algn="l"/>
            <a:r>
              <a:rPr sz="1800" b="0" i="0">
                <a:solidFill>
                  <a:srgbClr val="16325C"/>
                </a:solidFill>
                <a:latin typeface="Salesforce Sans"/>
              </a:rPr>
              <a:t>Geração de fluxos de integração MuleSoft, prompts/tópicos dos agentes, testes automatizados, documentação técnica e artefatos. Sem IA, o mesmo escopo não caberia nem no bolsão nem na janela.</a:t>
            </a:r>
          </a:p>
        </p:txBody>
      </p:sp>
      <p:sp>
        <p:nvSpPr>
          <p:cNvPr id="19" name="Rectangle 18"/>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21" name="TextBox 20"/>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ESTIMATIVA &amp; ROM</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Justificativa de investimento — a lógica do ROI</a:t>
            </a:r>
          </a:p>
        </p:txBody>
      </p:sp>
      <p:sp>
        <p:nvSpPr>
          <p:cNvPr id="5" name="Rectangle 4"/>
          <p:cNvSpPr/>
          <p:nvPr/>
        </p:nvSpPr>
        <p:spPr>
          <a:xfrm>
            <a:off x="781812" y="1810512"/>
            <a:ext cx="2194560" cy="75438"/>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1920239"/>
            <a:ext cx="16774667" cy="1234440"/>
          </a:xfrm>
          <a:prstGeom prst="rect">
            <a:avLst/>
          </a:prstGeom>
          <a:solidFill>
            <a:srgbClr val="EAF5FE"/>
          </a:solidFill>
          <a:ln w="19050">
            <a:solidFill>
              <a:srgbClr val="00B3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8700" y="2057400"/>
            <a:ext cx="16184880" cy="480059"/>
          </a:xfrm>
          <a:prstGeom prst="rect">
            <a:avLst/>
          </a:prstGeom>
          <a:noFill/>
        </p:spPr>
        <p:txBody>
          <a:bodyPr wrap="square" lIns="25400" rIns="25400" tIns="12700" bIns="12700">
            <a:spAutoFit/>
          </a:bodyPr>
          <a:lstStyle/>
          <a:p>
            <a:pPr algn="l"/>
            <a:r>
              <a:rPr sz="1950" b="1" i="0">
                <a:solidFill>
                  <a:srgbClr val="001E5B"/>
                </a:solidFill>
                <a:latin typeface="Salesforce Sans"/>
              </a:rPr>
              <a:t>Investimento (teto R$ 5,0 M) → retorno por 4 alavancas de valor mensuráveis</a:t>
            </a:r>
          </a:p>
        </p:txBody>
      </p:sp>
      <p:sp>
        <p:nvSpPr>
          <p:cNvPr id="8" name="TextBox 7"/>
          <p:cNvSpPr txBox="1"/>
          <p:nvPr/>
        </p:nvSpPr>
        <p:spPr>
          <a:xfrm>
            <a:off x="1028700" y="2537460"/>
            <a:ext cx="16184880" cy="548640"/>
          </a:xfrm>
          <a:prstGeom prst="rect">
            <a:avLst/>
          </a:prstGeom>
          <a:noFill/>
        </p:spPr>
        <p:txBody>
          <a:bodyPr wrap="square" lIns="25400" rIns="25400" tIns="12700" bIns="12700">
            <a:spAutoFit/>
          </a:bodyPr>
          <a:lstStyle/>
          <a:p>
            <a:pPr algn="l"/>
            <a:r>
              <a:rPr sz="1650" b="0" i="0">
                <a:solidFill>
                  <a:srgbClr val="16325C"/>
                </a:solidFill>
                <a:latin typeface="Salesforce Sans"/>
              </a:rPr>
              <a:t>ROI = (ganho recorrente anual − investimento) ÷ investimento.  A metodologia de cálculo está pronta; os valores finais entram com a volumetria real da Dataprev (G1102 · Fase 0).</a:t>
            </a:r>
          </a:p>
        </p:txBody>
      </p:sp>
      <p:graphicFrame>
        <p:nvGraphicFramePr>
          <p:cNvPr id="9" name="Table 8"/>
          <p:cNvGraphicFramePr>
            <a:graphicFrameLocks noGrp="1"/>
          </p:cNvGraphicFramePr>
          <p:nvPr/>
        </p:nvGraphicFramePr>
        <p:xfrm>
          <a:off x="754380" y="3360420"/>
          <a:ext cx="16774667" cy="4046220"/>
        </p:xfrm>
        <a:graphic>
          <a:graphicData uri="http://schemas.openxmlformats.org/drawingml/2006/table">
            <a:tbl>
              <a:tblPr firstRow="1" bandRow="1">
                <a:tableStyleId>{5C22544A-7EE6-4342-B048-85BDC9FD1C3A}</a:tableStyleId>
              </a:tblPr>
              <a:tblGrid>
                <a:gridCol w="3429000"/>
                <a:gridCol w="2606039"/>
                <a:gridCol w="4114800"/>
                <a:gridCol w="2331720"/>
                <a:gridCol w="4293108"/>
              </a:tblGrid>
              <a:tr h="809244">
                <a:tc>
                  <a:txBody>
                    <a:bodyPr wrap="square"/>
                    <a:lstStyle/>
                    <a:p>
                      <a:pPr algn="l"/>
                      <a:r>
                        <a:rPr sz="1500" b="1" i="0">
                          <a:solidFill>
                            <a:srgbClr val="FFFFFF"/>
                          </a:solidFill>
                          <a:latin typeface="Salesforce Sans"/>
                        </a:rPr>
                        <a:t>Alavanca de valor</a:t>
                      </a:r>
                    </a:p>
                  </a:txBody>
                  <a:tcPr marL="76200" marR="76200" marT="38100" marB="38100" anchor="ctr">
                    <a:solidFill>
                      <a:srgbClr val="022AC0"/>
                    </a:solidFill>
                  </a:tcPr>
                </a:tc>
                <a:tc>
                  <a:txBody>
                    <a:bodyPr wrap="square"/>
                    <a:lstStyle/>
                    <a:p>
                      <a:pPr algn="l"/>
                      <a:r>
                        <a:rPr sz="1500" b="1" i="0">
                          <a:solidFill>
                            <a:srgbClr val="FFFFFF"/>
                          </a:solidFill>
                          <a:latin typeface="Salesforce Sans"/>
                        </a:rPr>
                        <a:t>Jornadas</a:t>
                      </a:r>
                    </a:p>
                  </a:txBody>
                  <a:tcPr marL="76200" marR="76200" marT="38100" marB="38100" anchor="ctr">
                    <a:solidFill>
                      <a:srgbClr val="022AC0"/>
                    </a:solidFill>
                  </a:tcPr>
                </a:tc>
                <a:tc>
                  <a:txBody>
                    <a:bodyPr wrap="square"/>
                    <a:lstStyle/>
                    <a:p>
                      <a:pPr algn="l"/>
                      <a:r>
                        <a:rPr sz="1500" b="1" i="0">
                          <a:solidFill>
                            <a:srgbClr val="FFFFFF"/>
                          </a:solidFill>
                          <a:latin typeface="Salesforce Sans"/>
                        </a:rPr>
                        <a:t>KPI-chave</a:t>
                      </a:r>
                    </a:p>
                  </a:txBody>
                  <a:tcPr marL="76200" marR="76200" marT="38100" marB="38100" anchor="ctr">
                    <a:solidFill>
                      <a:srgbClr val="022AC0"/>
                    </a:solidFill>
                  </a:tcPr>
                </a:tc>
                <a:tc>
                  <a:txBody>
                    <a:bodyPr wrap="square"/>
                    <a:lstStyle/>
                    <a:p>
                      <a:pPr algn="l"/>
                      <a:r>
                        <a:rPr sz="1500" b="1" i="0">
                          <a:solidFill>
                            <a:srgbClr val="FFFFFF"/>
                          </a:solidFill>
                          <a:latin typeface="Salesforce Sans"/>
                        </a:rPr>
                        <a:t>Meta ilustrativa</a:t>
                      </a:r>
                    </a:p>
                  </a:txBody>
                  <a:tcPr marL="76200" marR="76200" marT="38100" marB="38100" anchor="ctr">
                    <a:solidFill>
                      <a:srgbClr val="022AC0"/>
                    </a:solidFill>
                  </a:tcPr>
                </a:tc>
                <a:tc>
                  <a:txBody>
                    <a:bodyPr wrap="square"/>
                    <a:lstStyle/>
                    <a:p>
                      <a:pPr algn="l"/>
                      <a:r>
                        <a:rPr sz="1500" b="1" i="0">
                          <a:solidFill>
                            <a:srgbClr val="FFFFFF"/>
                          </a:solidFill>
                          <a:latin typeface="Salesforce Sans"/>
                        </a:rPr>
                        <a:t>Como vira R$ (driver de ROI)</a:t>
                      </a:r>
                    </a:p>
                  </a:txBody>
                  <a:tcPr marL="76200" marR="76200" marT="38100" marB="38100" anchor="ctr">
                    <a:solidFill>
                      <a:srgbClr val="022AC0"/>
                    </a:solidFill>
                  </a:tcPr>
                </a:tc>
              </a:tr>
              <a:tr h="809244">
                <a:tc>
                  <a:txBody>
                    <a:bodyPr wrap="square"/>
                    <a:lstStyle/>
                    <a:p>
                      <a:pPr algn="l"/>
                      <a:r>
                        <a:rPr sz="1425" b="1" i="0">
                          <a:solidFill>
                            <a:srgbClr val="2E844A"/>
                          </a:solidFill>
                          <a:latin typeface="Salesforce Sans"/>
                        </a:rPr>
                        <a:t>Autoatendimento &amp; deflection</a:t>
                      </a:r>
                    </a:p>
                  </a:txBody>
                  <a:tcPr marL="76200" marR="76200" marT="38100" marB="38100" anchor="ctr">
                    <a:solidFill>
                      <a:srgbClr val="FFFFFF"/>
                    </a:solidFill>
                  </a:tcPr>
                </a:tc>
                <a:tc>
                  <a:txBody>
                    <a:bodyPr wrap="square"/>
                    <a:lstStyle/>
                    <a:p>
                      <a:pPr algn="l"/>
                      <a:r>
                        <a:rPr sz="1275" b="0" i="0">
                          <a:solidFill>
                            <a:srgbClr val="54698D"/>
                          </a:solidFill>
                          <a:latin typeface="Salesforce Sans"/>
                        </a:rPr>
                        <a:t>J1 · J2 · J7</a:t>
                      </a:r>
                    </a:p>
                  </a:txBody>
                  <a:tcPr marL="76200" marR="76200" marT="38100" marB="38100" anchor="ctr">
                    <a:solidFill>
                      <a:srgbClr val="FFFFFF"/>
                    </a:solidFill>
                  </a:tcPr>
                </a:tc>
                <a:tc>
                  <a:txBody>
                    <a:bodyPr wrap="square"/>
                    <a:lstStyle/>
                    <a:p>
                      <a:pPr algn="l"/>
                      <a:r>
                        <a:rPr sz="1350" b="0" i="0">
                          <a:solidFill>
                            <a:srgbClr val="16325C"/>
                          </a:solidFill>
                          <a:latin typeface="Salesforce Sans"/>
                        </a:rPr>
                        <a:t>% de consultas e chamados resolvidos sem intervenção humana</a:t>
                      </a:r>
                    </a:p>
                  </a:txBody>
                  <a:tcPr marL="76200" marR="76200" marT="38100" marB="38100" anchor="ctr">
                    <a:solidFill>
                      <a:srgbClr val="FFFFFF"/>
                    </a:solidFill>
                  </a:tcPr>
                </a:tc>
                <a:tc>
                  <a:txBody>
                    <a:bodyPr wrap="square"/>
                    <a:lstStyle/>
                    <a:p>
                      <a:pPr algn="ctr"/>
                      <a:r>
                        <a:rPr sz="1425" b="1" i="0">
                          <a:solidFill>
                            <a:srgbClr val="2E844A"/>
                          </a:solidFill>
                          <a:latin typeface="Salesforce Sans"/>
                        </a:rPr>
                        <a:t>40–70%</a:t>
                      </a:r>
                    </a:p>
                  </a:txBody>
                  <a:tcPr marL="76200" marR="76200" marT="38100" marB="38100" anchor="ctr">
                    <a:solidFill>
                      <a:srgbClr val="FFFFFF"/>
                    </a:solidFill>
                  </a:tcPr>
                </a:tc>
                <a:tc>
                  <a:txBody>
                    <a:bodyPr wrap="square"/>
                    <a:lstStyle/>
                    <a:p>
                      <a:pPr algn="l"/>
                      <a:r>
                        <a:rPr sz="1275" b="0" i="0">
                          <a:solidFill>
                            <a:srgbClr val="16325C"/>
                          </a:solidFill>
                          <a:latin typeface="Salesforce Sans"/>
                        </a:rPr>
                        <a:t>consultas desviadas/mês × custo médio por atendimento</a:t>
                      </a:r>
                    </a:p>
                  </a:txBody>
                  <a:tcPr marL="76200" marR="76200" marT="38100" marB="38100" anchor="ctr">
                    <a:solidFill>
                      <a:srgbClr val="FFFFFF"/>
                    </a:solidFill>
                  </a:tcPr>
                </a:tc>
              </a:tr>
              <a:tr h="809244">
                <a:tc>
                  <a:txBody>
                    <a:bodyPr wrap="square"/>
                    <a:lstStyle/>
                    <a:p>
                      <a:pPr algn="l"/>
                      <a:r>
                        <a:rPr sz="1425" b="1" i="0">
                          <a:solidFill>
                            <a:srgbClr val="022AC0"/>
                          </a:solidFill>
                          <a:latin typeface="Salesforce Sans"/>
                        </a:rPr>
                        <a:t>Produtividade do servidor</a:t>
                      </a:r>
                    </a:p>
                  </a:txBody>
                  <a:tcPr marL="76200" marR="76200" marT="38100" marB="38100" anchor="ctr">
                    <a:solidFill>
                      <a:srgbClr val="F3F6FB"/>
                    </a:solidFill>
                  </a:tcPr>
                </a:tc>
                <a:tc>
                  <a:txBody>
                    <a:bodyPr wrap="square"/>
                    <a:lstStyle/>
                    <a:p>
                      <a:pPr algn="l"/>
                      <a:r>
                        <a:rPr sz="1275" b="0" i="0">
                          <a:solidFill>
                            <a:srgbClr val="54698D"/>
                          </a:solidFill>
                          <a:latin typeface="Salesforce Sans"/>
                        </a:rPr>
                        <a:t>J3 · SEI-J2
SEI-J4 · SEI-J5</a:t>
                      </a:r>
                    </a:p>
                  </a:txBody>
                  <a:tcPr marL="76200" marR="76200" marT="38100" marB="38100" anchor="ctr">
                    <a:solidFill>
                      <a:srgbClr val="F3F6FB"/>
                    </a:solidFill>
                  </a:tcPr>
                </a:tc>
                <a:tc>
                  <a:txBody>
                    <a:bodyPr wrap="square"/>
                    <a:lstStyle/>
                    <a:p>
                      <a:pPr algn="l"/>
                      <a:r>
                        <a:rPr sz="1350" b="0" i="0">
                          <a:solidFill>
                            <a:srgbClr val="16325C"/>
                          </a:solidFill>
                          <a:latin typeface="Salesforce Sans"/>
                        </a:rPr>
                        <a:t>tempo médio de consulta processual e de preparação de status</a:t>
                      </a:r>
                    </a:p>
                  </a:txBody>
                  <a:tcPr marL="76200" marR="76200" marT="38100" marB="38100" anchor="ctr">
                    <a:solidFill>
                      <a:srgbClr val="F3F6FB"/>
                    </a:solidFill>
                  </a:tcPr>
                </a:tc>
                <a:tc>
                  <a:txBody>
                    <a:bodyPr wrap="square"/>
                    <a:lstStyle/>
                    <a:p>
                      <a:pPr algn="ctr"/>
                      <a:r>
                        <a:rPr sz="1425" b="1" i="0">
                          <a:solidFill>
                            <a:srgbClr val="2E844A"/>
                          </a:solidFill>
                          <a:latin typeface="Salesforce Sans"/>
                        </a:rPr>
                        <a:t>−60 a −70%</a:t>
                      </a:r>
                    </a:p>
                  </a:txBody>
                  <a:tcPr marL="76200" marR="76200" marT="38100" marB="38100" anchor="ctr">
                    <a:solidFill>
                      <a:srgbClr val="F3F6FB"/>
                    </a:solidFill>
                  </a:tcPr>
                </a:tc>
                <a:tc>
                  <a:txBody>
                    <a:bodyPr wrap="square"/>
                    <a:lstStyle/>
                    <a:p>
                      <a:pPr algn="l"/>
                      <a:r>
                        <a:rPr sz="1275" b="0" i="0">
                          <a:solidFill>
                            <a:srgbClr val="16325C"/>
                          </a:solidFill>
                          <a:latin typeface="Salesforce Sans"/>
                        </a:rPr>
                        <a:t>horas economizadas/mês × custo-hora do servidor</a:t>
                      </a:r>
                    </a:p>
                  </a:txBody>
                  <a:tcPr marL="76200" marR="76200" marT="38100" marB="38100" anchor="ctr">
                    <a:solidFill>
                      <a:srgbClr val="F3F6FB"/>
                    </a:solidFill>
                  </a:tcPr>
                </a:tc>
              </a:tr>
              <a:tr h="809244">
                <a:tc>
                  <a:txBody>
                    <a:bodyPr wrap="square"/>
                    <a:lstStyle/>
                    <a:p>
                      <a:pPr algn="l"/>
                      <a:r>
                        <a:rPr sz="1425" b="1" i="0">
                          <a:solidFill>
                            <a:srgbClr val="A86403"/>
                          </a:solidFill>
                          <a:latin typeface="Salesforce Sans"/>
                        </a:rPr>
                        <a:t>Risco &amp; conformidade</a:t>
                      </a:r>
                    </a:p>
                  </a:txBody>
                  <a:tcPr marL="76200" marR="76200" marT="38100" marB="38100" anchor="ctr">
                    <a:solidFill>
                      <a:srgbClr val="FFFFFF"/>
                    </a:solidFill>
                  </a:tcPr>
                </a:tc>
                <a:tc>
                  <a:txBody>
                    <a:bodyPr wrap="square"/>
                    <a:lstStyle/>
                    <a:p>
                      <a:pPr algn="l"/>
                      <a:r>
                        <a:rPr sz="1275" b="0" i="0">
                          <a:solidFill>
                            <a:srgbClr val="54698D"/>
                          </a:solidFill>
                          <a:latin typeface="Salesforce Sans"/>
                        </a:rPr>
                        <a:t>SEI-J1
SEI-J9 · SEI-J10</a:t>
                      </a:r>
                    </a:p>
                  </a:txBody>
                  <a:tcPr marL="76200" marR="76200" marT="38100" marB="38100" anchor="ctr">
                    <a:solidFill>
                      <a:srgbClr val="FFFFFF"/>
                    </a:solidFill>
                  </a:tcPr>
                </a:tc>
                <a:tc>
                  <a:txBody>
                    <a:bodyPr wrap="square"/>
                    <a:lstStyle/>
                    <a:p>
                      <a:pPr algn="l"/>
                      <a:r>
                        <a:rPr sz="1350" b="0" i="0">
                          <a:solidFill>
                            <a:srgbClr val="16325C"/>
                          </a:solidFill>
                          <a:latin typeface="Salesforce Sans"/>
                        </a:rPr>
                        <a:t>prazos perdidos por decurso tácito · % de ações com trilha de auditoria</a:t>
                      </a:r>
                    </a:p>
                  </a:txBody>
                  <a:tcPr marL="76200" marR="76200" marT="38100" marB="38100" anchor="ctr">
                    <a:solidFill>
                      <a:srgbClr val="FFFFFF"/>
                    </a:solidFill>
                  </a:tcPr>
                </a:tc>
                <a:tc>
                  <a:txBody>
                    <a:bodyPr wrap="square"/>
                    <a:lstStyle/>
                    <a:p>
                      <a:pPr algn="ctr"/>
                      <a:r>
                        <a:rPr sz="1425" b="1" i="0">
                          <a:solidFill>
                            <a:srgbClr val="2E844A"/>
                          </a:solidFill>
                          <a:latin typeface="Salesforce Sans"/>
                        </a:rPr>
                        <a:t>−80% perdas
100% trilha</a:t>
                      </a:r>
                    </a:p>
                  </a:txBody>
                  <a:tcPr marL="76200" marR="76200" marT="38100" marB="38100" anchor="ctr">
                    <a:solidFill>
                      <a:srgbClr val="FFFFFF"/>
                    </a:solidFill>
                  </a:tcPr>
                </a:tc>
                <a:tc>
                  <a:txBody>
                    <a:bodyPr wrap="square"/>
                    <a:lstStyle/>
                    <a:p>
                      <a:pPr algn="l"/>
                      <a:r>
                        <a:rPr sz="1275" b="0" i="0">
                          <a:solidFill>
                            <a:srgbClr val="16325C"/>
                          </a:solidFill>
                          <a:latin typeface="Salesforce Sans"/>
                        </a:rPr>
                        <a:t>multas, retrabalho e exposição evitados (valor de risco)</a:t>
                      </a:r>
                    </a:p>
                  </a:txBody>
                  <a:tcPr marL="76200" marR="76200" marT="38100" marB="38100" anchor="ctr">
                    <a:solidFill>
                      <a:srgbClr val="FFFFFF"/>
                    </a:solidFill>
                  </a:tcPr>
                </a:tc>
              </a:tr>
              <a:tr h="809244">
                <a:tc>
                  <a:txBody>
                    <a:bodyPr wrap="square"/>
                    <a:lstStyle/>
                    <a:p>
                      <a:pPr algn="l"/>
                      <a:r>
                        <a:rPr sz="1425" b="1" i="0">
                          <a:solidFill>
                            <a:srgbClr val="9050E9"/>
                          </a:solidFill>
                          <a:latin typeface="Salesforce Sans"/>
                        </a:rPr>
                        <a:t>Velocidade de ciclo &amp; experiência</a:t>
                      </a:r>
                    </a:p>
                  </a:txBody>
                  <a:tcPr marL="76200" marR="76200" marT="38100" marB="38100" anchor="ctr">
                    <a:solidFill>
                      <a:srgbClr val="F3F6FB"/>
                    </a:solidFill>
                  </a:tcPr>
                </a:tc>
                <a:tc>
                  <a:txBody>
                    <a:bodyPr wrap="square"/>
                    <a:lstStyle/>
                    <a:p>
                      <a:pPr algn="l"/>
                      <a:r>
                        <a:rPr sz="1275" b="0" i="0">
                          <a:solidFill>
                            <a:srgbClr val="54698D"/>
                          </a:solidFill>
                          <a:latin typeface="Salesforce Sans"/>
                        </a:rPr>
                        <a:t>J4 · SEI-J7
SEI-J8</a:t>
                      </a:r>
                    </a:p>
                  </a:txBody>
                  <a:tcPr marL="76200" marR="76200" marT="38100" marB="38100" anchor="ctr">
                    <a:solidFill>
                      <a:srgbClr val="F3F6FB"/>
                    </a:solidFill>
                  </a:tcPr>
                </a:tc>
                <a:tc>
                  <a:txBody>
                    <a:bodyPr wrap="square"/>
                    <a:lstStyle/>
                    <a:p>
                      <a:pPr algn="l"/>
                      <a:r>
                        <a:rPr sz="1350" b="0" i="0">
                          <a:solidFill>
                            <a:srgbClr val="16325C"/>
                          </a:solidFill>
                          <a:latin typeface="Salesforce Sans"/>
                        </a:rPr>
                        <a:t>tempo de ciclo (agendar / assinar / dar ciência) · adoção do Slack</a:t>
                      </a:r>
                    </a:p>
                  </a:txBody>
                  <a:tcPr marL="76200" marR="76200" marT="38100" marB="38100" anchor="ctr">
                    <a:solidFill>
                      <a:srgbClr val="F3F6FB"/>
                    </a:solidFill>
                  </a:tcPr>
                </a:tc>
                <a:tc>
                  <a:txBody>
                    <a:bodyPr wrap="square"/>
                    <a:lstStyle/>
                    <a:p>
                      <a:pPr algn="ctr"/>
                      <a:r>
                        <a:rPr sz="1425" b="1" i="0">
                          <a:solidFill>
                            <a:srgbClr val="2E844A"/>
                          </a:solidFill>
                          <a:latin typeface="Salesforce Sans"/>
                        </a:rPr>
                        <a:t>−50% tempo
adoção ≥ 70%</a:t>
                      </a:r>
                    </a:p>
                  </a:txBody>
                  <a:tcPr marL="76200" marR="76200" marT="38100" marB="38100" anchor="ctr">
                    <a:solidFill>
                      <a:srgbClr val="F3F6FB"/>
                    </a:solidFill>
                  </a:tcPr>
                </a:tc>
                <a:tc>
                  <a:txBody>
                    <a:bodyPr wrap="square"/>
                    <a:lstStyle/>
                    <a:p>
                      <a:pPr algn="l"/>
                      <a:r>
                        <a:rPr sz="1275" b="0" i="0">
                          <a:solidFill>
                            <a:srgbClr val="16325C"/>
                          </a:solidFill>
                          <a:latin typeface="Salesforce Sans"/>
                        </a:rPr>
                        <a:t>capacidade recuperada + adesão (uso sustentado)</a:t>
                      </a:r>
                    </a:p>
                  </a:txBody>
                  <a:tcPr marL="76200" marR="76200" marT="38100" marB="38100" anchor="ctr">
                    <a:solidFill>
                      <a:srgbClr val="F3F6FB"/>
                    </a:solidFill>
                  </a:tcPr>
                </a:tc>
              </a:tr>
            </a:tbl>
          </a:graphicData>
        </a:graphic>
      </p:graphicFrame>
      <p:sp>
        <p:nvSpPr>
          <p:cNvPr id="10" name="Rectangle 9"/>
          <p:cNvSpPr/>
          <p:nvPr/>
        </p:nvSpPr>
        <p:spPr>
          <a:xfrm>
            <a:off x="754380" y="7612379"/>
            <a:ext cx="16774667" cy="1440180"/>
          </a:xfrm>
          <a:prstGeom prst="rect">
            <a:avLst/>
          </a:prstGeom>
          <a:solidFill>
            <a:srgbClr val="FDF0E6"/>
          </a:solidFill>
          <a:ln w="19050">
            <a:solidFill>
              <a:srgbClr val="A8640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8700" y="7722108"/>
            <a:ext cx="16184880" cy="411479"/>
          </a:xfrm>
          <a:prstGeom prst="rect">
            <a:avLst/>
          </a:prstGeom>
          <a:noFill/>
        </p:spPr>
        <p:txBody>
          <a:bodyPr wrap="square" lIns="25400" rIns="25400" tIns="12700" bIns="12700">
            <a:spAutoFit/>
          </a:bodyPr>
          <a:lstStyle/>
          <a:p>
            <a:pPr algn="l"/>
            <a:r>
              <a:rPr sz="1650" b="1" i="0">
                <a:solidFill>
                  <a:srgbClr val="A86403"/>
                </a:solidFill>
                <a:latin typeface="Salesforce Sans"/>
              </a:rPr>
              <a:t>Como levar à aprovação</a:t>
            </a:r>
          </a:p>
        </p:txBody>
      </p:sp>
      <p:sp>
        <p:nvSpPr>
          <p:cNvPr id="12" name="TextBox 11"/>
          <p:cNvSpPr txBox="1"/>
          <p:nvPr/>
        </p:nvSpPr>
        <p:spPr>
          <a:xfrm>
            <a:off x="1028700" y="8161020"/>
            <a:ext cx="16184880" cy="822959"/>
          </a:xfrm>
          <a:prstGeom prst="rect">
            <a:avLst/>
          </a:prstGeom>
          <a:noFill/>
        </p:spPr>
        <p:txBody>
          <a:bodyPr wrap="square" lIns="25400" rIns="25400" tIns="12700" bIns="12700">
            <a:spAutoFit/>
          </a:bodyPr>
          <a:lstStyle/>
          <a:p>
            <a:pPr algn="l"/>
            <a:r>
              <a:rPr sz="1500" b="0" i="0">
                <a:solidFill>
                  <a:srgbClr val="16325C"/>
                </a:solidFill>
                <a:latin typeface="Salesforce Sans"/>
              </a:rPr>
              <a:t>1) inserir os volumes reais por processo (G1102) na coluna de metas  ·  2) converter em R$ pelos drivers de cada alavanca  ·  3) comparar o ganho anual recorrente com o investimento único → payback.  Metas ilustrativas — nenhum número comprometido nesta fase.</a:t>
            </a:r>
          </a:p>
        </p:txBody>
      </p:sp>
      <p:sp>
        <p:nvSpPr>
          <p:cNvPr id="13" name="Rectangle 12"/>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15" name="TextBox 14"/>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ESTIMATIVA &amp; ROM</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KPIs propostos — ROI por processo</a:t>
            </a:r>
          </a:p>
        </p:txBody>
      </p:sp>
      <p:sp>
        <p:nvSpPr>
          <p:cNvPr id="5" name="Rectangle 4"/>
          <p:cNvSpPr/>
          <p:nvPr/>
        </p:nvSpPr>
        <p:spPr>
          <a:xfrm>
            <a:off x="781812" y="1810512"/>
            <a:ext cx="2194560" cy="75438"/>
          </a:xfrm>
          <a:prstGeom prst="rect">
            <a:avLst/>
          </a:prstGeom>
          <a:solidFill>
            <a:srgbClr val="D83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057400"/>
            <a:ext cx="16774667" cy="1028700"/>
          </a:xfrm>
          <a:prstGeom prst="rect">
            <a:avLst/>
          </a:prstGeom>
          <a:solidFill>
            <a:srgbClr val="FDF0E6"/>
          </a:solidFill>
          <a:ln w="19050">
            <a:solidFill>
              <a:srgbClr val="D83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8700" y="2194560"/>
            <a:ext cx="16184880" cy="822959"/>
          </a:xfrm>
          <a:prstGeom prst="rect">
            <a:avLst/>
          </a:prstGeom>
          <a:noFill/>
        </p:spPr>
        <p:txBody>
          <a:bodyPr wrap="square" lIns="25400" rIns="25400" tIns="12700" bIns="12700">
            <a:spAutoFit/>
          </a:bodyPr>
          <a:lstStyle/>
          <a:p>
            <a:pPr algn="l"/>
            <a:r>
              <a:rPr sz="1650" b="1" i="0">
                <a:solidFill>
                  <a:srgbClr val="A86403"/>
                </a:solidFill>
                <a:latin typeface="Salesforce Sans"/>
              </a:rPr>
              <a:t>Metodologia: metas ilustrativas — números finais dependem da volumetria (G1102), fornecida na Fase 0. Nenhum número comprometido nesta fase.</a:t>
            </a:r>
          </a:p>
        </p:txBody>
      </p:sp>
      <p:sp>
        <p:nvSpPr>
          <p:cNvPr id="8" name="Rectangle 7"/>
          <p:cNvSpPr/>
          <p:nvPr/>
        </p:nvSpPr>
        <p:spPr>
          <a:xfrm>
            <a:off x="754380" y="336042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51129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Financeiro (J1)</a:t>
            </a:r>
          </a:p>
        </p:txBody>
      </p:sp>
      <p:sp>
        <p:nvSpPr>
          <p:cNvPr id="10" name="TextBox 9"/>
          <p:cNvSpPr txBox="1"/>
          <p:nvPr/>
        </p:nvSpPr>
        <p:spPr>
          <a:xfrm>
            <a:off x="960120" y="399135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 consultas self-service</a:t>
            </a:r>
          </a:p>
        </p:txBody>
      </p:sp>
      <p:sp>
        <p:nvSpPr>
          <p:cNvPr id="11" name="TextBox 10"/>
          <p:cNvSpPr txBox="1"/>
          <p:nvPr/>
        </p:nvSpPr>
        <p:spPr>
          <a:xfrm>
            <a:off x="960120" y="453999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 70%</a:t>
            </a:r>
          </a:p>
        </p:txBody>
      </p:sp>
      <p:sp>
        <p:nvSpPr>
          <p:cNvPr id="12" name="Rectangle 11"/>
          <p:cNvSpPr/>
          <p:nvPr/>
        </p:nvSpPr>
        <p:spPr>
          <a:xfrm>
            <a:off x="6350508" y="336042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351129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Chamados (J2)</a:t>
            </a:r>
          </a:p>
        </p:txBody>
      </p:sp>
      <p:sp>
        <p:nvSpPr>
          <p:cNvPr id="14" name="TextBox 13"/>
          <p:cNvSpPr txBox="1"/>
          <p:nvPr/>
        </p:nvSpPr>
        <p:spPr>
          <a:xfrm>
            <a:off x="6556248" y="399135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Deflection de status</a:t>
            </a:r>
          </a:p>
        </p:txBody>
      </p:sp>
      <p:sp>
        <p:nvSpPr>
          <p:cNvPr id="15" name="TextBox 14"/>
          <p:cNvSpPr txBox="1"/>
          <p:nvPr/>
        </p:nvSpPr>
        <p:spPr>
          <a:xfrm>
            <a:off x="6556248" y="453999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 40%</a:t>
            </a:r>
          </a:p>
        </p:txBody>
      </p:sp>
      <p:sp>
        <p:nvSpPr>
          <p:cNvPr id="16" name="Rectangle 15"/>
          <p:cNvSpPr/>
          <p:nvPr/>
        </p:nvSpPr>
        <p:spPr>
          <a:xfrm>
            <a:off x="11946636" y="336042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152376" y="351129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Briefing (J3)</a:t>
            </a:r>
          </a:p>
        </p:txBody>
      </p:sp>
      <p:sp>
        <p:nvSpPr>
          <p:cNvPr id="18" name="TextBox 17"/>
          <p:cNvSpPr txBox="1"/>
          <p:nvPr/>
        </p:nvSpPr>
        <p:spPr>
          <a:xfrm>
            <a:off x="12152376" y="399135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Tempo de preparação</a:t>
            </a:r>
          </a:p>
        </p:txBody>
      </p:sp>
      <p:sp>
        <p:nvSpPr>
          <p:cNvPr id="19" name="TextBox 18"/>
          <p:cNvSpPr txBox="1"/>
          <p:nvPr/>
        </p:nvSpPr>
        <p:spPr>
          <a:xfrm>
            <a:off x="12152376" y="453999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−60%</a:t>
            </a:r>
          </a:p>
        </p:txBody>
      </p:sp>
      <p:sp>
        <p:nvSpPr>
          <p:cNvPr id="20" name="Rectangle 19"/>
          <p:cNvSpPr/>
          <p:nvPr/>
        </p:nvSpPr>
        <p:spPr>
          <a:xfrm>
            <a:off x="754380" y="521208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36295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FAQ/Conexão (J7)</a:t>
            </a:r>
          </a:p>
        </p:txBody>
      </p:sp>
      <p:sp>
        <p:nvSpPr>
          <p:cNvPr id="22" name="TextBox 21"/>
          <p:cNvSpPr txBox="1"/>
          <p:nvPr/>
        </p:nvSpPr>
        <p:spPr>
          <a:xfrm>
            <a:off x="960120" y="584301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Deflection RH/suporte</a:t>
            </a:r>
          </a:p>
        </p:txBody>
      </p:sp>
      <p:sp>
        <p:nvSpPr>
          <p:cNvPr id="23" name="TextBox 22"/>
          <p:cNvSpPr txBox="1"/>
          <p:nvPr/>
        </p:nvSpPr>
        <p:spPr>
          <a:xfrm>
            <a:off x="960120" y="639165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 50%</a:t>
            </a:r>
          </a:p>
        </p:txBody>
      </p:sp>
      <p:sp>
        <p:nvSpPr>
          <p:cNvPr id="24" name="Rectangle 23"/>
          <p:cNvSpPr/>
          <p:nvPr/>
        </p:nvSpPr>
        <p:spPr>
          <a:xfrm>
            <a:off x="6350508" y="521208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56248" y="536295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SEI prazos (SEI-J1)</a:t>
            </a:r>
          </a:p>
        </p:txBody>
      </p:sp>
      <p:sp>
        <p:nvSpPr>
          <p:cNvPr id="26" name="TextBox 25"/>
          <p:cNvSpPr txBox="1"/>
          <p:nvPr/>
        </p:nvSpPr>
        <p:spPr>
          <a:xfrm>
            <a:off x="6556248" y="584301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Perdas por decurso tácito</a:t>
            </a:r>
          </a:p>
        </p:txBody>
      </p:sp>
      <p:sp>
        <p:nvSpPr>
          <p:cNvPr id="27" name="TextBox 26"/>
          <p:cNvSpPr txBox="1"/>
          <p:nvPr/>
        </p:nvSpPr>
        <p:spPr>
          <a:xfrm>
            <a:off x="6556248" y="639165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−80%</a:t>
            </a:r>
          </a:p>
        </p:txBody>
      </p:sp>
      <p:sp>
        <p:nvSpPr>
          <p:cNvPr id="28" name="Rectangle 27"/>
          <p:cNvSpPr/>
          <p:nvPr/>
        </p:nvSpPr>
        <p:spPr>
          <a:xfrm>
            <a:off x="11946636" y="521208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152376" y="536295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SEI consulta (SEI-J2/J4)</a:t>
            </a:r>
          </a:p>
        </p:txBody>
      </p:sp>
      <p:sp>
        <p:nvSpPr>
          <p:cNvPr id="30" name="TextBox 29"/>
          <p:cNvSpPr txBox="1"/>
          <p:nvPr/>
        </p:nvSpPr>
        <p:spPr>
          <a:xfrm>
            <a:off x="12152376" y="584301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Tempo de consulta processual</a:t>
            </a:r>
          </a:p>
        </p:txBody>
      </p:sp>
      <p:sp>
        <p:nvSpPr>
          <p:cNvPr id="31" name="TextBox 30"/>
          <p:cNvSpPr txBox="1"/>
          <p:nvPr/>
        </p:nvSpPr>
        <p:spPr>
          <a:xfrm>
            <a:off x="12152376" y="639165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−70%</a:t>
            </a:r>
          </a:p>
        </p:txBody>
      </p:sp>
      <p:sp>
        <p:nvSpPr>
          <p:cNvPr id="32" name="Rectangle 31"/>
          <p:cNvSpPr/>
          <p:nvPr/>
        </p:nvSpPr>
        <p:spPr>
          <a:xfrm>
            <a:off x="754380" y="706374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721461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SEI transação (J9/J10)</a:t>
            </a:r>
          </a:p>
        </p:txBody>
      </p:sp>
      <p:sp>
        <p:nvSpPr>
          <p:cNvPr id="34" name="TextBox 33"/>
          <p:cNvSpPr txBox="1"/>
          <p:nvPr/>
        </p:nvSpPr>
        <p:spPr>
          <a:xfrm>
            <a:off x="960120" y="769467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Tempo de tramitação/abertura</a:t>
            </a:r>
          </a:p>
        </p:txBody>
      </p:sp>
      <p:sp>
        <p:nvSpPr>
          <p:cNvPr id="35" name="TextBox 34"/>
          <p:cNvSpPr txBox="1"/>
          <p:nvPr/>
        </p:nvSpPr>
        <p:spPr>
          <a:xfrm>
            <a:off x="960120" y="824331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−50%</a:t>
            </a:r>
          </a:p>
        </p:txBody>
      </p:sp>
      <p:sp>
        <p:nvSpPr>
          <p:cNvPr id="36" name="Rectangle 35"/>
          <p:cNvSpPr/>
          <p:nvPr/>
        </p:nvSpPr>
        <p:spPr>
          <a:xfrm>
            <a:off x="6350508" y="706374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56248" y="721461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Adoção Slack</a:t>
            </a:r>
          </a:p>
        </p:txBody>
      </p:sp>
      <p:sp>
        <p:nvSpPr>
          <p:cNvPr id="38" name="TextBox 37"/>
          <p:cNvSpPr txBox="1"/>
          <p:nvPr/>
        </p:nvSpPr>
        <p:spPr>
          <a:xfrm>
            <a:off x="6556248" y="769467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Usuários ativos</a:t>
            </a:r>
          </a:p>
        </p:txBody>
      </p:sp>
      <p:sp>
        <p:nvSpPr>
          <p:cNvPr id="39" name="TextBox 38"/>
          <p:cNvSpPr txBox="1"/>
          <p:nvPr/>
        </p:nvSpPr>
        <p:spPr>
          <a:xfrm>
            <a:off x="6556248" y="824331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 70%</a:t>
            </a:r>
          </a:p>
        </p:txBody>
      </p:sp>
      <p:sp>
        <p:nvSpPr>
          <p:cNvPr id="40" name="Rectangle 39"/>
          <p:cNvSpPr/>
          <p:nvPr/>
        </p:nvSpPr>
        <p:spPr>
          <a:xfrm>
            <a:off x="11946636" y="7063740"/>
            <a:ext cx="5349240" cy="1645919"/>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152376" y="7214616"/>
            <a:ext cx="4937760" cy="480059"/>
          </a:xfrm>
          <a:prstGeom prst="rect">
            <a:avLst/>
          </a:prstGeom>
          <a:noFill/>
        </p:spPr>
        <p:txBody>
          <a:bodyPr wrap="square" lIns="25400" rIns="25400" tIns="12700" bIns="12700">
            <a:spAutoFit/>
          </a:bodyPr>
          <a:lstStyle/>
          <a:p>
            <a:pPr algn="l"/>
            <a:r>
              <a:rPr sz="1575" b="1" i="0">
                <a:solidFill>
                  <a:srgbClr val="022AC0"/>
                </a:solidFill>
                <a:latin typeface="Salesforce Sans"/>
              </a:rPr>
              <a:t>Autonomia</a:t>
            </a:r>
          </a:p>
        </p:txBody>
      </p:sp>
      <p:sp>
        <p:nvSpPr>
          <p:cNvPr id="42" name="TextBox 41"/>
          <p:cNvSpPr txBox="1"/>
          <p:nvPr/>
        </p:nvSpPr>
        <p:spPr>
          <a:xfrm>
            <a:off x="12152376" y="7694676"/>
            <a:ext cx="4937760" cy="617220"/>
          </a:xfrm>
          <a:prstGeom prst="rect">
            <a:avLst/>
          </a:prstGeom>
          <a:noFill/>
        </p:spPr>
        <p:txBody>
          <a:bodyPr wrap="square" lIns="25400" rIns="25400" tIns="12700" bIns="12700">
            <a:spAutoFit/>
          </a:bodyPr>
          <a:lstStyle/>
          <a:p>
            <a:pPr algn="l"/>
            <a:r>
              <a:rPr sz="1500" b="0" i="0">
                <a:solidFill>
                  <a:srgbClr val="16325C"/>
                </a:solidFill>
                <a:latin typeface="Salesforce Sans"/>
              </a:rPr>
              <a:t>Jornadas sem escalar a humano</a:t>
            </a:r>
          </a:p>
        </p:txBody>
      </p:sp>
      <p:sp>
        <p:nvSpPr>
          <p:cNvPr id="43" name="TextBox 42"/>
          <p:cNvSpPr txBox="1"/>
          <p:nvPr/>
        </p:nvSpPr>
        <p:spPr>
          <a:xfrm>
            <a:off x="12152376" y="8243316"/>
            <a:ext cx="4937760" cy="480059"/>
          </a:xfrm>
          <a:prstGeom prst="rect">
            <a:avLst/>
          </a:prstGeom>
          <a:noFill/>
        </p:spPr>
        <p:txBody>
          <a:bodyPr wrap="square" lIns="25400" rIns="25400" tIns="12700" bIns="12700">
            <a:spAutoFit/>
          </a:bodyPr>
          <a:lstStyle/>
          <a:p>
            <a:pPr algn="l"/>
            <a:r>
              <a:rPr sz="1950" b="1" i="0">
                <a:solidFill>
                  <a:srgbClr val="2E844A"/>
                </a:solidFill>
                <a:latin typeface="Salesforce Sans"/>
              </a:rPr>
              <a:t>≥ 65%</a:t>
            </a:r>
          </a:p>
        </p:txBody>
      </p:sp>
      <p:sp>
        <p:nvSpPr>
          <p:cNvPr id="44" name="Rectangle 43"/>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46" name="TextBox 45"/>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EXECUÇÃO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Clouds necessárias — só o essencial</a:t>
            </a:r>
          </a:p>
        </p:txBody>
      </p:sp>
      <p:sp>
        <p:nvSpPr>
          <p:cNvPr id="5" name="Rectangle 4"/>
          <p:cNvSpPr/>
          <p:nvPr/>
        </p:nvSpPr>
        <p:spPr>
          <a:xfrm>
            <a:off x="781812" y="1810512"/>
            <a:ext cx="2194560" cy="75438"/>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468880"/>
            <a:ext cx="5349240" cy="41148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 y="2468880"/>
            <a:ext cx="5349240" cy="754380"/>
          </a:xfrm>
          <a:prstGeom prst="rect">
            <a:avLst/>
          </a:prstGeom>
          <a:solidFill>
            <a:srgbClr val="905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578608"/>
            <a:ext cx="4937760" cy="548640"/>
          </a:xfrm>
          <a:prstGeom prst="rect">
            <a:avLst/>
          </a:prstGeom>
          <a:noFill/>
        </p:spPr>
        <p:txBody>
          <a:bodyPr wrap="square" lIns="25400" rIns="25400" tIns="12700" bIns="12700">
            <a:spAutoFit/>
          </a:bodyPr>
          <a:lstStyle/>
          <a:p>
            <a:pPr algn="l"/>
            <a:r>
              <a:rPr sz="1950" b="1" i="0">
                <a:solidFill>
                  <a:srgbClr val="FFFFFF"/>
                </a:solidFill>
                <a:latin typeface="Salesforce Sans"/>
              </a:rPr>
              <a:t>Slack (Grid)</a:t>
            </a:r>
          </a:p>
        </p:txBody>
      </p:sp>
      <p:sp>
        <p:nvSpPr>
          <p:cNvPr id="9" name="TextBox 8"/>
          <p:cNvSpPr txBox="1"/>
          <p:nvPr/>
        </p:nvSpPr>
        <p:spPr>
          <a:xfrm>
            <a:off x="1028700" y="3566160"/>
            <a:ext cx="4800600" cy="1645919"/>
          </a:xfrm>
          <a:prstGeom prst="rect">
            <a:avLst/>
          </a:prstGeom>
          <a:noFill/>
        </p:spPr>
        <p:txBody>
          <a:bodyPr wrap="square" lIns="25400" rIns="25400" tIns="12700" bIns="12700">
            <a:spAutoFit/>
          </a:bodyPr>
          <a:lstStyle/>
          <a:p>
            <a:pPr algn="l"/>
            <a:r>
              <a:rPr sz="1800" b="0" i="0">
                <a:solidFill>
                  <a:srgbClr val="16325C"/>
                </a:solidFill>
                <a:latin typeface="Salesforce Sans"/>
              </a:rPr>
              <a:t>Front conversacional · dual-workspace</a:t>
            </a:r>
          </a:p>
        </p:txBody>
      </p:sp>
      <p:sp>
        <p:nvSpPr>
          <p:cNvPr id="10" name="TextBox 9"/>
          <p:cNvSpPr txBox="1"/>
          <p:nvPr/>
        </p:nvSpPr>
        <p:spPr>
          <a:xfrm>
            <a:off x="1028700" y="5486400"/>
            <a:ext cx="4800600" cy="822959"/>
          </a:xfrm>
          <a:prstGeom prst="rect">
            <a:avLst/>
          </a:prstGeom>
          <a:noFill/>
        </p:spPr>
        <p:txBody>
          <a:bodyPr wrap="square" lIns="25400" rIns="25400" tIns="12700" bIns="12700">
            <a:spAutoFit/>
          </a:bodyPr>
          <a:lstStyle/>
          <a:p>
            <a:pPr algn="l"/>
            <a:r>
              <a:rPr sz="1575" b="0" i="1">
                <a:solidFill>
                  <a:srgbClr val="54698D"/>
                </a:solidFill>
                <a:latin typeface="Salesforce Sans"/>
              </a:rPr>
              <a:t>por usuário/mês</a:t>
            </a:r>
          </a:p>
        </p:txBody>
      </p:sp>
      <p:sp>
        <p:nvSpPr>
          <p:cNvPr id="11" name="Rectangle 10"/>
          <p:cNvSpPr/>
          <p:nvPr/>
        </p:nvSpPr>
        <p:spPr>
          <a:xfrm>
            <a:off x="6350508" y="2468880"/>
            <a:ext cx="5349240" cy="41148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0508" y="2468880"/>
            <a:ext cx="5349240" cy="75438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2578608"/>
            <a:ext cx="4937760" cy="548640"/>
          </a:xfrm>
          <a:prstGeom prst="rect">
            <a:avLst/>
          </a:prstGeom>
          <a:noFill/>
        </p:spPr>
        <p:txBody>
          <a:bodyPr wrap="square" lIns="25400" rIns="25400" tIns="12700" bIns="12700">
            <a:spAutoFit/>
          </a:bodyPr>
          <a:lstStyle/>
          <a:p>
            <a:pPr algn="l"/>
            <a:r>
              <a:rPr sz="1950" b="1" i="0">
                <a:solidFill>
                  <a:srgbClr val="FFFFFF"/>
                </a:solidFill>
                <a:latin typeface="Salesforce Sans"/>
              </a:rPr>
              <a:t>Agentforce</a:t>
            </a:r>
          </a:p>
        </p:txBody>
      </p:sp>
      <p:sp>
        <p:nvSpPr>
          <p:cNvPr id="14" name="TextBox 13"/>
          <p:cNvSpPr txBox="1"/>
          <p:nvPr/>
        </p:nvSpPr>
        <p:spPr>
          <a:xfrm>
            <a:off x="6624828" y="3566160"/>
            <a:ext cx="4800600" cy="1645919"/>
          </a:xfrm>
          <a:prstGeom prst="rect">
            <a:avLst/>
          </a:prstGeom>
          <a:noFill/>
        </p:spPr>
        <p:txBody>
          <a:bodyPr wrap="square" lIns="25400" rIns="25400" tIns="12700" bIns="12700">
            <a:spAutoFit/>
          </a:bodyPr>
          <a:lstStyle/>
          <a:p>
            <a:pPr algn="l"/>
            <a:r>
              <a:rPr sz="1800" b="0" i="0">
                <a:solidFill>
                  <a:srgbClr val="16325C"/>
                </a:solidFill>
                <a:latin typeface="Salesforce Sans"/>
              </a:rPr>
              <a:t>Public Sector · agentes especialistas</a:t>
            </a:r>
          </a:p>
        </p:txBody>
      </p:sp>
      <p:sp>
        <p:nvSpPr>
          <p:cNvPr id="15" name="TextBox 14"/>
          <p:cNvSpPr txBox="1"/>
          <p:nvPr/>
        </p:nvSpPr>
        <p:spPr>
          <a:xfrm>
            <a:off x="6624828" y="5486400"/>
            <a:ext cx="4800600" cy="822959"/>
          </a:xfrm>
          <a:prstGeom prst="rect">
            <a:avLst/>
          </a:prstGeom>
          <a:noFill/>
        </p:spPr>
        <p:txBody>
          <a:bodyPr wrap="square" lIns="25400" rIns="25400" tIns="12700" bIns="12700">
            <a:spAutoFit/>
          </a:bodyPr>
          <a:lstStyle/>
          <a:p>
            <a:pPr algn="l"/>
            <a:r>
              <a:rPr sz="1575" b="0" i="1">
                <a:solidFill>
                  <a:srgbClr val="54698D"/>
                </a:solidFill>
                <a:latin typeface="Salesforce Sans"/>
              </a:rPr>
              <a:t>Data Library cobre o RAG</a:t>
            </a:r>
          </a:p>
        </p:txBody>
      </p:sp>
      <p:sp>
        <p:nvSpPr>
          <p:cNvPr id="16" name="Rectangle 15"/>
          <p:cNvSpPr/>
          <p:nvPr/>
        </p:nvSpPr>
        <p:spPr>
          <a:xfrm>
            <a:off x="11946636" y="2468880"/>
            <a:ext cx="5349240" cy="41148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946636" y="2468880"/>
            <a:ext cx="5349240" cy="754380"/>
          </a:xfrm>
          <a:prstGeom prst="rect">
            <a:avLst/>
          </a:prstGeom>
          <a:solidFill>
            <a:srgbClr val="0D9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152376" y="2578608"/>
            <a:ext cx="4937760" cy="548640"/>
          </a:xfrm>
          <a:prstGeom prst="rect">
            <a:avLst/>
          </a:prstGeom>
          <a:noFill/>
        </p:spPr>
        <p:txBody>
          <a:bodyPr wrap="square" lIns="25400" rIns="25400" tIns="12700" bIns="12700">
            <a:spAutoFit/>
          </a:bodyPr>
          <a:lstStyle/>
          <a:p>
            <a:pPr algn="l"/>
            <a:r>
              <a:rPr sz="1950" b="1" i="0">
                <a:solidFill>
                  <a:srgbClr val="FFFFFF"/>
                </a:solidFill>
                <a:latin typeface="Salesforce Sans"/>
              </a:rPr>
              <a:t>MuleSoft</a:t>
            </a:r>
          </a:p>
        </p:txBody>
      </p:sp>
      <p:sp>
        <p:nvSpPr>
          <p:cNvPr id="19" name="TextBox 18"/>
          <p:cNvSpPr txBox="1"/>
          <p:nvPr/>
        </p:nvSpPr>
        <p:spPr>
          <a:xfrm>
            <a:off x="12220956" y="3566160"/>
            <a:ext cx="4800600" cy="1645919"/>
          </a:xfrm>
          <a:prstGeom prst="rect">
            <a:avLst/>
          </a:prstGeom>
          <a:noFill/>
        </p:spPr>
        <p:txBody>
          <a:bodyPr wrap="square" lIns="25400" rIns="25400" tIns="12700" bIns="12700">
            <a:spAutoFit/>
          </a:bodyPr>
          <a:lstStyle/>
          <a:p>
            <a:pPr algn="l"/>
            <a:r>
              <a:rPr sz="1800" b="0" i="0">
                <a:solidFill>
                  <a:srgbClr val="16325C"/>
                </a:solidFill>
                <a:latin typeface="Salesforce Sans"/>
              </a:rPr>
              <a:t>Anypoint Titanium · integração + MCP</a:t>
            </a:r>
          </a:p>
        </p:txBody>
      </p:sp>
      <p:sp>
        <p:nvSpPr>
          <p:cNvPr id="20" name="TextBox 19"/>
          <p:cNvSpPr txBox="1"/>
          <p:nvPr/>
        </p:nvSpPr>
        <p:spPr>
          <a:xfrm>
            <a:off x="12220956" y="5486400"/>
            <a:ext cx="4800600" cy="822959"/>
          </a:xfrm>
          <a:prstGeom prst="rect">
            <a:avLst/>
          </a:prstGeom>
          <a:noFill/>
        </p:spPr>
        <p:txBody>
          <a:bodyPr wrap="square" lIns="25400" rIns="25400" tIns="12700" bIns="12700">
            <a:spAutoFit/>
          </a:bodyPr>
          <a:lstStyle/>
          <a:p>
            <a:pPr algn="l"/>
            <a:r>
              <a:rPr sz="1575" b="0" i="1">
                <a:solidFill>
                  <a:srgbClr val="54698D"/>
                </a:solidFill>
                <a:latin typeface="Salesforce Sans"/>
              </a:rPr>
              <a:t>suporta polling do SEI</a:t>
            </a:r>
          </a:p>
        </p:txBody>
      </p:sp>
      <p:sp>
        <p:nvSpPr>
          <p:cNvPr id="21" name="Rectangle 20"/>
          <p:cNvSpPr/>
          <p:nvPr/>
        </p:nvSpPr>
        <p:spPr>
          <a:xfrm>
            <a:off x="754380" y="6995159"/>
            <a:ext cx="16774667" cy="1920239"/>
          </a:xfrm>
          <a:prstGeom prst="rect">
            <a:avLst/>
          </a:prstGeom>
          <a:solidFill>
            <a:srgbClr val="FFFBE8"/>
          </a:solidFill>
          <a:ln w="19050">
            <a:solidFill>
              <a:srgbClr val="A8640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8700" y="7159752"/>
            <a:ext cx="10972800" cy="548640"/>
          </a:xfrm>
          <a:prstGeom prst="rect">
            <a:avLst/>
          </a:prstGeom>
          <a:noFill/>
        </p:spPr>
        <p:txBody>
          <a:bodyPr wrap="square" lIns="25400" rIns="25400" tIns="12700" bIns="12700">
            <a:spAutoFit/>
          </a:bodyPr>
          <a:lstStyle/>
          <a:p>
            <a:pPr algn="l"/>
            <a:r>
              <a:rPr sz="1800" b="1" i="0">
                <a:solidFill>
                  <a:srgbClr val="001E5B"/>
                </a:solidFill>
                <a:latin typeface="Salesforce Sans"/>
              </a:rPr>
              <a:t>Data Cloud — condicional, fora do escopo base</a:t>
            </a:r>
          </a:p>
        </p:txBody>
      </p:sp>
      <p:sp>
        <p:nvSpPr>
          <p:cNvPr id="23" name="TextBox 22"/>
          <p:cNvSpPr txBox="1"/>
          <p:nvPr/>
        </p:nvSpPr>
        <p:spPr>
          <a:xfrm>
            <a:off x="1028700" y="7749540"/>
            <a:ext cx="16184880" cy="960119"/>
          </a:xfrm>
          <a:prstGeom prst="rect">
            <a:avLst/>
          </a:prstGeom>
          <a:noFill/>
        </p:spPr>
        <p:txBody>
          <a:bodyPr wrap="square" lIns="25400" rIns="25400" tIns="12700" bIns="12700">
            <a:spAutoFit/>
          </a:bodyPr>
          <a:lstStyle/>
          <a:p>
            <a:pPr algn="l"/>
            <a:r>
              <a:rPr sz="1725" b="0" i="0">
                <a:solidFill>
                  <a:srgbClr val="16325C"/>
                </a:solidFill>
                <a:latin typeface="Salesforce Sans"/>
              </a:rPr>
              <a:t>RAG (J7, SEI-J6) usa a Data Library do Agentforce. Data Cloud só entra se a volumetria (G1102) exigir indexação em escala — decisão na Fase 0.</a:t>
            </a:r>
          </a:p>
        </p:txBody>
      </p:sp>
      <p:sp>
        <p:nvSpPr>
          <p:cNvPr id="24" name="Rectangle 23"/>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26" name="TextBox 25"/>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EXECUÇÃO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HCC — Change Management &amp; UX Conversacional</a:t>
            </a:r>
          </a:p>
        </p:txBody>
      </p:sp>
      <p:sp>
        <p:nvSpPr>
          <p:cNvPr id="5" name="Rectangle 4"/>
          <p:cNvSpPr/>
          <p:nvPr/>
        </p:nvSpPr>
        <p:spPr>
          <a:xfrm>
            <a:off x="781812" y="1810512"/>
            <a:ext cx="2194560" cy="75438"/>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331720"/>
            <a:ext cx="8229600" cy="61722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 y="2331720"/>
            <a:ext cx="8229600" cy="75438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8700" y="2441448"/>
            <a:ext cx="7680959" cy="548640"/>
          </a:xfrm>
          <a:prstGeom prst="rect">
            <a:avLst/>
          </a:prstGeom>
          <a:noFill/>
        </p:spPr>
        <p:txBody>
          <a:bodyPr wrap="square" lIns="25400" rIns="25400" tIns="12700" bIns="12700">
            <a:spAutoFit/>
          </a:bodyPr>
          <a:lstStyle/>
          <a:p>
            <a:pPr algn="l"/>
            <a:r>
              <a:rPr sz="1950" b="1" i="0">
                <a:solidFill>
                  <a:srgbClr val="FFFFFF"/>
                </a:solidFill>
                <a:latin typeface="Salesforce Sans"/>
              </a:rPr>
              <a:t>Adoção do Slack</a:t>
            </a:r>
          </a:p>
        </p:txBody>
      </p:sp>
      <p:sp>
        <p:nvSpPr>
          <p:cNvPr id="9" name="TextBox 8"/>
          <p:cNvSpPr txBox="1"/>
          <p:nvPr/>
        </p:nvSpPr>
        <p:spPr>
          <a:xfrm>
            <a:off x="1097280" y="3291839"/>
            <a:ext cx="7543800" cy="4937760"/>
          </a:xfrm>
          <a:prstGeom prst="rect">
            <a:avLst/>
          </a:prstGeom>
          <a:noFill/>
        </p:spPr>
        <p:txBody>
          <a:bodyPr wrap="square">
            <a:spAutoFit/>
          </a:bodyPr>
          <a:lstStyle/>
          <a:p>
            <a:pPr>
              <a:spcAft>
                <a:spcPts val="1800"/>
              </a:spcAft>
            </a:pPr>
            <a:r>
              <a:rPr sz="1800" b="0" i="0">
                <a:solidFill>
                  <a:srgbClr val="16325C"/>
                </a:solidFill>
                <a:latin typeface="Salesforce Sans"/>
              </a:rPr>
              <a:t>•  Champions por unidade (multiplicadores).</a:t>
            </a:r>
          </a:p>
          <a:p>
            <a:pPr>
              <a:spcAft>
                <a:spcPts val="1800"/>
              </a:spcAft>
            </a:pPr>
            <a:r>
              <a:rPr sz="1800" b="0" i="0">
                <a:solidFill>
                  <a:srgbClr val="16325C"/>
                </a:solidFill>
                <a:latin typeface="Salesforce Sans"/>
              </a:rPr>
              <a:t>•  Onboarding por onda (Set/Nov/Dez).</a:t>
            </a:r>
          </a:p>
          <a:p>
            <a:pPr>
              <a:spcAft>
                <a:spcPts val="1800"/>
              </a:spcAft>
            </a:pPr>
            <a:r>
              <a:rPr sz="1800" b="0" i="0">
                <a:solidFill>
                  <a:srgbClr val="16325C"/>
                </a:solidFill>
                <a:latin typeface="Salesforce Sans"/>
              </a:rPr>
              <a:t>•  Playbook de canais interno/externo (LGPD).</a:t>
            </a:r>
          </a:p>
          <a:p>
            <a:pPr>
              <a:spcAft>
                <a:spcPts val="1800"/>
              </a:spcAft>
            </a:pPr>
            <a:r>
              <a:rPr sz="1800" b="0" i="0">
                <a:solidFill>
                  <a:srgbClr val="16325C"/>
                </a:solidFill>
                <a:latin typeface="Salesforce Sans"/>
              </a:rPr>
              <a:t>•  Medição de adoção e feedback loop.</a:t>
            </a:r>
          </a:p>
          <a:p>
            <a:pPr>
              <a:spcAft>
                <a:spcPts val="1800"/>
              </a:spcAft>
            </a:pPr>
            <a:r>
              <a:rPr sz="1800" b="0" i="0">
                <a:solidFill>
                  <a:srgbClr val="16325C"/>
                </a:solidFill>
                <a:latin typeface="Salesforce Sans"/>
              </a:rPr>
              <a:t>•  Do 'abro o sistema' para 'pergunto ao agente'.</a:t>
            </a:r>
          </a:p>
        </p:txBody>
      </p:sp>
      <p:sp>
        <p:nvSpPr>
          <p:cNvPr id="10" name="Rectangle 9"/>
          <p:cNvSpPr/>
          <p:nvPr/>
        </p:nvSpPr>
        <p:spPr>
          <a:xfrm>
            <a:off x="9258300" y="2331720"/>
            <a:ext cx="8229600" cy="61722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58300" y="2331720"/>
            <a:ext cx="8229600" cy="75438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0" y="2441448"/>
            <a:ext cx="7680959" cy="548640"/>
          </a:xfrm>
          <a:prstGeom prst="rect">
            <a:avLst/>
          </a:prstGeom>
          <a:noFill/>
        </p:spPr>
        <p:txBody>
          <a:bodyPr wrap="square" lIns="25400" rIns="25400" tIns="12700" bIns="12700">
            <a:spAutoFit/>
          </a:bodyPr>
          <a:lstStyle/>
          <a:p>
            <a:pPr algn="l"/>
            <a:r>
              <a:rPr sz="1950" b="1" i="0">
                <a:solidFill>
                  <a:srgbClr val="FFFFFF"/>
                </a:solidFill>
                <a:latin typeface="Salesforce Sans"/>
              </a:rPr>
              <a:t>UX/UI conversacional</a:t>
            </a:r>
          </a:p>
        </p:txBody>
      </p:sp>
      <p:sp>
        <p:nvSpPr>
          <p:cNvPr id="13" name="TextBox 12"/>
          <p:cNvSpPr txBox="1"/>
          <p:nvPr/>
        </p:nvSpPr>
        <p:spPr>
          <a:xfrm>
            <a:off x="9601200" y="3291839"/>
            <a:ext cx="7543800" cy="4937760"/>
          </a:xfrm>
          <a:prstGeom prst="rect">
            <a:avLst/>
          </a:prstGeom>
          <a:noFill/>
        </p:spPr>
        <p:txBody>
          <a:bodyPr wrap="square">
            <a:spAutoFit/>
          </a:bodyPr>
          <a:lstStyle/>
          <a:p>
            <a:pPr>
              <a:spcAft>
                <a:spcPts val="1800"/>
              </a:spcAft>
            </a:pPr>
            <a:r>
              <a:rPr sz="1800" b="0" i="0">
                <a:solidFill>
                  <a:srgbClr val="16325C"/>
                </a:solidFill>
                <a:latin typeface="Salesforce Sans"/>
              </a:rPr>
              <a:t>•  Tom e persona por agente.</a:t>
            </a:r>
          </a:p>
          <a:p>
            <a:pPr>
              <a:spcAft>
                <a:spcPts val="1800"/>
              </a:spcAft>
            </a:pPr>
            <a:r>
              <a:rPr sz="1800" b="0" i="0">
                <a:solidFill>
                  <a:srgbClr val="16325C"/>
                </a:solidFill>
                <a:latin typeface="Salesforce Sans"/>
              </a:rPr>
              <a:t>•  Desenho de diálogo: intents, fallback, handoff.</a:t>
            </a:r>
          </a:p>
          <a:p>
            <a:pPr>
              <a:spcAft>
                <a:spcPts val="1800"/>
              </a:spcAft>
            </a:pPr>
            <a:r>
              <a:rPr sz="1800" b="0" i="0">
                <a:solidFill>
                  <a:srgbClr val="16325C"/>
                </a:solidFill>
                <a:latin typeface="Salesforce Sans"/>
              </a:rPr>
              <a:t>•  Block Kit: cards, botões, formulários.</a:t>
            </a:r>
          </a:p>
          <a:p>
            <a:pPr>
              <a:spcAft>
                <a:spcPts val="1800"/>
              </a:spcAft>
            </a:pPr>
            <a:r>
              <a:rPr sz="1800" b="0" i="0">
                <a:solidFill>
                  <a:srgbClr val="16325C"/>
                </a:solidFill>
                <a:latin typeface="Salesforce Sans"/>
              </a:rPr>
              <a:t>•  Confirmação + trilha na escrita (SEI-J8/9/10).</a:t>
            </a:r>
          </a:p>
          <a:p>
            <a:pPr>
              <a:spcAft>
                <a:spcPts val="1800"/>
              </a:spcAft>
            </a:pPr>
            <a:r>
              <a:rPr sz="1800" b="0" i="0">
                <a:solidFill>
                  <a:srgbClr val="16325C"/>
                </a:solidFill>
                <a:latin typeface="Salesforce Sans"/>
              </a:rPr>
              <a:t>•  Voz→texto (J3, J4) e leitura mobile.</a:t>
            </a:r>
          </a:p>
        </p:txBody>
      </p:sp>
      <p:sp>
        <p:nvSpPr>
          <p:cNvPr id="14" name="TextBox 13"/>
          <p:cNvSpPr txBox="1"/>
          <p:nvPr/>
        </p:nvSpPr>
        <p:spPr>
          <a:xfrm>
            <a:off x="754380" y="8709659"/>
            <a:ext cx="16733519" cy="685800"/>
          </a:xfrm>
          <a:prstGeom prst="rect">
            <a:avLst/>
          </a:prstGeom>
          <a:noFill/>
        </p:spPr>
        <p:txBody>
          <a:bodyPr wrap="square" lIns="25400" rIns="25400" tIns="12700" bIns="12700">
            <a:spAutoFit/>
          </a:bodyPr>
          <a:lstStyle/>
          <a:p>
            <a:pPr algn="l"/>
            <a:r>
              <a:rPr sz="1650" b="0" i="1">
                <a:solidFill>
                  <a:srgbClr val="54698D"/>
                </a:solidFill>
                <a:latin typeface="Salesforce Sans"/>
              </a:rPr>
              <a:t>Perfis dedicados: Change &amp; Adoption Manager (400h) + UX Conversacional / Experience Architect (520h) — atravessam as 3 ondas.</a:t>
            </a:r>
          </a:p>
        </p:txBody>
      </p:sp>
      <p:sp>
        <p:nvSpPr>
          <p:cNvPr id="15" name="Rectangle 14"/>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17" name="TextBox 16"/>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7542"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4380" y="438912"/>
            <a:ext cx="16459200" cy="411479"/>
          </a:xfrm>
          <a:prstGeom prst="rect">
            <a:avLst/>
          </a:prstGeom>
          <a:noFill/>
        </p:spPr>
        <p:txBody>
          <a:bodyPr wrap="square" lIns="25400" rIns="25400" tIns="12700" bIns="12700">
            <a:spAutoFit/>
          </a:bodyPr>
          <a:lstStyle/>
          <a:p>
            <a:pPr algn="l"/>
            <a:r>
              <a:rPr sz="1650" b="1" i="0">
                <a:solidFill>
                  <a:srgbClr val="022AC0"/>
                </a:solidFill>
                <a:latin typeface="Salesforce Sans"/>
              </a:rPr>
              <a:t>EXECUÇÃO</a:t>
            </a:r>
          </a:p>
        </p:txBody>
      </p:sp>
      <p:sp>
        <p:nvSpPr>
          <p:cNvPr id="4" name="TextBox 3"/>
          <p:cNvSpPr txBox="1"/>
          <p:nvPr/>
        </p:nvSpPr>
        <p:spPr>
          <a:xfrm>
            <a:off x="754380" y="822959"/>
            <a:ext cx="16733519" cy="960119"/>
          </a:xfrm>
          <a:prstGeom prst="rect">
            <a:avLst/>
          </a:prstGeom>
          <a:noFill/>
        </p:spPr>
        <p:txBody>
          <a:bodyPr wrap="square" lIns="25400" rIns="25400" tIns="12700" bIns="12700">
            <a:spAutoFit/>
          </a:bodyPr>
          <a:lstStyle/>
          <a:p>
            <a:pPr algn="l"/>
            <a:r>
              <a:rPr sz="3750" b="1" i="0">
                <a:solidFill>
                  <a:srgbClr val="001E5B"/>
                </a:solidFill>
                <a:latin typeface="Salesforce Sans"/>
              </a:rPr>
              <a:t>HCC — Change Management &amp; UX Conversacional</a:t>
            </a:r>
          </a:p>
        </p:txBody>
      </p:sp>
      <p:sp>
        <p:nvSpPr>
          <p:cNvPr id="5" name="Rectangle 4"/>
          <p:cNvSpPr/>
          <p:nvPr/>
        </p:nvSpPr>
        <p:spPr>
          <a:xfrm>
            <a:off x="781812" y="1810512"/>
            <a:ext cx="2194560" cy="75438"/>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54380" y="2331720"/>
            <a:ext cx="8229600" cy="61722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4380" y="2331720"/>
            <a:ext cx="8229600" cy="754380"/>
          </a:xfrm>
          <a:prstGeom prst="rect">
            <a:avLst/>
          </a:prstGeom>
          <a:solidFill>
            <a:srgbClr val="2E8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8700" y="2441448"/>
            <a:ext cx="7680959" cy="548640"/>
          </a:xfrm>
          <a:prstGeom prst="rect">
            <a:avLst/>
          </a:prstGeom>
          <a:noFill/>
        </p:spPr>
        <p:txBody>
          <a:bodyPr wrap="square" lIns="25400" rIns="25400" tIns="12700" bIns="12700">
            <a:spAutoFit/>
          </a:bodyPr>
          <a:lstStyle/>
          <a:p>
            <a:pPr algn="l"/>
            <a:r>
              <a:rPr sz="1950" b="1" i="0">
                <a:solidFill>
                  <a:srgbClr val="FFFFFF"/>
                </a:solidFill>
                <a:latin typeface="Salesforce Sans"/>
              </a:rPr>
              <a:t>Adoção do Slack</a:t>
            </a:r>
          </a:p>
        </p:txBody>
      </p:sp>
      <p:sp>
        <p:nvSpPr>
          <p:cNvPr id="9" name="TextBox 8"/>
          <p:cNvSpPr txBox="1"/>
          <p:nvPr/>
        </p:nvSpPr>
        <p:spPr>
          <a:xfrm>
            <a:off x="1097280" y="3291839"/>
            <a:ext cx="7543800" cy="4937760"/>
          </a:xfrm>
          <a:prstGeom prst="rect">
            <a:avLst/>
          </a:prstGeom>
          <a:noFill/>
        </p:spPr>
        <p:txBody>
          <a:bodyPr wrap="square">
            <a:spAutoFit/>
          </a:bodyPr>
          <a:lstStyle/>
          <a:p>
            <a:pPr>
              <a:spcAft>
                <a:spcPts val="1800"/>
              </a:spcAft>
            </a:pPr>
            <a:r>
              <a:rPr sz="1800" b="0" i="0">
                <a:solidFill>
                  <a:srgbClr val="16325C"/>
                </a:solidFill>
                <a:latin typeface="Salesforce Sans"/>
              </a:rPr>
              <a:t>•  Champions por unidade (multiplicadores).</a:t>
            </a:r>
          </a:p>
          <a:p>
            <a:pPr>
              <a:spcAft>
                <a:spcPts val="1800"/>
              </a:spcAft>
            </a:pPr>
            <a:r>
              <a:rPr sz="1800" b="0" i="0">
                <a:solidFill>
                  <a:srgbClr val="16325C"/>
                </a:solidFill>
                <a:latin typeface="Salesforce Sans"/>
              </a:rPr>
              <a:t>•  Onboarding por onda (Set/Nov/Dez).</a:t>
            </a:r>
          </a:p>
          <a:p>
            <a:pPr>
              <a:spcAft>
                <a:spcPts val="1800"/>
              </a:spcAft>
            </a:pPr>
            <a:r>
              <a:rPr sz="1800" b="0" i="0">
                <a:solidFill>
                  <a:srgbClr val="16325C"/>
                </a:solidFill>
                <a:latin typeface="Salesforce Sans"/>
              </a:rPr>
              <a:t>•  Playbook de canais interno/externo (LGPD).</a:t>
            </a:r>
          </a:p>
          <a:p>
            <a:pPr>
              <a:spcAft>
                <a:spcPts val="1800"/>
              </a:spcAft>
            </a:pPr>
            <a:r>
              <a:rPr sz="1800" b="0" i="0">
                <a:solidFill>
                  <a:srgbClr val="16325C"/>
                </a:solidFill>
                <a:latin typeface="Salesforce Sans"/>
              </a:rPr>
              <a:t>•  Medição de adoção e feedback loop.</a:t>
            </a:r>
          </a:p>
          <a:p>
            <a:pPr>
              <a:spcAft>
                <a:spcPts val="1800"/>
              </a:spcAft>
            </a:pPr>
            <a:r>
              <a:rPr sz="1800" b="0" i="0">
                <a:solidFill>
                  <a:srgbClr val="16325C"/>
                </a:solidFill>
                <a:latin typeface="Salesforce Sans"/>
              </a:rPr>
              <a:t>•  Do 'abro o sistema' para 'pergunto ao agente'.</a:t>
            </a:r>
          </a:p>
        </p:txBody>
      </p:sp>
      <p:sp>
        <p:nvSpPr>
          <p:cNvPr id="10" name="Rectangle 9"/>
          <p:cNvSpPr/>
          <p:nvPr/>
        </p:nvSpPr>
        <p:spPr>
          <a:xfrm>
            <a:off x="9258300" y="2331720"/>
            <a:ext cx="8229600" cy="6172200"/>
          </a:xfrm>
          <a:prstGeom prst="rect">
            <a:avLst/>
          </a:prstGeom>
          <a:solidFill>
            <a:srgbClr val="FFFFFF"/>
          </a:solidFill>
          <a:ln w="1905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58300" y="2331720"/>
            <a:ext cx="8229600" cy="75438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0" y="2441448"/>
            <a:ext cx="7680959" cy="548640"/>
          </a:xfrm>
          <a:prstGeom prst="rect">
            <a:avLst/>
          </a:prstGeom>
          <a:noFill/>
        </p:spPr>
        <p:txBody>
          <a:bodyPr wrap="square" lIns="25400" rIns="25400" tIns="12700" bIns="12700">
            <a:spAutoFit/>
          </a:bodyPr>
          <a:lstStyle/>
          <a:p>
            <a:pPr algn="l"/>
            <a:r>
              <a:rPr sz="1950" b="1" i="0">
                <a:solidFill>
                  <a:srgbClr val="FFFFFF"/>
                </a:solidFill>
                <a:latin typeface="Salesforce Sans"/>
              </a:rPr>
              <a:t>UX/UI conversacional</a:t>
            </a:r>
          </a:p>
        </p:txBody>
      </p:sp>
      <p:sp>
        <p:nvSpPr>
          <p:cNvPr id="13" name="TextBox 12"/>
          <p:cNvSpPr txBox="1"/>
          <p:nvPr/>
        </p:nvSpPr>
        <p:spPr>
          <a:xfrm>
            <a:off x="9601200" y="3291839"/>
            <a:ext cx="7543800" cy="4937760"/>
          </a:xfrm>
          <a:prstGeom prst="rect">
            <a:avLst/>
          </a:prstGeom>
          <a:noFill/>
        </p:spPr>
        <p:txBody>
          <a:bodyPr wrap="square">
            <a:spAutoFit/>
          </a:bodyPr>
          <a:lstStyle/>
          <a:p>
            <a:pPr>
              <a:spcAft>
                <a:spcPts val="1800"/>
              </a:spcAft>
            </a:pPr>
            <a:r>
              <a:rPr sz="1800" b="0" i="0">
                <a:solidFill>
                  <a:srgbClr val="16325C"/>
                </a:solidFill>
                <a:latin typeface="Salesforce Sans"/>
              </a:rPr>
              <a:t>•  Tom e persona por agente.</a:t>
            </a:r>
          </a:p>
          <a:p>
            <a:pPr>
              <a:spcAft>
                <a:spcPts val="1800"/>
              </a:spcAft>
            </a:pPr>
            <a:r>
              <a:rPr sz="1800" b="0" i="0">
                <a:solidFill>
                  <a:srgbClr val="16325C"/>
                </a:solidFill>
                <a:latin typeface="Salesforce Sans"/>
              </a:rPr>
              <a:t>•  Desenho de diálogo: intents, fallback, handoff.</a:t>
            </a:r>
          </a:p>
          <a:p>
            <a:pPr>
              <a:spcAft>
                <a:spcPts val="1800"/>
              </a:spcAft>
            </a:pPr>
            <a:r>
              <a:rPr sz="1800" b="0" i="0">
                <a:solidFill>
                  <a:srgbClr val="16325C"/>
                </a:solidFill>
                <a:latin typeface="Salesforce Sans"/>
              </a:rPr>
              <a:t>•  Block Kit: cards, botões, formulários.</a:t>
            </a:r>
          </a:p>
          <a:p>
            <a:pPr>
              <a:spcAft>
                <a:spcPts val="1800"/>
              </a:spcAft>
            </a:pPr>
            <a:r>
              <a:rPr sz="1800" b="0" i="0">
                <a:solidFill>
                  <a:srgbClr val="16325C"/>
                </a:solidFill>
                <a:latin typeface="Salesforce Sans"/>
              </a:rPr>
              <a:t>•  Confirmação + trilha na escrita (SEI-J8/9/10).</a:t>
            </a:r>
          </a:p>
          <a:p>
            <a:pPr>
              <a:spcAft>
                <a:spcPts val="1800"/>
              </a:spcAft>
            </a:pPr>
            <a:r>
              <a:rPr sz="1800" b="0" i="0">
                <a:solidFill>
                  <a:srgbClr val="16325C"/>
                </a:solidFill>
                <a:latin typeface="Salesforce Sans"/>
              </a:rPr>
              <a:t>•  Voz→texto (J3, J4) e leitura mobile.</a:t>
            </a:r>
          </a:p>
        </p:txBody>
      </p:sp>
      <p:sp>
        <p:nvSpPr>
          <p:cNvPr id="14" name="TextBox 13"/>
          <p:cNvSpPr txBox="1"/>
          <p:nvPr/>
        </p:nvSpPr>
        <p:spPr>
          <a:xfrm>
            <a:off x="754380" y="8709659"/>
            <a:ext cx="16733519" cy="685800"/>
          </a:xfrm>
          <a:prstGeom prst="rect">
            <a:avLst/>
          </a:prstGeom>
          <a:noFill/>
        </p:spPr>
        <p:txBody>
          <a:bodyPr wrap="square" lIns="25400" rIns="25400" tIns="12700" bIns="12700">
            <a:spAutoFit/>
          </a:bodyPr>
          <a:lstStyle/>
          <a:p>
            <a:pPr algn="l"/>
            <a:r>
              <a:rPr sz="1650" b="0" i="1">
                <a:solidFill>
                  <a:srgbClr val="54698D"/>
                </a:solidFill>
                <a:latin typeface="Salesforce Sans"/>
              </a:rPr>
              <a:t>Perfis dedicados: Change &amp; Adoption Manager (400h) + UX Conversacional / Experience Architect (520h) — atravessam as 3 ondas.</a:t>
            </a:r>
          </a:p>
        </p:txBody>
      </p:sp>
      <p:sp>
        <p:nvSpPr>
          <p:cNvPr id="15" name="Rectangle 14"/>
          <p:cNvSpPr/>
          <p:nvPr/>
        </p:nvSpPr>
        <p:spPr>
          <a:xfrm>
            <a:off x="0" y="9985248"/>
            <a:ext cx="18287542" cy="16459"/>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380" y="9820656"/>
            <a:ext cx="13716000" cy="411479"/>
          </a:xfrm>
          <a:prstGeom prst="rect">
            <a:avLst/>
          </a:prstGeom>
          <a:noFill/>
        </p:spPr>
        <p:txBody>
          <a:bodyPr wrap="square" lIns="25400" rIns="25400" tIns="12700" bIns="12700">
            <a:spAutoFit/>
          </a:bodyPr>
          <a:lstStyle/>
          <a:p>
            <a:pPr algn="l"/>
            <a:r>
              <a:rPr sz="1275" b="0" i="0">
                <a:solidFill>
                  <a:srgbClr val="54698D"/>
                </a:solidFill>
                <a:latin typeface="Salesforce Sans"/>
              </a:rPr>
              <a:t>Salesforce Professional Services  ·  DATA ÁGIL — ROM v5.0</a:t>
            </a:r>
          </a:p>
        </p:txBody>
      </p:sp>
      <p:sp>
        <p:nvSpPr>
          <p:cNvPr id="17" name="TextBox 16"/>
          <p:cNvSpPr txBox="1"/>
          <p:nvPr/>
        </p:nvSpPr>
        <p:spPr>
          <a:xfrm>
            <a:off x="17007840" y="9820656"/>
            <a:ext cx="822959" cy="411479"/>
          </a:xfrm>
          <a:prstGeom prst="rect">
            <a:avLst/>
          </a:prstGeom>
          <a:noFill/>
        </p:spPr>
        <p:txBody>
          <a:bodyPr wrap="square" lIns="25400" rIns="25400" tIns="12700" bIns="12700">
            <a:spAutoFit/>
          </a:bodyPr>
          <a:lstStyle/>
          <a:p>
            <a:pPr algn="r"/>
            <a:r>
              <a:rPr sz="1275" b="0" i="0">
                <a:solidFill>
                  <a:srgbClr val="54698D"/>
                </a:solidFill>
                <a:latin typeface="Salesforce Sans"/>
              </a:rPr>
              <a:t>20</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EAF5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